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theme/themeOverride1.xml" ContentType="application/vnd.openxmlformats-officedocument.themeOverride+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slides/slide129.xml" ContentType="application/vnd.openxmlformats-officedocument.presentationml.slide+xml"/>
  <Override PartName="/ppt/notesSlides/notesSlide12.xml" ContentType="application/vnd.openxmlformats-officedocument.presentationml.notesSlide+xml"/>
  <Override PartName="/ppt/slides/slide99.xml" ContentType="application/vnd.openxmlformats-officedocument.presentationml.slide+xml"/>
  <Override PartName="/ppt/slides/slide11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theme/themeOverride2.xml" ContentType="application/vnd.openxmlformats-officedocument.themeOverr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slides/slide119.xml" ContentType="application/vnd.openxmlformats-officedocument.presentationml.slide+xml"/>
  <Override PartName="/ppt/slideLayouts/slideLayout10.xml" ContentType="application/vnd.openxmlformats-officedocument.presentationml.slideLayout+xml"/>
  <Override PartName="/ppt/notesSlides/notesSlide8.xml" ContentType="application/vnd.openxmlformats-officedocument.presentationml.notesSlide+xml"/>
  <Default Extension="gif" ContentType="image/gif"/>
  <Override PartName="/ppt/notesSlides/notesSlide20.xml" ContentType="application/vnd.openxmlformats-officedocument.presentationml.notesSlide+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wmf" ContentType="image/x-wmf"/>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11.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060" r:id="rId1"/>
  </p:sldMasterIdLst>
  <p:notesMasterIdLst>
    <p:notesMasterId r:id="rId135"/>
  </p:notesMasterIdLst>
  <p:handoutMasterIdLst>
    <p:handoutMasterId r:id="rId136"/>
  </p:handoutMasterIdLst>
  <p:sldIdLst>
    <p:sldId id="532" r:id="rId2"/>
    <p:sldId id="515" r:id="rId3"/>
    <p:sldId id="533" r:id="rId4"/>
    <p:sldId id="527" r:id="rId5"/>
    <p:sldId id="534" r:id="rId6"/>
    <p:sldId id="535" r:id="rId7"/>
    <p:sldId id="543" r:id="rId8"/>
    <p:sldId id="302" r:id="rId9"/>
    <p:sldId id="537" r:id="rId10"/>
    <p:sldId id="538" r:id="rId11"/>
    <p:sldId id="539" r:id="rId12"/>
    <p:sldId id="540" r:id="rId13"/>
    <p:sldId id="541" r:id="rId14"/>
    <p:sldId id="542" r:id="rId15"/>
    <p:sldId id="544" r:id="rId16"/>
    <p:sldId id="545" r:id="rId17"/>
    <p:sldId id="260" r:id="rId18"/>
    <p:sldId id="519" r:id="rId19"/>
    <p:sldId id="258" r:id="rId20"/>
    <p:sldId id="516" r:id="rId21"/>
    <p:sldId id="261" r:id="rId22"/>
    <p:sldId id="379" r:id="rId23"/>
    <p:sldId id="381" r:id="rId24"/>
    <p:sldId id="383" r:id="rId25"/>
    <p:sldId id="386" r:id="rId26"/>
    <p:sldId id="387" r:id="rId27"/>
    <p:sldId id="384" r:id="rId28"/>
    <p:sldId id="385" r:id="rId29"/>
    <p:sldId id="546" r:id="rId30"/>
    <p:sldId id="549" r:id="rId31"/>
    <p:sldId id="550" r:id="rId32"/>
    <p:sldId id="531" r:id="rId33"/>
    <p:sldId id="547" r:id="rId34"/>
    <p:sldId id="548" r:id="rId35"/>
    <p:sldId id="388" r:id="rId36"/>
    <p:sldId id="412" r:id="rId37"/>
    <p:sldId id="413" r:id="rId38"/>
    <p:sldId id="504" r:id="rId39"/>
    <p:sldId id="414" r:id="rId40"/>
    <p:sldId id="551" r:id="rId41"/>
    <p:sldId id="554" r:id="rId42"/>
    <p:sldId id="552" r:id="rId43"/>
    <p:sldId id="553" r:id="rId44"/>
    <p:sldId id="415" r:id="rId45"/>
    <p:sldId id="416" r:id="rId46"/>
    <p:sldId id="555" r:id="rId47"/>
    <p:sldId id="423" r:id="rId48"/>
    <p:sldId id="528" r:id="rId49"/>
    <p:sldId id="530" r:id="rId50"/>
    <p:sldId id="529" r:id="rId51"/>
    <p:sldId id="389" r:id="rId52"/>
    <p:sldId id="392" r:id="rId53"/>
    <p:sldId id="393" r:id="rId54"/>
    <p:sldId id="433" r:id="rId55"/>
    <p:sldId id="434" r:id="rId56"/>
    <p:sldId id="407" r:id="rId57"/>
    <p:sldId id="435" r:id="rId58"/>
    <p:sldId id="441" r:id="rId59"/>
    <p:sldId id="442" r:id="rId60"/>
    <p:sldId id="443" r:id="rId61"/>
    <p:sldId id="444" r:id="rId62"/>
    <p:sldId id="445" r:id="rId63"/>
    <p:sldId id="446" r:id="rId64"/>
    <p:sldId id="447" r:id="rId65"/>
    <p:sldId id="436" r:id="rId66"/>
    <p:sldId id="267" r:id="rId67"/>
    <p:sldId id="448" r:id="rId68"/>
    <p:sldId id="451" r:id="rId69"/>
    <p:sldId id="452" r:id="rId70"/>
    <p:sldId id="453" r:id="rId71"/>
    <p:sldId id="454" r:id="rId72"/>
    <p:sldId id="455" r:id="rId73"/>
    <p:sldId id="456" r:id="rId74"/>
    <p:sldId id="457" r:id="rId75"/>
    <p:sldId id="459" r:id="rId76"/>
    <p:sldId id="460" r:id="rId77"/>
    <p:sldId id="461" r:id="rId78"/>
    <p:sldId id="462" r:id="rId79"/>
    <p:sldId id="463" r:id="rId80"/>
    <p:sldId id="411" r:id="rId81"/>
    <p:sldId id="269" r:id="rId82"/>
    <p:sldId id="464" r:id="rId83"/>
    <p:sldId id="465" r:id="rId84"/>
    <p:sldId id="466" r:id="rId85"/>
    <p:sldId id="467" r:id="rId86"/>
    <p:sldId id="468" r:id="rId87"/>
    <p:sldId id="469" r:id="rId88"/>
    <p:sldId id="470" r:id="rId89"/>
    <p:sldId id="471" r:id="rId90"/>
    <p:sldId id="472" r:id="rId91"/>
    <p:sldId id="473" r:id="rId92"/>
    <p:sldId id="474" r:id="rId93"/>
    <p:sldId id="475" r:id="rId94"/>
    <p:sldId id="476" r:id="rId95"/>
    <p:sldId id="477" r:id="rId96"/>
    <p:sldId id="478" r:id="rId97"/>
    <p:sldId id="479" r:id="rId98"/>
    <p:sldId id="480" r:id="rId99"/>
    <p:sldId id="481" r:id="rId100"/>
    <p:sldId id="482" r:id="rId101"/>
    <p:sldId id="483" r:id="rId102"/>
    <p:sldId id="484" r:id="rId103"/>
    <p:sldId id="485" r:id="rId104"/>
    <p:sldId id="486" r:id="rId105"/>
    <p:sldId id="487" r:id="rId106"/>
    <p:sldId id="488" r:id="rId107"/>
    <p:sldId id="275" r:id="rId108"/>
    <p:sldId id="277" r:id="rId109"/>
    <p:sldId id="489" r:id="rId110"/>
    <p:sldId id="490" r:id="rId111"/>
    <p:sldId id="491" r:id="rId112"/>
    <p:sldId id="492" r:id="rId113"/>
    <p:sldId id="493" r:id="rId114"/>
    <p:sldId id="494" r:id="rId115"/>
    <p:sldId id="495" r:id="rId116"/>
    <p:sldId id="496" r:id="rId117"/>
    <p:sldId id="497" r:id="rId118"/>
    <p:sldId id="498" r:id="rId119"/>
    <p:sldId id="499" r:id="rId120"/>
    <p:sldId id="500" r:id="rId121"/>
    <p:sldId id="501" r:id="rId122"/>
    <p:sldId id="502" r:id="rId123"/>
    <p:sldId id="503" r:id="rId124"/>
    <p:sldId id="279" r:id="rId125"/>
    <p:sldId id="280" r:id="rId126"/>
    <p:sldId id="511" r:id="rId127"/>
    <p:sldId id="521" r:id="rId128"/>
    <p:sldId id="522" r:id="rId129"/>
    <p:sldId id="517" r:id="rId130"/>
    <p:sldId id="518" r:id="rId131"/>
    <p:sldId id="520" r:id="rId132"/>
    <p:sldId id="524" r:id="rId133"/>
    <p:sldId id="523" r:id="rId134"/>
  </p:sldIdLst>
  <p:sldSz cx="9144000" cy="6858000" type="screen4x3"/>
  <p:notesSz cx="7086600" cy="9372600"/>
  <p:defaultTextStyle>
    <a:defPPr>
      <a:defRPr lang="en-US"/>
    </a:defPPr>
    <a:lvl1pPr algn="l" rtl="0" eaLnBrk="0" fontAlgn="base" hangingPunct="0">
      <a:spcBef>
        <a:spcPct val="0"/>
      </a:spcBef>
      <a:spcAft>
        <a:spcPct val="0"/>
      </a:spcAft>
      <a:defRPr kern="1200">
        <a:solidFill>
          <a:schemeClr val="tx1"/>
        </a:solidFill>
        <a:latin typeface="Verdana" pitchFamily="34" charset="0"/>
        <a:ea typeface="MS PGothic" pitchFamily="34" charset="-128"/>
        <a:cs typeface="+mn-cs"/>
      </a:defRPr>
    </a:lvl1pPr>
    <a:lvl2pPr marL="455613" indent="1588" algn="l" rtl="0" eaLnBrk="0" fontAlgn="base" hangingPunct="0">
      <a:spcBef>
        <a:spcPct val="0"/>
      </a:spcBef>
      <a:spcAft>
        <a:spcPct val="0"/>
      </a:spcAft>
      <a:defRPr kern="1200">
        <a:solidFill>
          <a:schemeClr val="tx1"/>
        </a:solidFill>
        <a:latin typeface="Verdana" pitchFamily="34" charset="0"/>
        <a:ea typeface="MS PGothic" pitchFamily="34" charset="-128"/>
        <a:cs typeface="+mn-cs"/>
      </a:defRPr>
    </a:lvl2pPr>
    <a:lvl3pPr marL="912813" indent="1588" algn="l" rtl="0" eaLnBrk="0" fontAlgn="base" hangingPunct="0">
      <a:spcBef>
        <a:spcPct val="0"/>
      </a:spcBef>
      <a:spcAft>
        <a:spcPct val="0"/>
      </a:spcAft>
      <a:defRPr kern="1200">
        <a:solidFill>
          <a:schemeClr val="tx1"/>
        </a:solidFill>
        <a:latin typeface="Verdana" pitchFamily="34" charset="0"/>
        <a:ea typeface="MS PGothic" pitchFamily="34" charset="-128"/>
        <a:cs typeface="+mn-cs"/>
      </a:defRPr>
    </a:lvl3pPr>
    <a:lvl4pPr marL="1370013" indent="1588" algn="l" rtl="0" eaLnBrk="0" fontAlgn="base" hangingPunct="0">
      <a:spcBef>
        <a:spcPct val="0"/>
      </a:spcBef>
      <a:spcAft>
        <a:spcPct val="0"/>
      </a:spcAft>
      <a:defRPr kern="1200">
        <a:solidFill>
          <a:schemeClr val="tx1"/>
        </a:solidFill>
        <a:latin typeface="Verdana" pitchFamily="34" charset="0"/>
        <a:ea typeface="MS PGothic" pitchFamily="34" charset="-128"/>
        <a:cs typeface="+mn-cs"/>
      </a:defRPr>
    </a:lvl4pPr>
    <a:lvl5pPr marL="1827213" indent="1588" algn="l" rtl="0" eaLnBrk="0" fontAlgn="base" hangingPunct="0">
      <a:spcBef>
        <a:spcPct val="0"/>
      </a:spcBef>
      <a:spcAft>
        <a:spcPct val="0"/>
      </a:spcAft>
      <a:defRPr kern="1200">
        <a:solidFill>
          <a:schemeClr val="tx1"/>
        </a:solidFill>
        <a:latin typeface="Verdana" pitchFamily="34" charset="0"/>
        <a:ea typeface="MS PGothic" pitchFamily="34" charset="-128"/>
        <a:cs typeface="+mn-cs"/>
      </a:defRPr>
    </a:lvl5pPr>
    <a:lvl6pPr marL="2286000" algn="l" defTabSz="914400" rtl="0" eaLnBrk="1" latinLnBrk="0" hangingPunct="1">
      <a:defRPr kern="1200">
        <a:solidFill>
          <a:schemeClr val="tx1"/>
        </a:solidFill>
        <a:latin typeface="Verdana" pitchFamily="34" charset="0"/>
        <a:ea typeface="MS PGothic" pitchFamily="34" charset="-128"/>
        <a:cs typeface="+mn-cs"/>
      </a:defRPr>
    </a:lvl6pPr>
    <a:lvl7pPr marL="2743200" algn="l" defTabSz="914400" rtl="0" eaLnBrk="1" latinLnBrk="0" hangingPunct="1">
      <a:defRPr kern="1200">
        <a:solidFill>
          <a:schemeClr val="tx1"/>
        </a:solidFill>
        <a:latin typeface="Verdana" pitchFamily="34" charset="0"/>
        <a:ea typeface="MS PGothic" pitchFamily="34" charset="-128"/>
        <a:cs typeface="+mn-cs"/>
      </a:defRPr>
    </a:lvl7pPr>
    <a:lvl8pPr marL="3200400" algn="l" defTabSz="914400" rtl="0" eaLnBrk="1" latinLnBrk="0" hangingPunct="1">
      <a:defRPr kern="1200">
        <a:solidFill>
          <a:schemeClr val="tx1"/>
        </a:solidFill>
        <a:latin typeface="Verdana" pitchFamily="34" charset="0"/>
        <a:ea typeface="MS PGothic" pitchFamily="34" charset="-128"/>
        <a:cs typeface="+mn-cs"/>
      </a:defRPr>
    </a:lvl8pPr>
    <a:lvl9pPr marL="3657600" algn="l" defTabSz="914400" rtl="0" eaLnBrk="1" latinLnBrk="0" hangingPunct="1">
      <a:defRPr kern="1200">
        <a:solidFill>
          <a:schemeClr val="tx1"/>
        </a:solidFill>
        <a:latin typeface="Verdana" pitchFamily="34" charset="0"/>
        <a:ea typeface="MS PGothic"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286" autoAdjust="0"/>
    <p:restoredTop sz="74431" autoAdjust="0"/>
  </p:normalViewPr>
  <p:slideViewPr>
    <p:cSldViewPr snapToGrid="0">
      <p:cViewPr>
        <p:scale>
          <a:sx n="50" d="100"/>
          <a:sy n="50" d="100"/>
        </p:scale>
        <p:origin x="-1914" y="-78"/>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3106738"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defTabSz="891460">
              <a:defRPr sz="1100">
                <a:latin typeface="Helvetica" charset="0"/>
                <a:ea typeface="ＭＳ Ｐゴシック" charset="-128"/>
                <a:cs typeface="ＭＳ Ｐゴシック" charset="-128"/>
              </a:defRPr>
            </a:lvl1pPr>
          </a:lstStyle>
          <a:p>
            <a:pPr>
              <a:defRPr/>
            </a:pPr>
            <a:endParaRPr lang="en-US"/>
          </a:p>
        </p:txBody>
      </p:sp>
      <p:sp>
        <p:nvSpPr>
          <p:cNvPr id="46083" name="Rectangle 3"/>
          <p:cNvSpPr>
            <a:spLocks noGrp="1" noChangeArrowheads="1"/>
          </p:cNvSpPr>
          <p:nvPr>
            <p:ph type="dt" sz="quarter" idx="1"/>
          </p:nvPr>
        </p:nvSpPr>
        <p:spPr bwMode="auto">
          <a:xfrm>
            <a:off x="3994150" y="0"/>
            <a:ext cx="3105150"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algn="r" defTabSz="891460">
              <a:defRPr sz="1100">
                <a:latin typeface="Helvetica" charset="0"/>
                <a:ea typeface="ＭＳ Ｐゴシック" charset="-128"/>
                <a:cs typeface="ＭＳ Ｐゴシック" charset="-128"/>
              </a:defRPr>
            </a:lvl1pPr>
          </a:lstStyle>
          <a:p>
            <a:pPr>
              <a:defRPr/>
            </a:pPr>
            <a:endParaRPr lang="en-US"/>
          </a:p>
        </p:txBody>
      </p:sp>
      <p:sp>
        <p:nvSpPr>
          <p:cNvPr id="46084" name="Rectangle 4"/>
          <p:cNvSpPr>
            <a:spLocks noGrp="1" noChangeArrowheads="1"/>
          </p:cNvSpPr>
          <p:nvPr>
            <p:ph type="ftr" sz="quarter" idx="2"/>
          </p:nvPr>
        </p:nvSpPr>
        <p:spPr bwMode="auto">
          <a:xfrm>
            <a:off x="0" y="8939213"/>
            <a:ext cx="3106738"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defTabSz="891460">
              <a:defRPr sz="1100">
                <a:latin typeface="Helvetica" charset="0"/>
                <a:ea typeface="ＭＳ Ｐゴシック" charset="-128"/>
                <a:cs typeface="ＭＳ Ｐゴシック" charset="-128"/>
              </a:defRPr>
            </a:lvl1pPr>
          </a:lstStyle>
          <a:p>
            <a:pPr>
              <a:defRPr/>
            </a:pPr>
            <a:endParaRPr lang="en-US"/>
          </a:p>
        </p:txBody>
      </p:sp>
      <p:sp>
        <p:nvSpPr>
          <p:cNvPr id="46085" name="Rectangle 5"/>
          <p:cNvSpPr>
            <a:spLocks noGrp="1" noChangeArrowheads="1"/>
          </p:cNvSpPr>
          <p:nvPr>
            <p:ph type="sldNum" sz="quarter" idx="3"/>
          </p:nvPr>
        </p:nvSpPr>
        <p:spPr bwMode="auto">
          <a:xfrm>
            <a:off x="3994150" y="8939213"/>
            <a:ext cx="3105150"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algn="r" defTabSz="890588">
              <a:defRPr sz="1100">
                <a:latin typeface="Helvetica" pitchFamily="34" charset="0"/>
              </a:defRPr>
            </a:lvl1pPr>
          </a:lstStyle>
          <a:p>
            <a:fld id="{13FDC8C5-3154-436F-A340-3B0150BA4D85}"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defTabSz="939909">
              <a:defRPr sz="1200">
                <a:latin typeface="Times New Roman" charset="0"/>
                <a:ea typeface="ＭＳ Ｐゴシック" charset="-128"/>
                <a:cs typeface="ＭＳ Ｐゴシック" charset="-128"/>
              </a:defRPr>
            </a:lvl1pPr>
          </a:lstStyle>
          <a:p>
            <a:pPr>
              <a:defRPr/>
            </a:pPr>
            <a:endParaRPr lang="en-US"/>
          </a:p>
        </p:txBody>
      </p:sp>
      <p:sp>
        <p:nvSpPr>
          <p:cNvPr id="6147" name="Rectangle 3"/>
          <p:cNvSpPr>
            <a:spLocks noGrp="1" noChangeArrowheads="1"/>
          </p:cNvSpPr>
          <p:nvPr>
            <p:ph type="dt" idx="1"/>
          </p:nvPr>
        </p:nvSpPr>
        <p:spPr bwMode="auto">
          <a:xfrm>
            <a:off x="4016375"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algn="r" defTabSz="939909">
              <a:defRPr sz="1200">
                <a:latin typeface="Times New Roman" charset="0"/>
                <a:ea typeface="ＭＳ Ｐゴシック" charset="-128"/>
                <a:cs typeface="ＭＳ Ｐゴシック" charset="-128"/>
              </a:defRPr>
            </a:lvl1pPr>
          </a:lstStyle>
          <a:p>
            <a:pPr>
              <a:defRPr/>
            </a:pPr>
            <a:endParaRPr lang="en-US"/>
          </a:p>
        </p:txBody>
      </p:sp>
      <p:sp>
        <p:nvSpPr>
          <p:cNvPr id="5124" name="Rectangle 4"/>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44563" y="4452938"/>
            <a:ext cx="5197475" cy="4214812"/>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defTabSz="939909">
              <a:defRPr sz="1200">
                <a:latin typeface="Times New Roman" charset="0"/>
                <a:ea typeface="ＭＳ Ｐゴシック" charset="-128"/>
                <a:cs typeface="ＭＳ Ｐゴシック" charset="-128"/>
              </a:defRPr>
            </a:lvl1pPr>
          </a:lstStyle>
          <a:p>
            <a:pPr>
              <a:defRPr/>
            </a:pPr>
            <a:endParaRPr lang="en-US"/>
          </a:p>
        </p:txBody>
      </p:sp>
      <p:sp>
        <p:nvSpPr>
          <p:cNvPr id="6151" name="Rectangle 7"/>
          <p:cNvSpPr>
            <a:spLocks noGrp="1" noChangeArrowheads="1"/>
          </p:cNvSpPr>
          <p:nvPr>
            <p:ph type="sldNum" sz="quarter" idx="5"/>
          </p:nvPr>
        </p:nvSpPr>
        <p:spPr bwMode="auto">
          <a:xfrm>
            <a:off x="4016375"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algn="r" defTabSz="939800">
              <a:defRPr sz="1200">
                <a:latin typeface="Times New Roman" pitchFamily="18" charset="0"/>
              </a:defRPr>
            </a:lvl1pPr>
          </a:lstStyle>
          <a:p>
            <a:fld id="{69BC2189-26B4-40FD-99C7-DE374D996B0F}"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56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28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00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72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5772" algn="l" defTabSz="457154" rtl="0" eaLnBrk="1" latinLnBrk="0" hangingPunct="1">
      <a:defRPr sz="1200" kern="1200">
        <a:solidFill>
          <a:schemeClr val="tx1"/>
        </a:solidFill>
        <a:latin typeface="+mn-lt"/>
        <a:ea typeface="+mn-ea"/>
        <a:cs typeface="+mn-cs"/>
      </a:defRPr>
    </a:lvl6pPr>
    <a:lvl7pPr marL="2742926" algn="l" defTabSz="457154" rtl="0" eaLnBrk="1" latinLnBrk="0" hangingPunct="1">
      <a:defRPr sz="1200" kern="1200">
        <a:solidFill>
          <a:schemeClr val="tx1"/>
        </a:solidFill>
        <a:latin typeface="+mn-lt"/>
        <a:ea typeface="+mn-ea"/>
        <a:cs typeface="+mn-cs"/>
      </a:defRPr>
    </a:lvl7pPr>
    <a:lvl8pPr marL="3200080" algn="l" defTabSz="457154" rtl="0" eaLnBrk="1" latinLnBrk="0" hangingPunct="1">
      <a:defRPr sz="1200" kern="1200">
        <a:solidFill>
          <a:schemeClr val="tx1"/>
        </a:solidFill>
        <a:latin typeface="+mn-lt"/>
        <a:ea typeface="+mn-ea"/>
        <a:cs typeface="+mn-cs"/>
      </a:defRPr>
    </a:lvl8pPr>
    <a:lvl9pPr marL="3657234" algn="l" defTabSz="45715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p:spPr>
      </p:sp>
      <p:sp>
        <p:nvSpPr>
          <p:cNvPr id="6144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ChangeArrowheads="1" noTextEdit="1"/>
          </p:cNvSpPr>
          <p:nvPr>
            <p:ph type="sldImg"/>
          </p:nvPr>
        </p:nvSpPr>
        <p:spPr>
          <a:ln/>
        </p:spPr>
      </p:sp>
      <p:sp>
        <p:nvSpPr>
          <p:cNvPr id="12291" name="Notes Placeholder 2"/>
          <p:cNvSpPr>
            <a:spLocks noGrp="1"/>
          </p:cNvSpPr>
          <p:nvPr>
            <p:ph type="body" idx="1"/>
          </p:nvPr>
        </p:nvSpPr>
        <p:spPr>
          <a:noFill/>
          <a:ln/>
        </p:spPr>
        <p:txBody>
          <a:bodyPr wrap="square" anchor="t"/>
          <a:lstStyle/>
          <a:p>
            <a:endParaRPr lang="en-US" altLang="en-US" smtClean="0">
              <a:latin typeface="Times New Roman" pitchFamily="18" charset="0"/>
            </a:endParaRPr>
          </a:p>
        </p:txBody>
      </p:sp>
      <p:sp>
        <p:nvSpPr>
          <p:cNvPr id="12292" name="Slide Number Placeholder 3"/>
          <p:cNvSpPr>
            <a:spLocks noGrp="1"/>
          </p:cNvSpPr>
          <p:nvPr>
            <p:ph type="sldNum" sz="quarter" idx="5"/>
          </p:nvPr>
        </p:nvSpPr>
        <p:spPr>
          <a:noFill/>
        </p:spPr>
        <p:txBody>
          <a:bodyPr/>
          <a:lstStyle/>
          <a:p>
            <a:fld id="{34FE4289-A7B7-4251-889C-C9C84DDDC79F}" type="slidenum">
              <a:rPr lang="en-US" altLang="en-US"/>
              <a:pPr/>
              <a:t>8</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ChangeArrowheads="1" noTextEdit="1"/>
          </p:cNvSpPr>
          <p:nvPr>
            <p:ph type="sldImg"/>
          </p:nvPr>
        </p:nvSpPr>
        <p:spPr>
          <a:ln/>
        </p:spPr>
      </p:sp>
      <p:sp>
        <p:nvSpPr>
          <p:cNvPr id="20483" name="Notes Placeholder 2"/>
          <p:cNvSpPr>
            <a:spLocks noGrp="1" noChangeArrowheads="1"/>
          </p:cNvSpPr>
          <p:nvPr>
            <p:ph type="body" idx="1"/>
          </p:nvPr>
        </p:nvSpPr>
        <p:spPr>
          <a:noFill/>
          <a:ln/>
        </p:spPr>
        <p:txBody>
          <a:bodyPr/>
          <a:lstStyle/>
          <a:p>
            <a:r>
              <a:rPr lang="en-US" altLang="en-US" dirty="0" smtClean="0">
                <a:latin typeface="Times New Roman" pitchFamily="18" charset="0"/>
              </a:rPr>
              <a:t>--batch </a:t>
            </a:r>
            <a:r>
              <a:rPr lang="en-US" altLang="en-US" dirty="0" err="1" smtClean="0">
                <a:latin typeface="Times New Roman" pitchFamily="18" charset="0"/>
              </a:rPr>
              <a:t>os</a:t>
            </a:r>
            <a:r>
              <a:rPr lang="en-US" altLang="en-US" dirty="0" smtClean="0">
                <a:latin typeface="Times New Roman" pitchFamily="18" charset="0"/>
              </a:rPr>
              <a:t>-</a:t>
            </a:r>
            <a:r>
              <a:rPr lang="en-GB" altLang="en-US" dirty="0" smtClean="0">
                <a:latin typeface="Times New Roman" pitchFamily="18" charset="0"/>
              </a:rPr>
              <a:t>Sequence of jobs in a program on a computer without manual interventions- </a:t>
            </a:r>
            <a:r>
              <a:rPr lang="en-US" altLang="en-US" dirty="0" smtClean="0">
                <a:latin typeface="Times New Roman" pitchFamily="18" charset="0"/>
              </a:rPr>
              <a:t>Lower CPU utilization</a:t>
            </a:r>
          </a:p>
          <a:p>
            <a:r>
              <a:rPr lang="en-US" altLang="en-US" dirty="0" smtClean="0">
                <a:latin typeface="Times New Roman" pitchFamily="18" charset="0"/>
              </a:rPr>
              <a:t>--Multitasking </a:t>
            </a:r>
            <a:r>
              <a:rPr lang="en-US" altLang="en-US" dirty="0" err="1" smtClean="0">
                <a:latin typeface="Times New Roman" pitchFamily="18" charset="0"/>
              </a:rPr>
              <a:t>os</a:t>
            </a:r>
            <a:r>
              <a:rPr lang="en-US" altLang="en-US" dirty="0" smtClean="0">
                <a:latin typeface="Times New Roman" pitchFamily="18" charset="0"/>
              </a:rPr>
              <a:t>-  </a:t>
            </a:r>
            <a:r>
              <a:rPr lang="en-GB" altLang="en-US" dirty="0" smtClean="0">
                <a:latin typeface="Times New Roman" pitchFamily="18" charset="0"/>
              </a:rPr>
              <a:t>Allows many users to share the computer - </a:t>
            </a:r>
            <a:r>
              <a:rPr lang="en-US" altLang="en-US" dirty="0" smtClean="0">
                <a:latin typeface="Times New Roman" pitchFamily="18" charset="0"/>
              </a:rPr>
              <a:t>Multi-programming with preemption</a:t>
            </a:r>
          </a:p>
          <a:p>
            <a:r>
              <a:rPr lang="en-US" altLang="en-US" dirty="0" smtClean="0">
                <a:latin typeface="Times New Roman" pitchFamily="18" charset="0"/>
              </a:rPr>
              <a:t>--Multiprocessing OS- Multiple processors doing the one job</a:t>
            </a:r>
            <a:r>
              <a:rPr lang="en-US" altLang="en-US" baseline="0" dirty="0" smtClean="0">
                <a:latin typeface="Times New Roman" pitchFamily="18" charset="0"/>
              </a:rPr>
              <a:t> at a time.</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dirty="0" smtClean="0">
                <a:latin typeface="Times New Roman" pitchFamily="18" charset="0"/>
              </a:rPr>
              <a:t>--Multiprogramming </a:t>
            </a:r>
            <a:r>
              <a:rPr lang="en-US" altLang="en-US" dirty="0" err="1" smtClean="0">
                <a:latin typeface="Times New Roman" pitchFamily="18" charset="0"/>
              </a:rPr>
              <a:t>os</a:t>
            </a:r>
            <a:r>
              <a:rPr lang="en-US" altLang="en-US" dirty="0" smtClean="0">
                <a:latin typeface="Times New Roman" pitchFamily="18" charset="0"/>
              </a:rPr>
              <a:t>--</a:t>
            </a:r>
            <a:r>
              <a:rPr lang="en-GB" altLang="en-US" dirty="0" smtClean="0">
                <a:latin typeface="Times New Roman" pitchFamily="18" charset="0"/>
              </a:rPr>
              <a:t>Sharing the processor, when two or more programs reside in memory at     the same </a:t>
            </a:r>
            <a:r>
              <a:rPr lang="en-GB" altLang="en-US" dirty="0" err="1" smtClean="0">
                <a:latin typeface="Times New Roman" pitchFamily="18" charset="0"/>
              </a:rPr>
              <a:t>time,one</a:t>
            </a:r>
            <a:r>
              <a:rPr lang="en-GB" altLang="en-US" dirty="0" smtClean="0">
                <a:latin typeface="Times New Roman" pitchFamily="18" charset="0"/>
              </a:rPr>
              <a:t> CPU divided</a:t>
            </a:r>
            <a:r>
              <a:rPr lang="en-GB" altLang="en-US" baseline="0" dirty="0" smtClean="0">
                <a:latin typeface="Times New Roman" pitchFamily="18" charset="0"/>
              </a:rPr>
              <a:t> it’s time between more than one job.</a:t>
            </a:r>
            <a:endParaRPr lang="en-US" altLang="en-US" dirty="0" smtClean="0">
              <a:latin typeface="Times New Roman" pitchFamily="18" charset="0"/>
            </a:endParaRPr>
          </a:p>
          <a:p>
            <a:r>
              <a:rPr lang="en-IN" altLang="en-US" dirty="0" smtClean="0">
                <a:latin typeface="Times New Roman" pitchFamily="18" charset="0"/>
              </a:rPr>
              <a:t>Time sharing the special</a:t>
            </a:r>
            <a:r>
              <a:rPr lang="en-IN" altLang="en-US" baseline="0" dirty="0" smtClean="0">
                <a:latin typeface="Times New Roman" pitchFamily="18" charset="0"/>
              </a:rPr>
              <a:t> case of multiprogramming where single CPU serve a </a:t>
            </a:r>
            <a:r>
              <a:rPr lang="en-IN" altLang="en-US" baseline="0" dirty="0" err="1" smtClean="0">
                <a:latin typeface="Times New Roman" pitchFamily="18" charset="0"/>
              </a:rPr>
              <a:t>no.of</a:t>
            </a:r>
            <a:r>
              <a:rPr lang="en-IN" altLang="en-US" baseline="0" dirty="0" smtClean="0">
                <a:latin typeface="Times New Roman" pitchFamily="18" charset="0"/>
              </a:rPr>
              <a:t> user at time at interactive terminal, with quick response time.</a:t>
            </a:r>
            <a:endParaRPr lang="en-IN" altLang="en-US" dirty="0" smtClean="0">
              <a:latin typeface="Times New Roman" pitchFamily="18" charset="0"/>
            </a:endParaRPr>
          </a:p>
          <a:p>
            <a:r>
              <a:rPr lang="en-IN" altLang="en-US" dirty="0" smtClean="0">
                <a:latin typeface="Times New Roman" pitchFamily="18" charset="0"/>
              </a:rPr>
              <a:t>--Distributed </a:t>
            </a:r>
            <a:r>
              <a:rPr lang="en-IN" altLang="en-US" dirty="0" err="1" smtClean="0">
                <a:latin typeface="Times New Roman" pitchFamily="18" charset="0"/>
              </a:rPr>
              <a:t>os</a:t>
            </a:r>
            <a:r>
              <a:rPr lang="en-IN" altLang="en-US" dirty="0" smtClean="0">
                <a:latin typeface="Times New Roman" pitchFamily="18" charset="0"/>
              </a:rPr>
              <a:t>- </a:t>
            </a:r>
            <a:r>
              <a:rPr lang="en-GB" altLang="en-US" dirty="0" smtClean="0">
                <a:latin typeface="Times New Roman" pitchFamily="18" charset="0"/>
              </a:rPr>
              <a:t>Manages a group of different computers and make appear to be a single computer.</a:t>
            </a:r>
            <a:endParaRPr lang="en-IN" altLang="en-US" dirty="0" smtClean="0">
              <a:latin typeface="Times New Roman" pitchFamily="18" charset="0"/>
            </a:endParaRPr>
          </a:p>
          <a:p>
            <a:r>
              <a:rPr lang="en-IN" altLang="en-US" dirty="0" smtClean="0">
                <a:latin typeface="Times New Roman" pitchFamily="18" charset="0"/>
              </a:rPr>
              <a:t>--</a:t>
            </a:r>
            <a:r>
              <a:rPr lang="en-GB" altLang="en-US" dirty="0" smtClean="0">
                <a:latin typeface="Times New Roman" pitchFamily="18" charset="0"/>
              </a:rPr>
              <a:t>Network operating system- computers running in different operating system can participate in common network (It is used for security purpose).</a:t>
            </a:r>
            <a:endParaRPr lang="en-IN" altLang="en-US" dirty="0" smtClean="0">
              <a:latin typeface="Times New Roman" pitchFamily="18" charset="0"/>
            </a:endParaRPr>
          </a:p>
          <a:p>
            <a:r>
              <a:rPr lang="en-IN" altLang="en-US" dirty="0" smtClean="0">
                <a:latin typeface="Times New Roman" pitchFamily="18" charset="0"/>
              </a:rPr>
              <a:t>--</a:t>
            </a:r>
            <a:r>
              <a:rPr lang="en-GB" altLang="en-US" dirty="0" smtClean="0">
                <a:latin typeface="Times New Roman" pitchFamily="18" charset="0"/>
              </a:rPr>
              <a:t>Real time operating system -- It is meant for applications having fix deadlines.</a:t>
            </a:r>
          </a:p>
          <a:p>
            <a:r>
              <a:rPr lang="en-US" altLang="en-US" dirty="0" smtClean="0">
                <a:latin typeface="Times New Roman" pitchFamily="18" charset="0"/>
              </a:rPr>
              <a:t>RTOS guarantees a certain capability within a specified </a:t>
            </a:r>
            <a:r>
              <a:rPr lang="en-US" altLang="en-US" b="1" dirty="0" smtClean="0">
                <a:latin typeface="Times New Roman" pitchFamily="18" charset="0"/>
              </a:rPr>
              <a:t>time</a:t>
            </a:r>
            <a:r>
              <a:rPr lang="en-US" altLang="en-US" dirty="0" smtClean="0">
                <a:latin typeface="Times New Roman" pitchFamily="18" charset="0"/>
              </a:rPr>
              <a:t> constraint. ex,. OS for robot on assembly line</a:t>
            </a:r>
          </a:p>
          <a:p>
            <a:r>
              <a:rPr lang="en-US" altLang="en-US" dirty="0" smtClean="0">
                <a:latin typeface="Times New Roman" pitchFamily="18" charset="0"/>
              </a:rPr>
              <a:t>RTOS </a:t>
            </a:r>
            <a:r>
              <a:rPr lang="en-US" altLang="en-US" dirty="0" err="1" smtClean="0">
                <a:latin typeface="Times New Roman" pitchFamily="18" charset="0"/>
              </a:rPr>
              <a:t>qick</a:t>
            </a:r>
            <a:r>
              <a:rPr lang="en-US" altLang="en-US" dirty="0" smtClean="0">
                <a:latin typeface="Times New Roman" pitchFamily="18" charset="0"/>
              </a:rPr>
              <a:t> response time, more resource</a:t>
            </a:r>
            <a:r>
              <a:rPr lang="en-US" altLang="en-US" baseline="0" dirty="0" smtClean="0">
                <a:latin typeface="Times New Roman" pitchFamily="18" charset="0"/>
              </a:rPr>
              <a:t> utilization, sophisticated interrupt </a:t>
            </a:r>
            <a:r>
              <a:rPr lang="en-US" altLang="en-US" baseline="0" dirty="0" err="1" smtClean="0">
                <a:latin typeface="Times New Roman" pitchFamily="18" charset="0"/>
              </a:rPr>
              <a:t>magmt.Speed</a:t>
            </a:r>
            <a:r>
              <a:rPr lang="en-US" altLang="en-US" baseline="0" dirty="0" smtClean="0">
                <a:latin typeface="Times New Roman" pitchFamily="18" charset="0"/>
              </a:rPr>
              <a:t> of access is </a:t>
            </a:r>
            <a:r>
              <a:rPr lang="en-US" altLang="en-US" baseline="0" smtClean="0">
                <a:latin typeface="Times New Roman" pitchFamily="18" charset="0"/>
              </a:rPr>
              <a:t>main concern.</a:t>
            </a:r>
            <a:endParaRPr lang="en-US" altLang="en-US" dirty="0" smtClean="0">
              <a:latin typeface="Times New Roman" pitchFamily="18" charset="0"/>
            </a:endParaRPr>
          </a:p>
          <a:p>
            <a:endParaRPr lang="en-IN" altLang="en-US" dirty="0" smtClean="0">
              <a:latin typeface="Times New Roman" pitchFamily="18" charset="0"/>
            </a:endParaRPr>
          </a:p>
          <a:p>
            <a:endParaRPr lang="en-IN" altLang="en-US" dirty="0" smtClean="0">
              <a:latin typeface="Times New Roman" pitchFamily="18" charset="0"/>
            </a:endParaRPr>
          </a:p>
        </p:txBody>
      </p:sp>
      <p:sp>
        <p:nvSpPr>
          <p:cNvPr id="20484" name="Slide Number Placeholder 3"/>
          <p:cNvSpPr>
            <a:spLocks noGrp="1" noChangeArrowheads="1"/>
          </p:cNvSpPr>
          <p:nvPr>
            <p:ph type="sldNum" sz="quarter" idx="5"/>
          </p:nvPr>
        </p:nvSpPr>
        <p:spPr>
          <a:noFill/>
        </p:spPr>
        <p:txBody>
          <a:bodyPr/>
          <a:lstStyle/>
          <a:p>
            <a:fld id="{9692C7AD-EB7E-4872-B787-E5CD37A59934}" type="slidenum">
              <a:rPr lang="en-US" altLang="en-US"/>
              <a:pPr/>
              <a:t>17</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ChangeArrowheads="1" noTextEdit="1"/>
          </p:cNvSpPr>
          <p:nvPr>
            <p:ph type="sldImg"/>
          </p:nvPr>
        </p:nvSpPr>
        <p:spPr>
          <a:ln/>
        </p:spPr>
      </p:sp>
      <p:sp>
        <p:nvSpPr>
          <p:cNvPr id="14339" name="Notes Placeholder 2"/>
          <p:cNvSpPr>
            <a:spLocks noGrp="1"/>
          </p:cNvSpPr>
          <p:nvPr>
            <p:ph type="body" idx="1"/>
          </p:nvPr>
        </p:nvSpPr>
        <p:spPr>
          <a:noFill/>
          <a:ln/>
        </p:spPr>
        <p:txBody>
          <a:bodyPr wrap="square" anchor="t"/>
          <a:lstStyle/>
          <a:p>
            <a:endParaRPr lang="en-US" altLang="en-US" smtClean="0">
              <a:latin typeface="Times New Roman" pitchFamily="18" charset="0"/>
            </a:endParaRPr>
          </a:p>
        </p:txBody>
      </p:sp>
      <p:sp>
        <p:nvSpPr>
          <p:cNvPr id="14340" name="Slide Number Placeholder 3"/>
          <p:cNvSpPr>
            <a:spLocks noGrp="1"/>
          </p:cNvSpPr>
          <p:nvPr>
            <p:ph type="sldNum" sz="quarter" idx="5"/>
          </p:nvPr>
        </p:nvSpPr>
        <p:spPr>
          <a:noFill/>
        </p:spPr>
        <p:txBody>
          <a:bodyPr/>
          <a:lstStyle/>
          <a:p>
            <a:fld id="{DF296BCD-5706-4DF3-9139-7383654A2229}" type="slidenum">
              <a:rPr lang="en-US" altLang="en-US"/>
              <a:pPr/>
              <a:t>18</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ChangeArrowheads="1" noTextEdit="1"/>
          </p:cNvSpPr>
          <p:nvPr>
            <p:ph type="sldImg"/>
          </p:nvPr>
        </p:nvSpPr>
        <p:spPr>
          <a:ln/>
        </p:spPr>
      </p:sp>
      <p:sp>
        <p:nvSpPr>
          <p:cNvPr id="16387" name="Notes Placeholder 2"/>
          <p:cNvSpPr>
            <a:spLocks noGrp="1" noChangeArrowheads="1"/>
          </p:cNvSpPr>
          <p:nvPr>
            <p:ph type="body" idx="1"/>
          </p:nvPr>
        </p:nvSpPr>
        <p:spPr>
          <a:noFill/>
          <a:ln/>
        </p:spPr>
        <p:txBody>
          <a:bodyPr/>
          <a:lstStyle/>
          <a:p>
            <a:r>
              <a:rPr lang="en-US" altLang="en-US" dirty="0" smtClean="0">
                <a:latin typeface="Times New Roman" pitchFamily="18" charset="0"/>
              </a:rPr>
              <a:t>--A computer system can be divided roughly into four components: the hardware, the operating system, the application programs, and the users.</a:t>
            </a:r>
          </a:p>
          <a:p>
            <a:r>
              <a:rPr lang="en-US" altLang="en-US" dirty="0" smtClean="0">
                <a:latin typeface="Times New Roman" pitchFamily="18" charset="0"/>
              </a:rPr>
              <a:t>--The operating system controls the hardware and coordinates its use among the various application programs for the various users.</a:t>
            </a:r>
          </a:p>
          <a:p>
            <a:r>
              <a:rPr lang="en-US" altLang="en-US" dirty="0" smtClean="0">
                <a:latin typeface="Times New Roman" pitchFamily="18" charset="0"/>
              </a:rPr>
              <a:t>---</a:t>
            </a:r>
            <a:r>
              <a:rPr lang="en-US" altLang="en-US" dirty="0" smtClean="0">
                <a:solidFill>
                  <a:srgbClr val="000000"/>
                </a:solidFill>
                <a:latin typeface="Roboto" pitchFamily="2" charset="0"/>
              </a:rPr>
              <a:t> If you don't have an operating system, you're stuck doing one -- and only one -- process at a time.</a:t>
            </a:r>
            <a:endParaRPr lang="en-US" altLang="en-US" dirty="0" smtClean="0">
              <a:latin typeface="Times New Roman" pitchFamily="18" charset="0"/>
            </a:endParaRPr>
          </a:p>
          <a:p>
            <a:r>
              <a:rPr lang="en-US" altLang="en-US" dirty="0" smtClean="0">
                <a:latin typeface="Times New Roman" pitchFamily="18" charset="0"/>
              </a:rPr>
              <a:t>---Like a government, it performs no useful function by itself. It simply provides an environment within which other programs can do useful work.</a:t>
            </a:r>
          </a:p>
          <a:p>
            <a:r>
              <a:rPr lang="en-US" altLang="en-US" dirty="0" smtClean="0">
                <a:latin typeface="Times New Roman" pitchFamily="18" charset="0"/>
              </a:rPr>
              <a:t>--TO understand operating systems we must see both viewpoints: that of the user and that of the system</a:t>
            </a:r>
          </a:p>
          <a:p>
            <a:r>
              <a:rPr lang="en-US" altLang="en-US" dirty="0" smtClean="0">
                <a:latin typeface="Times New Roman" pitchFamily="18" charset="0"/>
              </a:rPr>
              <a:t>--for single user-Convenience- ease of use</a:t>
            </a:r>
          </a:p>
          <a:p>
            <a:r>
              <a:rPr lang="en-US" altLang="en-US" dirty="0" smtClean="0">
                <a:latin typeface="Times New Roman" pitchFamily="18" charset="0"/>
              </a:rPr>
              <a:t>--for multiple user-main frame -Efficiency  - resource utilization</a:t>
            </a:r>
          </a:p>
          <a:p>
            <a:r>
              <a:rPr lang="en-US" altLang="en-US" dirty="0" smtClean="0">
                <a:latin typeface="Times New Roman" pitchFamily="18" charset="0"/>
              </a:rPr>
              <a:t>--resource allocator-In this context, we can view an operating system as a resource allocator. </a:t>
            </a:r>
          </a:p>
          <a:p>
            <a:r>
              <a:rPr lang="en-US" altLang="en-US" dirty="0" smtClean="0">
                <a:latin typeface="Times New Roman" pitchFamily="18" charset="0"/>
              </a:rPr>
              <a:t>--control program- A slightly different view of an operating system emphasizes the need to control the various I/O devices and user programs.</a:t>
            </a:r>
          </a:p>
          <a:p>
            <a:r>
              <a:rPr lang="en-US" altLang="en-US" dirty="0" smtClean="0">
                <a:latin typeface="Times New Roman" pitchFamily="18" charset="0"/>
              </a:rPr>
              <a:t>A control program manages the execution of user programs to prevent errors and improper use of the computer.</a:t>
            </a:r>
          </a:p>
          <a:p>
            <a:endParaRPr lang="en-US" altLang="en-US" dirty="0" smtClean="0">
              <a:latin typeface="Times New Roman" pitchFamily="18" charset="0"/>
            </a:endParaRPr>
          </a:p>
          <a:p>
            <a:endParaRPr lang="en-IN" altLang="en-US" dirty="0" smtClean="0">
              <a:latin typeface="Times New Roman" pitchFamily="18" charset="0"/>
            </a:endParaRPr>
          </a:p>
        </p:txBody>
      </p:sp>
      <p:sp>
        <p:nvSpPr>
          <p:cNvPr id="16388" name="Slide Number Placeholder 3"/>
          <p:cNvSpPr>
            <a:spLocks noGrp="1" noChangeArrowheads="1"/>
          </p:cNvSpPr>
          <p:nvPr>
            <p:ph type="sldNum" sz="quarter" idx="5"/>
          </p:nvPr>
        </p:nvSpPr>
        <p:spPr>
          <a:noFill/>
        </p:spPr>
        <p:txBody>
          <a:bodyPr/>
          <a:lstStyle/>
          <a:p>
            <a:fld id="{3C4595B3-03DD-432A-9106-6BC293CFE1C6}" type="slidenum">
              <a:rPr lang="en-US" altLang="en-US"/>
              <a:pPr/>
              <a:t>19</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ChangeArrowheads="1" noTextEdit="1"/>
          </p:cNvSpPr>
          <p:nvPr>
            <p:ph type="sldImg"/>
          </p:nvPr>
        </p:nvSpPr>
        <p:spPr>
          <a:ln/>
        </p:spPr>
      </p:sp>
      <p:sp>
        <p:nvSpPr>
          <p:cNvPr id="22531" name="Notes Placeholder 2"/>
          <p:cNvSpPr>
            <a:spLocks noGrp="1" noChangeArrowheads="1"/>
          </p:cNvSpPr>
          <p:nvPr>
            <p:ph type="body" idx="1"/>
          </p:nvPr>
        </p:nvSpPr>
        <p:spPr>
          <a:noFill/>
          <a:ln/>
        </p:spPr>
        <p:txBody>
          <a:bodyPr/>
          <a:lstStyle/>
          <a:p>
            <a:r>
              <a:rPr lang="en-IN" altLang="en-US" smtClean="0">
                <a:latin typeface="Times New Roman" pitchFamily="18" charset="0"/>
              </a:rPr>
              <a:t>--Monolithic kernel manages system resources between application and hardware, but user services and kernel services are implemented under same address space.</a:t>
            </a:r>
          </a:p>
          <a:p>
            <a:r>
              <a:rPr lang="en-IN" altLang="en-US" smtClean="0">
                <a:latin typeface="Times New Roman" pitchFamily="18" charset="0"/>
              </a:rPr>
              <a:t>-- layered- </a:t>
            </a:r>
            <a:r>
              <a:rPr lang="en-US" altLang="en-US" smtClean="0">
                <a:latin typeface="Times New Roman" pitchFamily="18" charset="0"/>
              </a:rPr>
              <a:t>Less efficient: Each layer adds overhead to system call which in result takes longer time than non-layered system</a:t>
            </a:r>
          </a:p>
          <a:p>
            <a:endParaRPr lang="en-IN" altLang="en-US" smtClean="0">
              <a:latin typeface="Times New Roman" pitchFamily="18" charset="0"/>
            </a:endParaRPr>
          </a:p>
          <a:p>
            <a:r>
              <a:rPr lang="en-IN" altLang="en-US" smtClean="0">
                <a:latin typeface="Times New Roman" pitchFamily="18" charset="0"/>
              </a:rPr>
              <a:t>---Microlevel Architecture- provides minimal process and memory management. Provides communication between client program and services running in user space. </a:t>
            </a:r>
          </a:p>
          <a:p>
            <a:r>
              <a:rPr lang="en-IN" altLang="en-US" smtClean="0">
                <a:latin typeface="Times New Roman" pitchFamily="18" charset="0"/>
              </a:rPr>
              <a:t>--Hybrid-  This means that the kernel structure should be similar to a microkernel but the structure should be implemented like a monolithic kernel. Ex. </a:t>
            </a:r>
            <a:r>
              <a:rPr lang="en-IN" altLang="en-US" b="1" smtClean="0">
                <a:latin typeface="Times New Roman" pitchFamily="18" charset="0"/>
              </a:rPr>
              <a:t>Apple Mac OS</a:t>
            </a:r>
          </a:p>
          <a:p>
            <a:r>
              <a:rPr lang="en-IN" altLang="en-US" b="1" smtClean="0">
                <a:latin typeface="Times New Roman" pitchFamily="18" charset="0"/>
              </a:rPr>
              <a:t>ios</a:t>
            </a:r>
          </a:p>
          <a:p>
            <a:r>
              <a:rPr lang="en-IN" altLang="en-US" b="1" smtClean="0">
                <a:latin typeface="Times New Roman" pitchFamily="18" charset="0"/>
              </a:rPr>
              <a:t>Android </a:t>
            </a:r>
          </a:p>
          <a:p>
            <a:endParaRPr lang="en-IN" altLang="en-US" smtClean="0">
              <a:latin typeface="Times New Roman" pitchFamily="18" charset="0"/>
            </a:endParaRPr>
          </a:p>
          <a:p>
            <a:endParaRPr lang="en-IN" altLang="en-US" smtClean="0">
              <a:latin typeface="Times New Roman" pitchFamily="18" charset="0"/>
            </a:endParaRPr>
          </a:p>
        </p:txBody>
      </p:sp>
      <p:sp>
        <p:nvSpPr>
          <p:cNvPr id="22532" name="Slide Number Placeholder 3"/>
          <p:cNvSpPr>
            <a:spLocks noGrp="1" noChangeArrowheads="1"/>
          </p:cNvSpPr>
          <p:nvPr>
            <p:ph type="sldNum" sz="quarter" idx="5"/>
          </p:nvPr>
        </p:nvSpPr>
        <p:spPr>
          <a:noFill/>
        </p:spPr>
        <p:txBody>
          <a:bodyPr/>
          <a:lstStyle/>
          <a:p>
            <a:fld id="{843D9971-8748-435E-939A-D67ABF0F3588}" type="slidenum">
              <a:rPr lang="en-US" altLang="en-US"/>
              <a:pPr/>
              <a:t>21</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p:spPr>
        <p:txBody>
          <a:bodyPr/>
          <a:lstStyle/>
          <a:p>
            <a:endParaRPr lang="en-US" altLang="en-US" smtClean="0">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ln/>
        </p:spPr>
        <p:txBody>
          <a:bodyPr/>
          <a:lstStyle/>
          <a:p>
            <a:pPr marL="393153" lvl="1" eaLnBrk="1" fontAlgn="auto" hangingPunct="1">
              <a:spcAft>
                <a:spcPts val="0"/>
              </a:spcAft>
              <a:buFont typeface="Wingdings 2"/>
              <a:buNone/>
              <a:defRPr/>
            </a:pPr>
            <a:r>
              <a:rPr lang="en-US" sz="2000" dirty="0">
                <a:ea typeface="ＭＳ Ｐゴシック" panose="020B0600070205080204" pitchFamily="34" charset="-128"/>
              </a:rPr>
              <a:t>Program becomes process when executable file loaded into memory</a:t>
            </a:r>
          </a:p>
          <a:p>
            <a:pPr marL="274292" indent="-274292" eaLnBrk="1" fontAlgn="auto" hangingPunct="1">
              <a:spcAft>
                <a:spcPts val="0"/>
              </a:spcAft>
              <a:buClr>
                <a:schemeClr val="accent3"/>
              </a:buClr>
              <a:buFont typeface="Wingdings 2"/>
              <a:buChar char=""/>
              <a:defRPr/>
            </a:pPr>
            <a:r>
              <a:rPr lang="en-US" sz="2000" dirty="0">
                <a:ea typeface="ＭＳ Ｐゴシック" panose="020B0600070205080204" pitchFamily="34" charset="-128"/>
              </a:rPr>
              <a:t>Execution of program started via GUI mouse clicks, command line entry of its name, </a:t>
            </a:r>
            <a:r>
              <a:rPr lang="en-US" sz="2000" dirty="0" err="1">
                <a:ea typeface="ＭＳ Ｐゴシック" panose="020B0600070205080204" pitchFamily="34" charset="-128"/>
              </a:rPr>
              <a:t>etc</a:t>
            </a:r>
            <a:endParaRPr lang="en-US" sz="2000" dirty="0">
              <a:ea typeface="ＭＳ Ｐゴシック" panose="020B0600070205080204" pitchFamily="34" charset="-128"/>
            </a:endParaRPr>
          </a:p>
          <a:p>
            <a:pPr marL="274292" indent="-274292" eaLnBrk="1" fontAlgn="auto" hangingPunct="1">
              <a:spcAft>
                <a:spcPts val="0"/>
              </a:spcAft>
              <a:buClr>
                <a:schemeClr val="accent3"/>
              </a:buClr>
              <a:buFont typeface="Wingdings 2"/>
              <a:buChar char=""/>
              <a:defRPr/>
            </a:pPr>
            <a:r>
              <a:rPr lang="en-US" sz="2000" dirty="0">
                <a:ea typeface="ＭＳ Ｐゴシック" panose="020B0600070205080204" pitchFamily="34" charset="-128"/>
              </a:rPr>
              <a:t>One program can be several processes-- Consider multiple users executing the same program</a:t>
            </a:r>
          </a:p>
          <a:p>
            <a:pPr marL="640016" lvl="1" indent="-246863" eaLnBrk="1" fontAlgn="auto" hangingPunct="1">
              <a:spcAft>
                <a:spcPts val="0"/>
              </a:spcAft>
              <a:buFont typeface="Wingdings 2"/>
              <a:buChar char=""/>
              <a:defRPr/>
            </a:pPr>
            <a:r>
              <a:rPr lang="en-US" sz="2000" dirty="0">
                <a:ea typeface="ＭＳ Ｐゴシック" panose="020B0600070205080204" pitchFamily="34" charset="-128"/>
              </a:rPr>
              <a:t>The program code, also called </a:t>
            </a:r>
            <a:r>
              <a:rPr lang="en-US" sz="2000" b="1" dirty="0">
                <a:ea typeface="ＭＳ Ｐゴシック" panose="020B0600070205080204" pitchFamily="34" charset="-128"/>
              </a:rPr>
              <a:t>text section</a:t>
            </a:r>
          </a:p>
          <a:p>
            <a:pPr marL="640016" lvl="1" indent="-246863" eaLnBrk="1" fontAlgn="auto" hangingPunct="1">
              <a:spcAft>
                <a:spcPts val="0"/>
              </a:spcAft>
              <a:buFont typeface="Wingdings 2"/>
              <a:buChar char=""/>
              <a:defRPr/>
            </a:pPr>
            <a:r>
              <a:rPr lang="en-US" sz="2000" dirty="0">
                <a:ea typeface="ＭＳ Ｐゴシック" panose="020B0600070205080204" pitchFamily="34" charset="-128"/>
              </a:rPr>
              <a:t>Current activity including </a:t>
            </a:r>
            <a:r>
              <a:rPr lang="en-US" sz="2000" b="1" dirty="0">
                <a:ea typeface="ＭＳ Ｐゴシック" panose="020B0600070205080204" pitchFamily="34" charset="-128"/>
              </a:rPr>
              <a:t>program counter</a:t>
            </a:r>
            <a:r>
              <a:rPr lang="en-US" sz="2000" dirty="0">
                <a:ea typeface="ＭＳ Ｐゴシック" panose="020B0600070205080204" pitchFamily="34" charset="-128"/>
              </a:rPr>
              <a:t>, processor registers</a:t>
            </a:r>
          </a:p>
          <a:p>
            <a:pPr marL="640016" lvl="1" indent="-246863" eaLnBrk="1" fontAlgn="auto" hangingPunct="1">
              <a:spcAft>
                <a:spcPts val="0"/>
              </a:spcAft>
              <a:buFont typeface="Wingdings 2"/>
              <a:buChar char=""/>
              <a:defRPr/>
            </a:pPr>
            <a:r>
              <a:rPr lang="en-US" sz="2000" b="1" dirty="0">
                <a:ea typeface="ＭＳ Ｐゴシック" panose="020B0600070205080204" pitchFamily="34" charset="-128"/>
              </a:rPr>
              <a:t>Stack </a:t>
            </a:r>
            <a:r>
              <a:rPr lang="en-US" sz="2000" dirty="0">
                <a:ea typeface="ＭＳ Ｐゴシック" panose="020B0600070205080204" pitchFamily="34" charset="-128"/>
              </a:rPr>
              <a:t>containing temporary data</a:t>
            </a:r>
          </a:p>
          <a:p>
            <a:pPr marL="914309" lvl="2" indent="-246863" eaLnBrk="1" fontAlgn="auto" hangingPunct="1">
              <a:spcAft>
                <a:spcPts val="0"/>
              </a:spcAft>
              <a:buFont typeface="Wingdings 2"/>
              <a:buChar char=""/>
              <a:defRPr/>
            </a:pPr>
            <a:r>
              <a:rPr lang="en-US" sz="2000" dirty="0">
                <a:ea typeface="ＭＳ Ｐゴシック" panose="020B0600070205080204" pitchFamily="34" charset="-128"/>
              </a:rPr>
              <a:t>Function parameters, return addresses, local variables</a:t>
            </a:r>
          </a:p>
          <a:p>
            <a:pPr marL="640016" lvl="1" indent="-246863" eaLnBrk="1" fontAlgn="auto" hangingPunct="1">
              <a:spcAft>
                <a:spcPts val="0"/>
              </a:spcAft>
              <a:buFont typeface="Wingdings 2"/>
              <a:buChar char=""/>
              <a:defRPr/>
            </a:pPr>
            <a:r>
              <a:rPr lang="en-US" sz="2000" b="1" dirty="0">
                <a:ea typeface="ＭＳ Ｐゴシック" panose="020B0600070205080204" pitchFamily="34" charset="-128"/>
              </a:rPr>
              <a:t>Data section </a:t>
            </a:r>
            <a:r>
              <a:rPr lang="en-US" sz="2000" dirty="0">
                <a:ea typeface="ＭＳ Ｐゴシック" panose="020B0600070205080204" pitchFamily="34" charset="-128"/>
              </a:rPr>
              <a:t>containing global variables</a:t>
            </a:r>
          </a:p>
          <a:p>
            <a:pPr marL="640016" lvl="1" indent="-246863" eaLnBrk="1" fontAlgn="auto" hangingPunct="1">
              <a:spcAft>
                <a:spcPts val="0"/>
              </a:spcAft>
              <a:buFont typeface="Wingdings 2"/>
              <a:buChar char=""/>
              <a:defRPr/>
            </a:pPr>
            <a:r>
              <a:rPr lang="en-US" sz="2000" b="1" dirty="0">
                <a:ea typeface="ＭＳ Ｐゴシック" panose="020B0600070205080204" pitchFamily="34" charset="-128"/>
              </a:rPr>
              <a:t>Heap </a:t>
            </a:r>
            <a:r>
              <a:rPr lang="en-US" sz="2000" dirty="0">
                <a:ea typeface="ＭＳ Ｐゴシック" panose="020B0600070205080204" pitchFamily="34" charset="-128"/>
              </a:rPr>
              <a:t>containing memory dynamically allocated during run time</a:t>
            </a:r>
          </a:p>
          <a:p>
            <a:pPr>
              <a:defRPr/>
            </a:pPr>
            <a:endParaRPr lang="en-US" altLang="en-US" dirty="0">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a:ln/>
        </p:spPr>
        <p:txBody>
          <a:bodyPr/>
          <a:lstStyle/>
          <a:p>
            <a:endParaRPr lang="en-US" altLang="en-US" smtClean="0">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p:spPr>
        <p:txBody>
          <a:bodyPr/>
          <a:lstStyle/>
          <a:p>
            <a:endParaRPr lang="en-US" altLang="en-US" smtClean="0">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a:ln/>
        </p:spPr>
        <p:txBody>
          <a:bodyPr/>
          <a:lstStyle/>
          <a:p>
            <a:endParaRPr lang="en-US" altLang="en-US" smtClean="0">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p:spPr>
        <p:txBody>
          <a:bodyPr/>
          <a:lstStyle/>
          <a:p>
            <a:endParaRPr lang="en-US" altLang="en-US" smtClean="0">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a:ln/>
        </p:spPr>
        <p:txBody>
          <a:bodyPr/>
          <a:lstStyle/>
          <a:p>
            <a:endParaRPr lang="en-US" altLang="en-US" smtClean="0">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a:ln/>
        </p:spPr>
      </p:sp>
      <p:sp>
        <p:nvSpPr>
          <p:cNvPr id="38915" name="Notes Placeholder 2"/>
          <p:cNvSpPr>
            <a:spLocks noGrp="1" noChangeArrowheads="1"/>
          </p:cNvSpPr>
          <p:nvPr>
            <p:ph type="body" idx="1"/>
          </p:nvPr>
        </p:nvSpPr>
        <p:spPr>
          <a:noFill/>
          <a:ln/>
        </p:spPr>
        <p:txBody>
          <a:bodyPr/>
          <a:lstStyle/>
          <a:p>
            <a:r>
              <a:rPr lang="en-US" smtClean="0">
                <a:solidFill>
                  <a:srgbClr val="111111"/>
                </a:solidFill>
                <a:latin typeface="Roboto" pitchFamily="2" charset="0"/>
              </a:rPr>
              <a:t>SUSPENDED &amp; BLOCKED-  If all the processes in the main memory are blocked and the processor is idle, some blocked processes can be moved to secondary storage and their state changed to BLOCK&amp;SUSPEND.  </a:t>
            </a:r>
          </a:p>
          <a:p>
            <a:endParaRPr lang="en-US" smtClean="0">
              <a:solidFill>
                <a:srgbClr val="111111"/>
              </a:solidFill>
              <a:latin typeface="Roboto" pitchFamily="2" charset="0"/>
            </a:endParaRPr>
          </a:p>
          <a:p>
            <a:r>
              <a:rPr lang="en-US" smtClean="0">
                <a:solidFill>
                  <a:srgbClr val="111111"/>
                </a:solidFill>
                <a:latin typeface="Roboto" pitchFamily="2" charset="0"/>
              </a:rPr>
              <a:t> SUSPENDED &amp; READY and  If the event that the process in the secondary storage was waiting for occurs, the process changes its state to this state and remains in secondary storage</a:t>
            </a:r>
            <a:endParaRPr lang="en-IN" smtClean="0">
              <a:latin typeface="Times New Roman" pitchFamily="18" charset="0"/>
            </a:endParaRPr>
          </a:p>
        </p:txBody>
      </p:sp>
      <p:sp>
        <p:nvSpPr>
          <p:cNvPr id="38916" name="Slide Number Placeholder 3"/>
          <p:cNvSpPr>
            <a:spLocks noGrp="1" noChangeArrowheads="1"/>
          </p:cNvSpPr>
          <p:nvPr>
            <p:ph type="sldNum" sz="quarter" idx="5"/>
          </p:nvPr>
        </p:nvSpPr>
        <p:spPr>
          <a:noFill/>
        </p:spPr>
        <p:txBody>
          <a:bodyPr/>
          <a:lstStyle/>
          <a:p>
            <a:fld id="{E98616C5-952C-4999-BD7F-7FF2C9823BE5}" type="slidenum">
              <a:rPr lang="en-US" altLang="en-US"/>
              <a:pPr/>
              <a:t>32</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a:noFill/>
          <a:ln/>
        </p:spPr>
        <p:txBody>
          <a:bodyPr/>
          <a:lstStyle/>
          <a:p>
            <a:endParaRPr lang="en-US" altLang="en-US" smtClean="0">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Times New Roman" charset="0"/>
                <a:ea typeface="MS PGothic" pitchFamily="34" charset="-128"/>
                <a:cs typeface="ＭＳ Ｐゴシック" charset="-128"/>
              </a:rPr>
              <a:t>Ready</a:t>
            </a:r>
            <a:r>
              <a:rPr lang="en-US" sz="1200" b="0" i="0" kern="1200" dirty="0" smtClean="0">
                <a:solidFill>
                  <a:schemeClr val="tx1"/>
                </a:solidFill>
                <a:latin typeface="Times New Roman" charset="0"/>
                <a:ea typeface="MS PGothic" pitchFamily="34" charset="-128"/>
                <a:cs typeface="ＭＳ Ｐゴシック" charset="-128"/>
              </a:rPr>
              <a:t>:  In this state thread is ready to execute but not running. </a:t>
            </a:r>
          </a:p>
          <a:p>
            <a:r>
              <a:rPr lang="en-US" sz="1200" b="0" i="0" kern="1200" dirty="0" smtClean="0">
                <a:solidFill>
                  <a:schemeClr val="tx1"/>
                </a:solidFill>
                <a:latin typeface="Times New Roman" charset="0"/>
                <a:ea typeface="MS PGothic" pitchFamily="34" charset="-128"/>
                <a:cs typeface="ＭＳ Ｐゴシック" charset="-128"/>
              </a:rPr>
              <a:t>When the start() method calls thread enters from born to ready state.</a:t>
            </a:r>
          </a:p>
          <a:p>
            <a:r>
              <a:rPr lang="en-US" sz="1200" b="1" i="0" kern="1200" dirty="0" smtClean="0">
                <a:solidFill>
                  <a:schemeClr val="tx1"/>
                </a:solidFill>
                <a:latin typeface="Times New Roman" charset="0"/>
                <a:ea typeface="MS PGothic" pitchFamily="34" charset="-128"/>
                <a:cs typeface="ＭＳ Ｐゴシック" charset="-128"/>
              </a:rPr>
              <a:t>Running</a:t>
            </a:r>
            <a:r>
              <a:rPr lang="en-US" sz="1200" b="0" i="0" kern="1200" dirty="0" smtClean="0">
                <a:solidFill>
                  <a:schemeClr val="tx1"/>
                </a:solidFill>
                <a:latin typeface="Times New Roman" charset="0"/>
                <a:ea typeface="MS PGothic" pitchFamily="34" charset="-128"/>
                <a:cs typeface="ＭＳ Ｐゴシック" charset="-128"/>
              </a:rPr>
              <a:t>:  When a run() method executes highest priority ready thread assigned a processor and enter in a running state for execution.</a:t>
            </a:r>
          </a:p>
          <a:p>
            <a:r>
              <a:rPr lang="en-US" sz="1200" b="0" i="0" kern="1200" dirty="0" smtClean="0">
                <a:solidFill>
                  <a:schemeClr val="tx1"/>
                </a:solidFill>
                <a:latin typeface="Times New Roman" charset="0"/>
                <a:ea typeface="MS PGothic" pitchFamily="34" charset="-128"/>
                <a:cs typeface="ＭＳ Ｐゴシック" charset="-128"/>
              </a:rPr>
              <a:t>Thread can visit more than ones in a running state.</a:t>
            </a:r>
          </a:p>
          <a:p>
            <a:r>
              <a:rPr lang="en-US" sz="1200" b="1" i="0" kern="1200" dirty="0" smtClean="0">
                <a:solidFill>
                  <a:schemeClr val="tx1"/>
                </a:solidFill>
                <a:latin typeface="Times New Roman" charset="0"/>
                <a:ea typeface="MS PGothic" pitchFamily="34" charset="-128"/>
                <a:cs typeface="ＭＳ Ｐゴシック" charset="-128"/>
              </a:rPr>
              <a:t>Blocked</a:t>
            </a:r>
            <a:r>
              <a:rPr lang="en-US" sz="1200" b="0" i="0" kern="1200" dirty="0" smtClean="0">
                <a:solidFill>
                  <a:schemeClr val="tx1"/>
                </a:solidFill>
                <a:latin typeface="Times New Roman" charset="0"/>
                <a:ea typeface="MS PGothic" pitchFamily="34" charset="-128"/>
                <a:cs typeface="ＭＳ Ｐゴシック" charset="-128"/>
              </a:rPr>
              <a:t>: When a running thread has a input-output issue it enters in a blocked state from running state and when input-output issue solves it again comes in a running thread.</a:t>
            </a:r>
          </a:p>
          <a:p>
            <a:r>
              <a:rPr lang="en-US" sz="1200" b="1" i="0" kern="1200" dirty="0" smtClean="0">
                <a:solidFill>
                  <a:schemeClr val="tx1"/>
                </a:solidFill>
                <a:latin typeface="Times New Roman" charset="0"/>
                <a:ea typeface="MS PGothic" pitchFamily="34" charset="-128"/>
                <a:cs typeface="ＭＳ Ｐゴシック" charset="-128"/>
              </a:rPr>
              <a:t>Sleep </a:t>
            </a:r>
            <a:r>
              <a:rPr lang="en-US" sz="1200" b="0" i="0" kern="1200" dirty="0" smtClean="0">
                <a:solidFill>
                  <a:schemeClr val="tx1"/>
                </a:solidFill>
                <a:latin typeface="Times New Roman" charset="0"/>
                <a:ea typeface="MS PGothic" pitchFamily="34" charset="-128"/>
                <a:cs typeface="ＭＳ Ｐゴシック" charset="-128"/>
              </a:rPr>
              <a:t>: A running thread enter in a sleep state for a specified number of milliseconds when a sleep() method calls.</a:t>
            </a:r>
          </a:p>
          <a:p>
            <a:r>
              <a:rPr lang="en-US" sz="1200" b="0" i="0" kern="1200" dirty="0" smtClean="0">
                <a:solidFill>
                  <a:schemeClr val="tx1"/>
                </a:solidFill>
                <a:latin typeface="Times New Roman" charset="0"/>
                <a:ea typeface="MS PGothic" pitchFamily="34" charset="-128"/>
                <a:cs typeface="ＭＳ Ｐゴシック" charset="-128"/>
              </a:rPr>
              <a:t>When sleep time expires then thread moves to ready state.</a:t>
            </a:r>
          </a:p>
          <a:p>
            <a:r>
              <a:rPr lang="en-US" sz="1200" b="1" i="0" kern="1200" dirty="0" smtClean="0">
                <a:solidFill>
                  <a:schemeClr val="tx1"/>
                </a:solidFill>
                <a:latin typeface="Times New Roman" charset="0"/>
                <a:ea typeface="MS PGothic" pitchFamily="34" charset="-128"/>
                <a:cs typeface="ＭＳ Ｐゴシック" charset="-128"/>
              </a:rPr>
              <a:t>Wait</a:t>
            </a:r>
            <a:r>
              <a:rPr lang="en-US" sz="1200" b="0" i="0" kern="1200" dirty="0" smtClean="0">
                <a:solidFill>
                  <a:schemeClr val="tx1"/>
                </a:solidFill>
                <a:latin typeface="Times New Roman" charset="0"/>
                <a:ea typeface="MS PGothic" pitchFamily="34" charset="-128"/>
                <a:cs typeface="ＭＳ Ｐゴシック" charset="-128"/>
              </a:rPr>
              <a:t> : When a low priority thread executing and high priority thread comes then high priority thread get preference and enter in a running state. Then low priority thread leaves a running state and moves to wait state for indefinite time.</a:t>
            </a:r>
          </a:p>
          <a:p>
            <a:r>
              <a:rPr lang="en-US" sz="1200" b="0" i="0" kern="1200" dirty="0" smtClean="0">
                <a:solidFill>
                  <a:schemeClr val="tx1"/>
                </a:solidFill>
                <a:latin typeface="Times New Roman" charset="0"/>
                <a:ea typeface="MS PGothic" pitchFamily="34" charset="-128"/>
                <a:cs typeface="ＭＳ Ｐゴシック" charset="-128"/>
              </a:rPr>
              <a:t>When a high priority thread execution completes it calls waiting thread for execution by notify () &amp; </a:t>
            </a:r>
            <a:r>
              <a:rPr lang="en-US" sz="1200" b="0" i="0" kern="1200" dirty="0" err="1" smtClean="0">
                <a:solidFill>
                  <a:schemeClr val="tx1"/>
                </a:solidFill>
                <a:latin typeface="Times New Roman" charset="0"/>
                <a:ea typeface="MS PGothic" pitchFamily="34" charset="-128"/>
                <a:cs typeface="ＭＳ Ｐゴシック" charset="-128"/>
              </a:rPr>
              <a:t>notifyall</a:t>
            </a:r>
            <a:r>
              <a:rPr lang="en-US" sz="1200" b="0" i="0" kern="1200" dirty="0" smtClean="0">
                <a:solidFill>
                  <a:schemeClr val="tx1"/>
                </a:solidFill>
                <a:latin typeface="Times New Roman" charset="0"/>
                <a:ea typeface="MS PGothic" pitchFamily="34" charset="-128"/>
                <a:cs typeface="ＭＳ Ｐゴシック" charset="-128"/>
              </a:rPr>
              <a:t> () method.</a:t>
            </a:r>
          </a:p>
          <a:p>
            <a:r>
              <a:rPr lang="en-US" sz="1200" b="1" i="0" kern="1200" dirty="0" smtClean="0">
                <a:solidFill>
                  <a:schemeClr val="tx1"/>
                </a:solidFill>
                <a:latin typeface="Times New Roman" charset="0"/>
                <a:ea typeface="MS PGothic" pitchFamily="34" charset="-128"/>
                <a:cs typeface="ＭＳ Ｐゴシック" charset="-128"/>
              </a:rPr>
              <a:t>Dead</a:t>
            </a:r>
            <a:r>
              <a:rPr lang="en-US" sz="1200" b="0" i="0" kern="1200" dirty="0" smtClean="0">
                <a:solidFill>
                  <a:schemeClr val="tx1"/>
                </a:solidFill>
                <a:latin typeface="Times New Roman" charset="0"/>
                <a:ea typeface="MS PGothic" pitchFamily="34" charset="-128"/>
                <a:cs typeface="ＭＳ Ｐゴシック" charset="-128"/>
              </a:rPr>
              <a:t>: A running thread is enter in a dead state when its execution completes (run() method completes)   or terminate for any reason.</a:t>
            </a:r>
          </a:p>
          <a:p>
            <a:endParaRPr lang="en-US" dirty="0"/>
          </a:p>
        </p:txBody>
      </p:sp>
      <p:sp>
        <p:nvSpPr>
          <p:cNvPr id="4" name="Slide Number Placeholder 3"/>
          <p:cNvSpPr>
            <a:spLocks noGrp="1"/>
          </p:cNvSpPr>
          <p:nvPr>
            <p:ph type="sldNum" sz="quarter" idx="10"/>
          </p:nvPr>
        </p:nvSpPr>
        <p:spPr/>
        <p:txBody>
          <a:bodyPr/>
          <a:lstStyle/>
          <a:p>
            <a:fld id="{69BC2189-26B4-40FD-99C7-DE374D996B0F}" type="slidenum">
              <a:rPr lang="en-US" altLang="en-US" smtClean="0"/>
              <a:pPr/>
              <a:t>41</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ChangeArrowheads="1" noTextEdit="1"/>
          </p:cNvSpPr>
          <p:nvPr>
            <p:ph type="sldImg"/>
          </p:nvPr>
        </p:nvSpPr>
        <p:spPr>
          <a:ln/>
        </p:spPr>
      </p:sp>
      <p:sp>
        <p:nvSpPr>
          <p:cNvPr id="49155" name="Notes Placeholder 2"/>
          <p:cNvSpPr>
            <a:spLocks noGrp="1" noChangeArrowheads="1"/>
          </p:cNvSpPr>
          <p:nvPr>
            <p:ph type="body" idx="1"/>
          </p:nvPr>
        </p:nvSpPr>
        <p:spPr>
          <a:noFill/>
          <a:ln/>
        </p:spPr>
        <p:txBody>
          <a:bodyPr/>
          <a:lstStyle/>
          <a:p>
            <a:r>
              <a:rPr lang="en-US" altLang="en-US" smtClean="0">
                <a:solidFill>
                  <a:srgbClr val="000000"/>
                </a:solidFill>
                <a:latin typeface="Arial" pitchFamily="34" charset="0"/>
              </a:rPr>
              <a:t>User level- kernel is not aware of the existence of threads. The thread library contains code for creating and destroying threads, for passing message and data between threads, for scheduling thread execution and for saving and restoring thread contexts.</a:t>
            </a:r>
          </a:p>
          <a:p>
            <a:r>
              <a:rPr lang="en-US" altLang="en-US" smtClean="0">
                <a:solidFill>
                  <a:srgbClr val="000000"/>
                </a:solidFill>
                <a:latin typeface="Arial" pitchFamily="34" charset="0"/>
              </a:rPr>
              <a:t>Adva- </a:t>
            </a:r>
            <a:r>
              <a:rPr lang="en-US" altLang="en-US" smtClean="0">
                <a:latin typeface="Arial" pitchFamily="34" charset="0"/>
              </a:rPr>
              <a:t>User level thread can run on any operating system.</a:t>
            </a:r>
          </a:p>
          <a:p>
            <a:endParaRPr lang="en-US" altLang="en-US" smtClean="0">
              <a:solidFill>
                <a:srgbClr val="000000"/>
              </a:solidFill>
              <a:latin typeface="Arial" pitchFamily="34" charset="0"/>
            </a:endParaRPr>
          </a:p>
          <a:p>
            <a:r>
              <a:rPr lang="en-US" altLang="en-US" smtClean="0">
                <a:solidFill>
                  <a:srgbClr val="000000"/>
                </a:solidFill>
                <a:latin typeface="Arial" pitchFamily="34" charset="0"/>
              </a:rPr>
              <a:t>Disadvantage</a:t>
            </a:r>
            <a:endParaRPr lang="en-US" altLang="en-US" smtClean="0">
              <a:latin typeface="Arial" pitchFamily="34" charset="0"/>
            </a:endParaRPr>
          </a:p>
          <a:p>
            <a:pPr>
              <a:buFontTx/>
              <a:buChar char="•"/>
            </a:pPr>
            <a:r>
              <a:rPr lang="en-US" altLang="en-US" smtClean="0">
                <a:latin typeface="Arial" pitchFamily="34" charset="0"/>
              </a:rPr>
              <a:t>In a typical operating system, most system calls are blocking.</a:t>
            </a:r>
          </a:p>
          <a:p>
            <a:pPr>
              <a:buFontTx/>
              <a:buChar char="•"/>
            </a:pPr>
            <a:r>
              <a:rPr lang="en-US" altLang="en-US" smtClean="0">
                <a:latin typeface="Arial" pitchFamily="34" charset="0"/>
              </a:rPr>
              <a:t>Multithreaded application cannot take advantage of multiprocessing.</a:t>
            </a:r>
          </a:p>
          <a:p>
            <a:endParaRPr lang="en-IN" altLang="en-US" smtClean="0">
              <a:latin typeface="Times New Roman" pitchFamily="18" charset="0"/>
            </a:endParaRPr>
          </a:p>
          <a:p>
            <a:r>
              <a:rPr lang="en-IN" altLang="en-US" smtClean="0">
                <a:latin typeface="Times New Roman" pitchFamily="18" charset="0"/>
              </a:rPr>
              <a:t>Kernel level- </a:t>
            </a:r>
            <a:r>
              <a:rPr lang="en-US" altLang="en-US" smtClean="0">
                <a:solidFill>
                  <a:srgbClr val="000000"/>
                </a:solidFill>
                <a:latin typeface="Arial" pitchFamily="34" charset="0"/>
              </a:rPr>
              <a:t>thread management is done by the Kernel. There is no thread management code in the application area. Kernel threads are supported directly by the operating system</a:t>
            </a:r>
          </a:p>
          <a:p>
            <a:r>
              <a:rPr lang="en-US" altLang="en-US" smtClean="0">
                <a:latin typeface="Arial" pitchFamily="34" charset="0"/>
              </a:rPr>
              <a:t>Advantages</a:t>
            </a:r>
          </a:p>
          <a:p>
            <a:pPr>
              <a:buFontTx/>
              <a:buChar char="•"/>
            </a:pPr>
            <a:r>
              <a:rPr lang="en-US" altLang="en-US" smtClean="0">
                <a:latin typeface="Arial" pitchFamily="34" charset="0"/>
              </a:rPr>
              <a:t>Kernel can simultaneously schedule multiple threads from the same process on multiple processes.</a:t>
            </a:r>
          </a:p>
          <a:p>
            <a:pPr>
              <a:buFontTx/>
              <a:buChar char="•"/>
            </a:pPr>
            <a:r>
              <a:rPr lang="en-US" altLang="en-US" smtClean="0">
                <a:latin typeface="Arial" pitchFamily="34" charset="0"/>
              </a:rPr>
              <a:t>If one thread in a process is blocked, the Kernel can schedule another thread of the same process.</a:t>
            </a:r>
          </a:p>
          <a:p>
            <a:r>
              <a:rPr lang="en-US" altLang="en-US" smtClean="0">
                <a:latin typeface="Arial" pitchFamily="34" charset="0"/>
              </a:rPr>
              <a:t>Disadvantages</a:t>
            </a:r>
          </a:p>
          <a:p>
            <a:pPr>
              <a:buFontTx/>
              <a:buChar char="•"/>
            </a:pPr>
            <a:r>
              <a:rPr lang="en-US" altLang="en-US" smtClean="0">
                <a:latin typeface="Arial" pitchFamily="34" charset="0"/>
              </a:rPr>
              <a:t>Kernel threads are generally slower to create and manage than the user threads.</a:t>
            </a:r>
          </a:p>
          <a:p>
            <a:pPr>
              <a:buFontTx/>
              <a:buChar char="•"/>
            </a:pPr>
            <a:r>
              <a:rPr lang="en-US" altLang="en-US" smtClean="0">
                <a:latin typeface="Arial" pitchFamily="34" charset="0"/>
              </a:rPr>
              <a:t>Transfer of control from one thread to another within the same process requires a mode switch to the Kernel.</a:t>
            </a:r>
          </a:p>
          <a:p>
            <a:pPr>
              <a:buFontTx/>
              <a:buChar char="•"/>
            </a:pPr>
            <a:endParaRPr lang="en-US" altLang="en-US" smtClean="0">
              <a:latin typeface="Arial" pitchFamily="34" charset="0"/>
            </a:endParaRPr>
          </a:p>
          <a:p>
            <a:endParaRPr lang="en-IN" altLang="en-US" smtClean="0">
              <a:latin typeface="Times New Roman" pitchFamily="18" charset="0"/>
            </a:endParaRPr>
          </a:p>
        </p:txBody>
      </p:sp>
      <p:sp>
        <p:nvSpPr>
          <p:cNvPr id="49156" name="Slide Number Placeholder 3"/>
          <p:cNvSpPr>
            <a:spLocks noGrp="1" noChangeArrowheads="1"/>
          </p:cNvSpPr>
          <p:nvPr>
            <p:ph type="sldNum" sz="quarter" idx="5"/>
          </p:nvPr>
        </p:nvSpPr>
        <p:spPr>
          <a:noFill/>
        </p:spPr>
        <p:txBody>
          <a:bodyPr/>
          <a:lstStyle/>
          <a:p>
            <a:fld id="{C0E4D492-F950-44C9-AC97-28A48EC2122F}" type="slidenum">
              <a:rPr lang="en-US" altLang="en-US"/>
              <a:pPr/>
              <a:t>47</a:t>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ChangeArrowheads="1" noTextEdit="1"/>
          </p:cNvSpPr>
          <p:nvPr>
            <p:ph type="sldImg"/>
          </p:nvPr>
        </p:nvSpPr>
        <p:spPr>
          <a:ln/>
        </p:spPr>
      </p:sp>
      <p:sp>
        <p:nvSpPr>
          <p:cNvPr id="51203" name="Notes Placeholder 2"/>
          <p:cNvSpPr>
            <a:spLocks noGrp="1" noChangeArrowheads="1"/>
          </p:cNvSpPr>
          <p:nvPr>
            <p:ph type="body" idx="1"/>
          </p:nvPr>
        </p:nvSpPr>
        <p:spPr>
          <a:noFill/>
          <a:ln/>
        </p:spPr>
        <p:txBody>
          <a:bodyPr/>
          <a:lstStyle/>
          <a:p>
            <a:r>
              <a:rPr lang="en-US" altLang="en-US" smtClean="0">
                <a:solidFill>
                  <a:srgbClr val="000000"/>
                </a:solidFill>
                <a:latin typeface="Arial" pitchFamily="34" charset="0"/>
              </a:rPr>
              <a:t> In this model, developers can create as many user threads as necessary and the corresponding Kernel threads can run in parallel on a multiprocessor machine. This model provides the best accuracy on concurrency and when a thread performs a blocking system call, the kernel can schedule another thread for execution.</a:t>
            </a:r>
            <a:endParaRPr lang="en-US" altLang="en-US" smtClean="0">
              <a:latin typeface="Arial" pitchFamily="34" charset="0"/>
              <a:cs typeface="Arial" pitchFamily="34" charset="0"/>
            </a:endParaRPr>
          </a:p>
          <a:p>
            <a:endParaRPr lang="en-US" altLang="en-US" smtClean="0">
              <a:latin typeface="Arial" pitchFamily="34" charset="0"/>
              <a:cs typeface="Arial" pitchFamily="34" charset="0"/>
            </a:endParaRPr>
          </a:p>
          <a:p>
            <a:r>
              <a:rPr lang="en-US" altLang="en-US" smtClean="0">
                <a:latin typeface="Arial" pitchFamily="34" charset="0"/>
                <a:cs typeface="Arial" pitchFamily="34" charset="0"/>
              </a:rPr>
              <a:t>The many-to-many model (many  user level thread to many kernel  level thread) avoids many of the  limitations of the one-to-one model,  while extending multithreading  capabilities even further. The many-  to-many model also called two-level  model, minimize programing effort  while reducing the cost and weight  of each thread.</a:t>
            </a:r>
          </a:p>
          <a:p>
            <a:endParaRPr lang="en-IN" altLang="en-US" smtClean="0">
              <a:latin typeface="Times New Roman" pitchFamily="18" charset="0"/>
            </a:endParaRPr>
          </a:p>
        </p:txBody>
      </p:sp>
      <p:sp>
        <p:nvSpPr>
          <p:cNvPr id="51204" name="Slide Number Placeholder 3"/>
          <p:cNvSpPr>
            <a:spLocks noGrp="1" noChangeArrowheads="1"/>
          </p:cNvSpPr>
          <p:nvPr>
            <p:ph type="sldNum" sz="quarter" idx="5"/>
          </p:nvPr>
        </p:nvSpPr>
        <p:spPr>
          <a:noFill/>
        </p:spPr>
        <p:txBody>
          <a:bodyPr/>
          <a:lstStyle/>
          <a:p>
            <a:fld id="{F51B5D28-B0A9-491A-B4BD-85E2C97110B6}" type="slidenum">
              <a:rPr lang="en-US" altLang="en-US"/>
              <a:pPr/>
              <a:t>48</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ChangeArrowheads="1" noTextEdit="1"/>
          </p:cNvSpPr>
          <p:nvPr>
            <p:ph type="sldImg"/>
          </p:nvPr>
        </p:nvSpPr>
        <p:spPr>
          <a:ln/>
        </p:spPr>
      </p:sp>
      <p:sp>
        <p:nvSpPr>
          <p:cNvPr id="53251" name="Notes Placeholder 2"/>
          <p:cNvSpPr>
            <a:spLocks noGrp="1" noChangeArrowheads="1"/>
          </p:cNvSpPr>
          <p:nvPr>
            <p:ph type="body" idx="1"/>
          </p:nvPr>
        </p:nvSpPr>
        <p:spPr>
          <a:noFill/>
          <a:ln/>
        </p:spPr>
        <p:txBody>
          <a:bodyPr/>
          <a:lstStyle/>
          <a:p>
            <a:r>
              <a:rPr lang="en-US" altLang="en-US" smtClean="0">
                <a:solidFill>
                  <a:srgbClr val="000000"/>
                </a:solidFill>
                <a:latin typeface="Arial" pitchFamily="34" charset="0"/>
              </a:rPr>
              <a:t>Many-to-one model maps many user level threads to one Kernel-level thread. Thread management is done in user space by the thread library. When thread makes a blocking system call, the entire process will be blocked. Only one thread can access the Kernel at a time, so multiple threads are unable to run in parallel on multiprocessors.</a:t>
            </a:r>
            <a:endParaRPr lang="en-IN" altLang="en-US" smtClean="0">
              <a:latin typeface="Times New Roman" pitchFamily="18" charset="0"/>
            </a:endParaRPr>
          </a:p>
        </p:txBody>
      </p:sp>
      <p:sp>
        <p:nvSpPr>
          <p:cNvPr id="53252" name="Slide Number Placeholder 3"/>
          <p:cNvSpPr>
            <a:spLocks noGrp="1" noChangeArrowheads="1"/>
          </p:cNvSpPr>
          <p:nvPr>
            <p:ph type="sldNum" sz="quarter" idx="5"/>
          </p:nvPr>
        </p:nvSpPr>
        <p:spPr>
          <a:noFill/>
        </p:spPr>
        <p:txBody>
          <a:bodyPr/>
          <a:lstStyle/>
          <a:p>
            <a:fld id="{D1AEC8C0-1212-43D6-8643-AEDD37512BE4}" type="slidenum">
              <a:rPr lang="en-US" altLang="en-US"/>
              <a:pPr/>
              <a:t>49</a:t>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ChangeArrowheads="1" noTextEdit="1"/>
          </p:cNvSpPr>
          <p:nvPr>
            <p:ph type="sldImg"/>
          </p:nvPr>
        </p:nvSpPr>
        <p:spPr>
          <a:ln/>
        </p:spPr>
      </p:sp>
      <p:sp>
        <p:nvSpPr>
          <p:cNvPr id="55299" name="Notes Placeholder 2"/>
          <p:cNvSpPr>
            <a:spLocks noGrp="1" noChangeArrowheads="1"/>
          </p:cNvSpPr>
          <p:nvPr>
            <p:ph type="body" idx="1"/>
          </p:nvPr>
        </p:nvSpPr>
        <p:spPr>
          <a:noFill/>
          <a:ln/>
        </p:spPr>
        <p:txBody>
          <a:bodyPr/>
          <a:lstStyle/>
          <a:p>
            <a:r>
              <a:rPr lang="en-US" altLang="en-US" dirty="0" smtClean="0">
                <a:solidFill>
                  <a:srgbClr val="000000"/>
                </a:solidFill>
                <a:latin typeface="Arial" pitchFamily="34" charset="0"/>
              </a:rPr>
              <a:t> This model provides more concurrency than the many-to-one model. It also allows another thread to run when a thread makes a blocking system call. It supports multiple threads to execute in parallel on microprocessors.</a:t>
            </a:r>
            <a:endParaRPr lang="en-US" altLang="en-US" dirty="0" smtClean="0">
              <a:latin typeface="Arial" pitchFamily="34" charset="0"/>
              <a:cs typeface="Arial" pitchFamily="34" charset="0"/>
            </a:endParaRPr>
          </a:p>
          <a:p>
            <a:endParaRPr lang="en-US" altLang="en-US" dirty="0" smtClean="0">
              <a:latin typeface="Arial" pitchFamily="34" charset="0"/>
              <a:cs typeface="Arial" pitchFamily="34" charset="0"/>
            </a:endParaRPr>
          </a:p>
          <a:p>
            <a:r>
              <a:rPr lang="en-US" altLang="en-US" dirty="0" smtClean="0">
                <a:latin typeface="Arial" pitchFamily="34" charset="0"/>
                <a:cs typeface="Arial" pitchFamily="34" charset="0"/>
              </a:rPr>
              <a:t>The one-to-one model (one user  level thread to one kernel level  thread) is among the earliest  implementations of true  multithreading. In this  implementation, each ULT created  by the application is known to the  kernel</a:t>
            </a:r>
            <a:r>
              <a:rPr lang="en-US" altLang="en-US" dirty="0" smtClean="0">
                <a:latin typeface="Arial" pitchFamily="34" charset="0"/>
                <a:cs typeface="Arial" pitchFamily="34" charset="0"/>
              </a:rPr>
              <a:t>, and </a:t>
            </a:r>
            <a:r>
              <a:rPr lang="en-US" altLang="en-US" dirty="0" smtClean="0">
                <a:latin typeface="Arial" pitchFamily="34" charset="0"/>
                <a:cs typeface="Arial" pitchFamily="34" charset="0"/>
              </a:rPr>
              <a:t>all threads </a:t>
            </a:r>
            <a:r>
              <a:rPr lang="en-US" altLang="en-US" dirty="0" smtClean="0">
                <a:latin typeface="Arial" pitchFamily="34" charset="0"/>
                <a:cs typeface="Arial" pitchFamily="34" charset="0"/>
              </a:rPr>
              <a:t>can </a:t>
            </a:r>
            <a:r>
              <a:rPr lang="en-US" altLang="en-US" dirty="0" smtClean="0">
                <a:latin typeface="Arial" pitchFamily="34" charset="0"/>
                <a:cs typeface="Arial" pitchFamily="34" charset="0"/>
              </a:rPr>
              <a:t>access the  kernel at the same time</a:t>
            </a:r>
            <a:endParaRPr lang="en-IN" altLang="en-US" dirty="0" smtClean="0">
              <a:latin typeface="Times New Roman" pitchFamily="18" charset="0"/>
            </a:endParaRPr>
          </a:p>
        </p:txBody>
      </p:sp>
      <p:sp>
        <p:nvSpPr>
          <p:cNvPr id="55300" name="Slide Number Placeholder 3"/>
          <p:cNvSpPr>
            <a:spLocks noGrp="1" noChangeArrowheads="1"/>
          </p:cNvSpPr>
          <p:nvPr>
            <p:ph type="sldNum" sz="quarter" idx="5"/>
          </p:nvPr>
        </p:nvSpPr>
        <p:spPr>
          <a:noFill/>
        </p:spPr>
        <p:txBody>
          <a:bodyPr/>
          <a:lstStyle/>
          <a:p>
            <a:fld id="{35FB6494-88BF-4EE1-937F-3AACBE707EA3}" type="slidenum">
              <a:rPr lang="en-US" altLang="en-US"/>
              <a:pPr/>
              <a:t>50</a:t>
            </a:fld>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p:spPr>
        <p:txBody>
          <a:bodyPr/>
          <a:lstStyle/>
          <a:p>
            <a:r>
              <a:rPr lang="en-US" altLang="en-US" sz="1800" smtClean="0">
                <a:latin typeface="Times New Roman" pitchFamily="18" charset="0"/>
                <a:cs typeface="Times New Roman" pitchFamily="18" charset="0"/>
              </a:rPr>
              <a:t>: Uni-processor Scheduling, Scheduling: Preemptive, Non-preemptive, Long- term, Medium-term, Short term scheduling. </a:t>
            </a:r>
            <a:endParaRPr lang="en-US" altLang="en-US" smtClean="0">
              <a:latin typeface="Times New Roman"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a:ln/>
        </p:spPr>
        <p:txBody>
          <a:bodyPr/>
          <a:lstStyle/>
          <a:p>
            <a:endParaRPr lang="en-US" altLang="en-US" smtClean="0">
              <a:latin typeface="Times New Roman"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a:ln/>
        </p:spPr>
        <p:txBody>
          <a:bodyPr/>
          <a:lstStyle/>
          <a:p>
            <a:pPr marL="274292" indent="-274292" eaLnBrk="1" fontAlgn="auto" hangingPunct="1">
              <a:spcAft>
                <a:spcPts val="0"/>
              </a:spcAft>
              <a:buClr>
                <a:schemeClr val="accent3"/>
              </a:buClr>
              <a:buFont typeface="Wingdings 2"/>
              <a:buChar char=""/>
              <a:defRPr/>
            </a:pPr>
            <a:r>
              <a:rPr lang="en-US" b="1" dirty="0">
                <a:solidFill>
                  <a:srgbClr val="000000"/>
                </a:solidFill>
                <a:ea typeface="ＭＳ Ｐゴシック" panose="020B0600070205080204" pitchFamily="34" charset="-128"/>
              </a:rPr>
              <a:t>Long-term scheduler</a:t>
            </a:r>
            <a:r>
              <a:rPr lang="en-US" dirty="0">
                <a:solidFill>
                  <a:srgbClr val="000000"/>
                </a:solidFill>
                <a:ea typeface="ＭＳ Ｐゴシック" panose="020B0600070205080204" pitchFamily="34" charset="-128"/>
              </a:rPr>
              <a:t>  </a:t>
            </a:r>
            <a:r>
              <a:rPr lang="en-US" dirty="0">
                <a:ea typeface="ＭＳ Ｐゴシック" panose="020B0600070205080204" pitchFamily="34" charset="-128"/>
              </a:rPr>
              <a:t>(or job scheduler) – selects which processes should be brought into the ready queue</a:t>
            </a:r>
          </a:p>
          <a:p>
            <a:pPr>
              <a:defRPr/>
            </a:pPr>
            <a:r>
              <a:rPr lang="en-US" b="1" dirty="0">
                <a:solidFill>
                  <a:srgbClr val="000000"/>
                </a:solidFill>
                <a:ea typeface="ＭＳ Ｐゴシック" panose="020B0600070205080204" pitchFamily="34" charset="-128"/>
              </a:rPr>
              <a:t>Medium term scheduler- </a:t>
            </a:r>
            <a:r>
              <a:rPr lang="en-US" dirty="0">
                <a:ea typeface="ＭＳ Ｐゴシック" panose="020B0600070205080204" pitchFamily="34" charset="-128"/>
              </a:rPr>
              <a:t> sometimes it can be advantageous to remove a process from memory (and from active contention for the CPU) and thus reduce the degree of multiprogramming</a:t>
            </a:r>
            <a:endParaRPr lang="en-US" b="1" dirty="0">
              <a:solidFill>
                <a:srgbClr val="000000"/>
              </a:solidFill>
              <a:ea typeface="ＭＳ Ｐゴシック" panose="020B0600070205080204" pitchFamily="34" charset="-128"/>
            </a:endParaRPr>
          </a:p>
          <a:p>
            <a:pPr marL="274292" indent="-274292" eaLnBrk="1" fontAlgn="auto" hangingPunct="1">
              <a:spcAft>
                <a:spcPts val="0"/>
              </a:spcAft>
              <a:buClr>
                <a:schemeClr val="accent3"/>
              </a:buClr>
              <a:buFont typeface="Wingdings 2"/>
              <a:buChar char=""/>
              <a:defRPr/>
            </a:pPr>
            <a:r>
              <a:rPr lang="en-US" b="1" dirty="0">
                <a:solidFill>
                  <a:srgbClr val="000000"/>
                </a:solidFill>
                <a:ea typeface="ＭＳ Ｐゴシック" panose="020B0600070205080204" pitchFamily="34" charset="-128"/>
              </a:rPr>
              <a:t>Short-term scheduler</a:t>
            </a:r>
            <a:r>
              <a:rPr lang="en-US" dirty="0">
                <a:solidFill>
                  <a:srgbClr val="000000"/>
                </a:solidFill>
                <a:ea typeface="ＭＳ Ｐゴシック" panose="020B0600070205080204" pitchFamily="34" charset="-128"/>
              </a:rPr>
              <a:t>  </a:t>
            </a:r>
            <a:r>
              <a:rPr lang="en-US" dirty="0">
                <a:ea typeface="ＭＳ Ｐゴシック" panose="020B0600070205080204" pitchFamily="34" charset="-128"/>
              </a:rPr>
              <a:t>(or CPU scheduler) – selects which process should be executed next and allocates CPU</a:t>
            </a:r>
          </a:p>
          <a:p>
            <a:pPr marL="640016" lvl="1" indent="-246863" eaLnBrk="1" fontAlgn="auto" hangingPunct="1">
              <a:spcAft>
                <a:spcPts val="0"/>
              </a:spcAft>
              <a:buFont typeface="Wingdings 2"/>
              <a:buChar char=""/>
              <a:defRPr/>
            </a:pPr>
            <a:r>
              <a:rPr lang="en-US" dirty="0">
                <a:ea typeface="ＭＳ Ｐゴシック" panose="020B0600070205080204" pitchFamily="34" charset="-128"/>
              </a:rPr>
              <a:t>Sometimes the only scheduler in a system</a:t>
            </a:r>
          </a:p>
          <a:p>
            <a:pPr>
              <a:defRPr/>
            </a:pPr>
            <a:endParaRPr lang="en-US" altLang="en-US" dirty="0">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ChangeArrowheads="1" noTextEdit="1"/>
          </p:cNvSpPr>
          <p:nvPr>
            <p:ph type="sldImg"/>
          </p:nvPr>
        </p:nvSpPr>
        <p:spPr>
          <a:ln/>
        </p:spPr>
      </p:sp>
      <p:sp>
        <p:nvSpPr>
          <p:cNvPr id="63491" name="Notes Placeholder 2"/>
          <p:cNvSpPr>
            <a:spLocks noGrp="1" noChangeArrowheads="1"/>
          </p:cNvSpPr>
          <p:nvPr>
            <p:ph type="body" idx="1"/>
          </p:nvPr>
        </p:nvSpPr>
        <p:spPr>
          <a:noFill/>
          <a:ln/>
        </p:spPr>
        <p:txBody>
          <a:bodyPr/>
          <a:lstStyle/>
          <a:p>
            <a:r>
              <a:rPr lang="en-IN" altLang="en-US" smtClean="0">
                <a:latin typeface="Times New Roman" pitchFamily="18" charset="0"/>
              </a:rPr>
              <a:t>Burst time</a:t>
            </a:r>
            <a:r>
              <a:rPr lang="en-IN" altLang="en-US" smtClean="0">
                <a:latin typeface="Times New Roman" pitchFamily="18" charset="0"/>
                <a:sym typeface="Wingdings" pitchFamily="2" charset="2"/>
              </a:rPr>
              <a:t>(BT):</a:t>
            </a:r>
            <a:endParaRPr lang="en-IN" altLang="en-US" smtClean="0">
              <a:latin typeface="Times New Roman" pitchFamily="18" charset="0"/>
            </a:endParaRPr>
          </a:p>
          <a:p>
            <a:pPr marL="366713" lvl="1">
              <a:buFont typeface="Wingdings 2" pitchFamily="18" charset="2"/>
              <a:buNone/>
            </a:pPr>
            <a:r>
              <a:rPr lang="en-US" altLang="en-US" b="1" smtClean="0">
                <a:latin typeface="Times New Roman" pitchFamily="18" charset="0"/>
              </a:rPr>
              <a:t>Burst time</a:t>
            </a:r>
            <a:r>
              <a:rPr lang="en-US" altLang="en-US" smtClean="0">
                <a:latin typeface="Times New Roman" pitchFamily="18" charset="0"/>
              </a:rPr>
              <a:t> is the amount of </a:t>
            </a:r>
            <a:r>
              <a:rPr lang="en-US" altLang="en-US" b="1" smtClean="0">
                <a:latin typeface="Times New Roman" pitchFamily="18" charset="0"/>
              </a:rPr>
              <a:t>time</a:t>
            </a:r>
            <a:r>
              <a:rPr lang="en-US" altLang="en-US" smtClean="0">
                <a:latin typeface="Times New Roman" pitchFamily="18" charset="0"/>
              </a:rPr>
              <a:t> required by a process for executing on CPU. It is also called as execution </a:t>
            </a:r>
            <a:r>
              <a:rPr lang="en-US" altLang="en-US" b="1" smtClean="0">
                <a:latin typeface="Times New Roman" pitchFamily="18" charset="0"/>
              </a:rPr>
              <a:t>time</a:t>
            </a:r>
            <a:r>
              <a:rPr lang="en-US" altLang="en-US" smtClean="0">
                <a:latin typeface="Times New Roman" pitchFamily="18" charset="0"/>
              </a:rPr>
              <a:t> or running </a:t>
            </a:r>
            <a:r>
              <a:rPr lang="en-US" altLang="en-US" b="1" smtClean="0">
                <a:latin typeface="Times New Roman" pitchFamily="18" charset="0"/>
              </a:rPr>
              <a:t>time</a:t>
            </a:r>
            <a:r>
              <a:rPr lang="en-US" altLang="en-US" smtClean="0">
                <a:latin typeface="Times New Roman" pitchFamily="18" charset="0"/>
              </a:rPr>
              <a:t>. </a:t>
            </a:r>
            <a:r>
              <a:rPr lang="en-US" altLang="en-US" b="1" smtClean="0">
                <a:latin typeface="Times New Roman" pitchFamily="18" charset="0"/>
              </a:rPr>
              <a:t>Burst time</a:t>
            </a:r>
            <a:r>
              <a:rPr lang="en-US" altLang="en-US" smtClean="0">
                <a:latin typeface="Times New Roman" pitchFamily="18" charset="0"/>
              </a:rPr>
              <a:t> of a process can not be known in advance before executing the process.</a:t>
            </a:r>
          </a:p>
          <a:p>
            <a:pPr marL="366713" lvl="1">
              <a:buFont typeface="Wingdings 2" pitchFamily="18" charset="2"/>
              <a:buNone/>
            </a:pPr>
            <a:r>
              <a:rPr lang="en-US" b="1" smtClean="0">
                <a:solidFill>
                  <a:srgbClr val="202124"/>
                </a:solidFill>
                <a:latin typeface="Arial" pitchFamily="34" charset="0"/>
              </a:rPr>
              <a:t>Burst Time (B.T.)</a:t>
            </a:r>
            <a:r>
              <a:rPr lang="en-US" smtClean="0">
                <a:solidFill>
                  <a:srgbClr val="202124"/>
                </a:solidFill>
                <a:latin typeface="Arial" pitchFamily="34" charset="0"/>
              </a:rPr>
              <a:t> </a:t>
            </a:r>
            <a:r>
              <a:rPr lang="en-US" b="1" smtClean="0">
                <a:solidFill>
                  <a:srgbClr val="202124"/>
                </a:solidFill>
                <a:latin typeface="Arial" pitchFamily="34" charset="0"/>
              </a:rPr>
              <a:t>= Completion Time (C.T.) - Waiting Time (W.T.)</a:t>
            </a:r>
            <a:endParaRPr lang="en-US" altLang="en-US" smtClean="0">
              <a:latin typeface="Times New Roman" pitchFamily="18" charset="0"/>
            </a:endParaRPr>
          </a:p>
          <a:p>
            <a:r>
              <a:rPr lang="en-US" altLang="en-US" smtClean="0">
                <a:latin typeface="Times New Roman" pitchFamily="18" charset="0"/>
              </a:rPr>
              <a:t>Completion time</a:t>
            </a:r>
            <a:r>
              <a:rPr lang="en-US" altLang="en-US" smtClean="0">
                <a:latin typeface="Times New Roman" pitchFamily="18" charset="0"/>
                <a:sym typeface="Wingdings" pitchFamily="2" charset="2"/>
              </a:rPr>
              <a:t> (CT)</a:t>
            </a:r>
            <a:endParaRPr lang="en-US" altLang="en-US" smtClean="0">
              <a:latin typeface="Times New Roman" pitchFamily="18" charset="0"/>
            </a:endParaRPr>
          </a:p>
          <a:p>
            <a:r>
              <a:rPr lang="en-US" altLang="en-US" b="1" smtClean="0">
                <a:latin typeface="Times New Roman" pitchFamily="18" charset="0"/>
              </a:rPr>
              <a:t>Completion time</a:t>
            </a:r>
            <a:r>
              <a:rPr lang="en-US" altLang="en-US" smtClean="0">
                <a:latin typeface="Times New Roman" pitchFamily="18" charset="0"/>
              </a:rPr>
              <a:t> is the point of </a:t>
            </a:r>
            <a:r>
              <a:rPr lang="en-US" altLang="en-US" b="1" smtClean="0">
                <a:latin typeface="Times New Roman" pitchFamily="18" charset="0"/>
              </a:rPr>
              <a:t>time</a:t>
            </a:r>
            <a:r>
              <a:rPr lang="en-US" altLang="en-US" smtClean="0">
                <a:latin typeface="Times New Roman" pitchFamily="18" charset="0"/>
              </a:rPr>
              <a:t> at which a </a:t>
            </a:r>
            <a:r>
              <a:rPr lang="en-US" altLang="en-US" b="1" smtClean="0">
                <a:latin typeface="Times New Roman" pitchFamily="18" charset="0"/>
              </a:rPr>
              <a:t>process</a:t>
            </a:r>
            <a:r>
              <a:rPr lang="en-US" altLang="en-US" smtClean="0">
                <a:latin typeface="Times New Roman" pitchFamily="18" charset="0"/>
              </a:rPr>
              <a:t> completes its execution on the CPU and takes exit from the system. It is also called as exit </a:t>
            </a:r>
            <a:r>
              <a:rPr lang="en-US" altLang="en-US" b="1" smtClean="0">
                <a:latin typeface="Times New Roman" pitchFamily="18" charset="0"/>
              </a:rPr>
              <a:t>time</a:t>
            </a:r>
            <a:r>
              <a:rPr lang="en-US" altLang="en-US" smtClean="0">
                <a:latin typeface="Times New Roman" pitchFamily="18" charset="0"/>
              </a:rPr>
              <a:t>.</a:t>
            </a:r>
            <a:r>
              <a:rPr lang="en-US" altLang="en-US" sz="2400" smtClean="0">
                <a:latin typeface="Times New Roman" pitchFamily="18" charset="0"/>
              </a:rPr>
              <a:t> </a:t>
            </a:r>
          </a:p>
          <a:p>
            <a:r>
              <a:rPr lang="en-US" altLang="en-US" sz="2400" b="1" smtClean="0">
                <a:latin typeface="Times New Roman" pitchFamily="18" charset="0"/>
              </a:rPr>
              <a:t>Turn around time:  (TAT)</a:t>
            </a:r>
          </a:p>
          <a:p>
            <a:pPr marL="366713" lvl="1">
              <a:buFont typeface="Wingdings 2" pitchFamily="18" charset="2"/>
              <a:buNone/>
            </a:pPr>
            <a:r>
              <a:rPr lang="en-US" altLang="en-US" sz="2200" smtClean="0">
                <a:latin typeface="Times New Roman" pitchFamily="18" charset="0"/>
              </a:rPr>
              <a:t>It is the </a:t>
            </a:r>
            <a:r>
              <a:rPr lang="en-US" altLang="en-US" sz="2200" b="1" smtClean="0">
                <a:latin typeface="Times New Roman" pitchFamily="18" charset="0"/>
              </a:rPr>
              <a:t>time</a:t>
            </a:r>
            <a:r>
              <a:rPr lang="en-US" altLang="en-US" sz="2200" smtClean="0">
                <a:latin typeface="Times New Roman" pitchFamily="18" charset="0"/>
              </a:rPr>
              <a:t> interval from the </a:t>
            </a:r>
            <a:r>
              <a:rPr lang="en-US" altLang="en-US" sz="2200" b="1" smtClean="0">
                <a:latin typeface="Times New Roman" pitchFamily="18" charset="0"/>
              </a:rPr>
              <a:t>time</a:t>
            </a:r>
            <a:r>
              <a:rPr lang="en-US" altLang="en-US" sz="2200" smtClean="0">
                <a:latin typeface="Times New Roman" pitchFamily="18" charset="0"/>
              </a:rPr>
              <a:t> of submission of a </a:t>
            </a:r>
            <a:r>
              <a:rPr lang="en-US" altLang="en-US" sz="2200" b="1" smtClean="0">
                <a:latin typeface="Times New Roman" pitchFamily="18" charset="0"/>
              </a:rPr>
              <a:t>process</a:t>
            </a:r>
            <a:r>
              <a:rPr lang="en-US" altLang="en-US" sz="2200" smtClean="0">
                <a:latin typeface="Times New Roman" pitchFamily="18" charset="0"/>
              </a:rPr>
              <a:t> to the </a:t>
            </a:r>
            <a:r>
              <a:rPr lang="en-US" altLang="en-US" sz="2200" b="1" smtClean="0">
                <a:latin typeface="Times New Roman" pitchFamily="18" charset="0"/>
              </a:rPr>
              <a:t>time</a:t>
            </a:r>
            <a:r>
              <a:rPr lang="en-US" altLang="en-US" sz="2200" smtClean="0">
                <a:latin typeface="Times New Roman" pitchFamily="18" charset="0"/>
              </a:rPr>
              <a:t> of the completion of the </a:t>
            </a:r>
            <a:r>
              <a:rPr lang="en-US" altLang="en-US" sz="2200" b="1" smtClean="0">
                <a:latin typeface="Times New Roman" pitchFamily="18" charset="0"/>
              </a:rPr>
              <a:t>process</a:t>
            </a:r>
            <a:r>
              <a:rPr lang="en-US" altLang="en-US" sz="2200" smtClean="0">
                <a:latin typeface="Times New Roman" pitchFamily="18" charset="0"/>
              </a:rPr>
              <a:t>. It can also be considered as the sum of the </a:t>
            </a:r>
            <a:r>
              <a:rPr lang="en-US" altLang="en-US" sz="2200" b="1" smtClean="0">
                <a:latin typeface="Times New Roman" pitchFamily="18" charset="0"/>
              </a:rPr>
              <a:t>time</a:t>
            </a:r>
            <a:r>
              <a:rPr lang="en-US" altLang="en-US" sz="2200" smtClean="0">
                <a:latin typeface="Times New Roman" pitchFamily="18" charset="0"/>
              </a:rPr>
              <a:t> periods spent waiting to get into memory or ready queue, execution on CPU and executing input/output.</a:t>
            </a:r>
          </a:p>
          <a:p>
            <a:pPr marL="366713" lvl="1">
              <a:buFont typeface="Wingdings 2" pitchFamily="18" charset="2"/>
              <a:buNone/>
            </a:pPr>
            <a:endParaRPr lang="en-US" altLang="en-US" sz="2200" smtClean="0">
              <a:latin typeface="Times New Roman" pitchFamily="18" charset="0"/>
            </a:endParaRPr>
          </a:p>
          <a:p>
            <a:pPr marL="366713" lvl="1">
              <a:buFont typeface="Wingdings 2" pitchFamily="18" charset="2"/>
              <a:buNone/>
            </a:pPr>
            <a:r>
              <a:rPr lang="en-US" altLang="en-US" sz="2200" smtClean="0">
                <a:latin typeface="Times New Roman" pitchFamily="18" charset="0"/>
              </a:rPr>
              <a:t>TAT=WT+BT</a:t>
            </a:r>
          </a:p>
          <a:p>
            <a:pPr marL="366713" lvl="1">
              <a:buFont typeface="Wingdings 2" pitchFamily="18" charset="2"/>
              <a:buNone/>
            </a:pPr>
            <a:r>
              <a:rPr lang="en-US" altLang="en-US" sz="2200" smtClean="0">
                <a:latin typeface="Times New Roman" pitchFamily="18" charset="0"/>
              </a:rPr>
              <a:t>Or</a:t>
            </a:r>
          </a:p>
          <a:p>
            <a:pPr marL="366713" lvl="1">
              <a:buFont typeface="Wingdings 2" pitchFamily="18" charset="2"/>
              <a:buNone/>
            </a:pPr>
            <a:r>
              <a:rPr lang="en-US" altLang="en-US" sz="2200" smtClean="0">
                <a:latin typeface="Times New Roman" pitchFamily="18" charset="0"/>
              </a:rPr>
              <a:t>TAT=CT-AT(Arrival time)</a:t>
            </a:r>
            <a:endParaRPr lang="en-US" altLang="en-US" smtClean="0">
              <a:latin typeface="Times New Roman" pitchFamily="18" charset="0"/>
            </a:endParaRPr>
          </a:p>
          <a:p>
            <a:r>
              <a:rPr lang="en-IN" altLang="en-US" smtClean="0">
                <a:latin typeface="Times New Roman" pitchFamily="18" charset="0"/>
              </a:rPr>
              <a:t>Waiting Time:</a:t>
            </a:r>
          </a:p>
          <a:p>
            <a:r>
              <a:rPr lang="en-US" altLang="en-US" b="1" smtClean="0">
                <a:latin typeface="Times New Roman" pitchFamily="18" charset="0"/>
              </a:rPr>
              <a:t>Waiting  time</a:t>
            </a:r>
            <a:r>
              <a:rPr lang="en-US" altLang="en-US" smtClean="0">
                <a:latin typeface="Times New Roman" pitchFamily="18" charset="0"/>
              </a:rPr>
              <a:t> is the total </a:t>
            </a:r>
            <a:r>
              <a:rPr lang="en-US" altLang="en-US" b="1" smtClean="0">
                <a:latin typeface="Times New Roman" pitchFamily="18" charset="0"/>
              </a:rPr>
              <a:t>time</a:t>
            </a:r>
            <a:r>
              <a:rPr lang="en-US" altLang="en-US" smtClean="0">
                <a:latin typeface="Times New Roman" pitchFamily="18" charset="0"/>
              </a:rPr>
              <a:t> spent by the </a:t>
            </a:r>
            <a:r>
              <a:rPr lang="en-US" altLang="en-US" b="1" smtClean="0">
                <a:latin typeface="Times New Roman" pitchFamily="18" charset="0"/>
              </a:rPr>
              <a:t>process</a:t>
            </a:r>
            <a:r>
              <a:rPr lang="en-US" altLang="en-US" smtClean="0">
                <a:latin typeface="Times New Roman" pitchFamily="18" charset="0"/>
              </a:rPr>
              <a:t> in the ready queue  </a:t>
            </a:r>
            <a:r>
              <a:rPr lang="en-US" altLang="en-US" b="1" smtClean="0">
                <a:latin typeface="Times New Roman" pitchFamily="18" charset="0"/>
              </a:rPr>
              <a:t>waiting</a:t>
            </a:r>
            <a:r>
              <a:rPr lang="en-US" altLang="en-US" smtClean="0">
                <a:latin typeface="Times New Roman" pitchFamily="18" charset="0"/>
              </a:rPr>
              <a:t> for CPU.</a:t>
            </a:r>
          </a:p>
          <a:p>
            <a:pPr marL="366713" lvl="1">
              <a:buFont typeface="Wingdings 2" pitchFamily="18" charset="2"/>
              <a:buNone/>
            </a:pPr>
            <a:endParaRPr lang="en-US" altLang="en-US" smtClean="0">
              <a:latin typeface="Times New Roman" pitchFamily="18" charset="0"/>
            </a:endParaRPr>
          </a:p>
          <a:p>
            <a:pPr marL="366713" lvl="1">
              <a:buFont typeface="Wingdings 2" pitchFamily="18" charset="2"/>
              <a:buNone/>
            </a:pPr>
            <a:r>
              <a:rPr lang="en-US" altLang="en-US" smtClean="0">
                <a:latin typeface="Times New Roman" pitchFamily="18" charset="0"/>
              </a:rPr>
              <a:t>WT=TAT-BT</a:t>
            </a:r>
            <a:endParaRPr lang="en-IN" altLang="en-US" smtClean="0">
              <a:latin typeface="Times New Roman" pitchFamily="18" charset="0"/>
            </a:endParaRPr>
          </a:p>
          <a:p>
            <a:r>
              <a:rPr lang="en-IN" altLang="en-US" b="1" smtClean="0">
                <a:latin typeface="Times New Roman" pitchFamily="18" charset="0"/>
              </a:rPr>
              <a:t>Response time- </a:t>
            </a:r>
            <a:r>
              <a:rPr lang="en-US" smtClean="0">
                <a:latin typeface="Times New Roman" pitchFamily="18" charset="0"/>
              </a:rPr>
              <a:t>time from the submission of a request until the first response is produced by CPU.</a:t>
            </a:r>
            <a:r>
              <a:rPr lang="en-IN" altLang="en-US" smtClean="0">
                <a:latin typeface="Times New Roman" pitchFamily="18" charset="0"/>
              </a:rPr>
              <a:t>CPU response time  </a:t>
            </a:r>
            <a:r>
              <a:rPr lang="en-US" smtClean="0">
                <a:solidFill>
                  <a:srgbClr val="202124"/>
                </a:solidFill>
                <a:latin typeface="Arial" pitchFamily="34" charset="0"/>
              </a:rPr>
              <a:t>Response time is </a:t>
            </a:r>
            <a:r>
              <a:rPr lang="en-US" b="1" smtClean="0">
                <a:solidFill>
                  <a:srgbClr val="202124"/>
                </a:solidFill>
                <a:latin typeface="Arial" pitchFamily="34" charset="0"/>
              </a:rPr>
              <a:t>the total amount of time it takes to respond to a request for service</a:t>
            </a:r>
            <a:r>
              <a:rPr lang="en-US" smtClean="0">
                <a:solidFill>
                  <a:srgbClr val="202124"/>
                </a:solidFill>
                <a:latin typeface="Arial" pitchFamily="34" charset="0"/>
              </a:rPr>
              <a:t>.</a:t>
            </a:r>
            <a:endParaRPr lang="en-IN" altLang="en-US" smtClean="0">
              <a:latin typeface="Times New Roman" pitchFamily="18" charset="0"/>
            </a:endParaRPr>
          </a:p>
        </p:txBody>
      </p:sp>
      <p:sp>
        <p:nvSpPr>
          <p:cNvPr id="63492" name="Slide Number Placeholder 3"/>
          <p:cNvSpPr>
            <a:spLocks noGrp="1" noChangeArrowheads="1"/>
          </p:cNvSpPr>
          <p:nvPr>
            <p:ph type="sldNum" sz="quarter" idx="5"/>
          </p:nvPr>
        </p:nvSpPr>
        <p:spPr>
          <a:noFill/>
        </p:spPr>
        <p:txBody>
          <a:bodyPr/>
          <a:lstStyle/>
          <a:p>
            <a:fld id="{5A6030D4-8DAA-4143-980F-57C0B9AA747A}" type="slidenum">
              <a:rPr lang="en-US" altLang="en-US"/>
              <a:pPr/>
              <a:t>54</a:t>
            </a:fld>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ChangeArrowheads="1" noTextEdit="1"/>
          </p:cNvSpPr>
          <p:nvPr>
            <p:ph type="sldImg"/>
          </p:nvPr>
        </p:nvSpPr>
        <p:spPr>
          <a:ln/>
        </p:spPr>
      </p:sp>
      <p:sp>
        <p:nvSpPr>
          <p:cNvPr id="76803" name="Notes Placeholder 2"/>
          <p:cNvSpPr>
            <a:spLocks noGrp="1" noChangeArrowheads="1"/>
          </p:cNvSpPr>
          <p:nvPr>
            <p:ph type="body" idx="1"/>
          </p:nvPr>
        </p:nvSpPr>
        <p:spPr>
          <a:noFill/>
          <a:ln/>
        </p:spPr>
        <p:txBody>
          <a:bodyPr/>
          <a:lstStyle/>
          <a:p>
            <a:r>
              <a:rPr lang="en-US" altLang="en-US" smtClean="0">
                <a:latin typeface="Liberation Sans"/>
                <a:ea typeface="Liberation Sans"/>
                <a:cs typeface="Liberation Sans"/>
              </a:rPr>
              <a:t>Preemption is the act of temporarily interrupting a task being carried out by a computer system, without requiring its cooperation, and with the intention of resuming the task at a later time</a:t>
            </a:r>
            <a:endParaRPr lang="en-US" altLang="en-US" sz="1800" smtClean="0">
              <a:latin typeface="Liberation Sans"/>
              <a:ea typeface="Liberation Sans"/>
              <a:cs typeface="Liberation Sans"/>
            </a:endParaRPr>
          </a:p>
          <a:p>
            <a:endParaRPr lang="en-IN" smtClean="0">
              <a:latin typeface="Times New Roman" pitchFamily="18" charset="0"/>
            </a:endParaRPr>
          </a:p>
        </p:txBody>
      </p:sp>
      <p:sp>
        <p:nvSpPr>
          <p:cNvPr id="76804" name="Slide Number Placeholder 3"/>
          <p:cNvSpPr>
            <a:spLocks noGrp="1" noChangeArrowheads="1"/>
          </p:cNvSpPr>
          <p:nvPr>
            <p:ph type="sldNum" sz="quarter" idx="5"/>
          </p:nvPr>
        </p:nvSpPr>
        <p:spPr>
          <a:noFill/>
        </p:spPr>
        <p:txBody>
          <a:bodyPr/>
          <a:lstStyle/>
          <a:p>
            <a:fld id="{71CFB727-7FA6-4FA5-9B04-6CBDFA8B7E87}" type="slidenum">
              <a:rPr lang="en-US" altLang="en-US"/>
              <a:pPr/>
              <a:t>66</a:t>
            </a:fld>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ChangeArrowheads="1" noTextEdit="1"/>
          </p:cNvSpPr>
          <p:nvPr>
            <p:ph type="sldImg"/>
          </p:nvPr>
        </p:nvSpPr>
        <p:spPr>
          <a:ln/>
        </p:spPr>
      </p:sp>
      <p:sp>
        <p:nvSpPr>
          <p:cNvPr id="120835" name="Notes Placeholder 2"/>
          <p:cNvSpPr>
            <a:spLocks noGrp="1" noChangeArrowheads="1"/>
          </p:cNvSpPr>
          <p:nvPr>
            <p:ph type="body" idx="1"/>
          </p:nvPr>
        </p:nvSpPr>
        <p:spPr>
          <a:noFill/>
          <a:ln/>
        </p:spPr>
        <p:txBody>
          <a:bodyPr/>
          <a:lstStyle/>
          <a:p>
            <a:pPr>
              <a:spcBef>
                <a:spcPts val="100"/>
              </a:spcBef>
              <a:buFontTx/>
              <a:buChar char="•"/>
            </a:pPr>
            <a:r>
              <a:rPr lang="en-US" altLang="en-US" sz="2800" smtClean="0">
                <a:latin typeface="Liberation Sans"/>
                <a:ea typeface="Liberation Sans"/>
                <a:cs typeface="Liberation Sans"/>
              </a:rPr>
              <a:t>Priorities can be set internally (by scheduler) or  externally (by users)</a:t>
            </a:r>
          </a:p>
          <a:p>
            <a:pPr>
              <a:spcBef>
                <a:spcPts val="725"/>
              </a:spcBef>
              <a:buFontTx/>
              <a:buChar char="•"/>
            </a:pPr>
            <a:r>
              <a:rPr lang="en-US" altLang="en-US" sz="2800" smtClean="0">
                <a:solidFill>
                  <a:srgbClr val="006FBF"/>
                </a:solidFill>
                <a:latin typeface="Liberation Sans"/>
                <a:ea typeface="Liberation Sans"/>
                <a:cs typeface="Liberation Sans"/>
              </a:rPr>
              <a:t>Dynamic vs Static</a:t>
            </a:r>
            <a:endParaRPr lang="en-US" altLang="en-US" sz="2800" smtClean="0">
              <a:latin typeface="Liberation Sans"/>
              <a:ea typeface="Liberation Sans"/>
              <a:cs typeface="Liberation Sans"/>
            </a:endParaRPr>
          </a:p>
          <a:p>
            <a:pPr lvl="1">
              <a:spcBef>
                <a:spcPts val="613"/>
              </a:spcBef>
              <a:buFontTx/>
              <a:buChar char="–"/>
            </a:pPr>
            <a:r>
              <a:rPr lang="en-US" altLang="en-US" sz="2400" smtClean="0">
                <a:latin typeface="Liberation Sans"/>
                <a:ea typeface="Liberation Sans"/>
                <a:cs typeface="Liberation Sans"/>
              </a:rPr>
              <a:t>Static priority : priority of a process is fixed</a:t>
            </a:r>
          </a:p>
          <a:p>
            <a:pPr lvl="1">
              <a:spcBef>
                <a:spcPts val="600"/>
              </a:spcBef>
              <a:buFontTx/>
              <a:buChar char="–"/>
            </a:pPr>
            <a:r>
              <a:rPr lang="en-US" altLang="en-US" sz="2400" smtClean="0">
                <a:latin typeface="Liberation Sans"/>
                <a:ea typeface="Liberation Sans"/>
                <a:cs typeface="Liberation Sans"/>
              </a:rPr>
              <a:t>Dynamic priority : scheduler can change the process  priority during execution in order to achieve  scheduling goals</a:t>
            </a:r>
          </a:p>
          <a:p>
            <a:pPr lvl="2">
              <a:spcBef>
                <a:spcPts val="525"/>
              </a:spcBef>
              <a:buFontTx/>
              <a:buChar char="•"/>
            </a:pPr>
            <a:r>
              <a:rPr lang="en-US" altLang="en-US" sz="2000" smtClean="0">
                <a:latin typeface="Liberation Sans"/>
                <a:ea typeface="Liberation Sans"/>
                <a:cs typeface="Liberation Sans"/>
              </a:rPr>
              <a:t>eg1. decrease priority of a process to give another process a  chance to execute</a:t>
            </a:r>
          </a:p>
          <a:p>
            <a:pPr lvl="2">
              <a:spcBef>
                <a:spcPts val="525"/>
              </a:spcBef>
              <a:buFontTx/>
              <a:buChar char="•"/>
            </a:pPr>
            <a:r>
              <a:rPr lang="en-US" altLang="en-US" sz="2000" smtClean="0">
                <a:latin typeface="Liberation Sans"/>
                <a:ea typeface="Liberation Sans"/>
                <a:cs typeface="Liberation Sans"/>
              </a:rPr>
              <a:t>eg.2. increase priority for I/O bound processes</a:t>
            </a:r>
          </a:p>
          <a:p>
            <a:endParaRPr lang="en-IN" smtClean="0">
              <a:latin typeface="Times New Roman" pitchFamily="18" charset="0"/>
            </a:endParaRPr>
          </a:p>
        </p:txBody>
      </p:sp>
      <p:sp>
        <p:nvSpPr>
          <p:cNvPr id="120836" name="Slide Number Placeholder 3"/>
          <p:cNvSpPr>
            <a:spLocks noGrp="1" noChangeArrowheads="1"/>
          </p:cNvSpPr>
          <p:nvPr>
            <p:ph type="sldNum" sz="quarter" idx="5"/>
          </p:nvPr>
        </p:nvSpPr>
        <p:spPr>
          <a:noFill/>
        </p:spPr>
        <p:txBody>
          <a:bodyPr/>
          <a:lstStyle/>
          <a:p>
            <a:fld id="{ACFEED1D-74FE-4FA0-9505-DD5B4ABDD5A8}" type="slidenum">
              <a:rPr lang="en-US" altLang="en-US"/>
              <a:pPr/>
              <a:t>108</a:t>
            </a:fld>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Image Placeholder 1"/>
          <p:cNvSpPr>
            <a:spLocks noGrp="1" noRot="1" noChangeAspect="1" noChangeArrowheads="1" noTextEdit="1"/>
          </p:cNvSpPr>
          <p:nvPr>
            <p:ph type="sldImg"/>
          </p:nvPr>
        </p:nvSpPr>
        <p:spPr>
          <a:ln/>
        </p:spPr>
      </p:sp>
      <p:sp>
        <p:nvSpPr>
          <p:cNvPr id="140291" name="Notes Placeholder 2"/>
          <p:cNvSpPr>
            <a:spLocks noGrp="1" noChangeArrowheads="1"/>
          </p:cNvSpPr>
          <p:nvPr>
            <p:ph type="body" idx="1"/>
          </p:nvPr>
        </p:nvSpPr>
        <p:spPr>
          <a:noFill/>
          <a:ln/>
        </p:spPr>
        <p:txBody>
          <a:bodyPr/>
          <a:lstStyle/>
          <a:p>
            <a:r>
              <a:rPr lang="en-US" altLang="en-US" b="1" smtClean="0">
                <a:latin typeface="Times New Roman" pitchFamily="18" charset="0"/>
              </a:rPr>
              <a:t>system call</a:t>
            </a:r>
            <a:r>
              <a:rPr lang="en-US" altLang="en-US" smtClean="0">
                <a:latin typeface="Times New Roman" pitchFamily="18" charset="0"/>
              </a:rPr>
              <a:t> is the programmatic way in which a computer program requests a service from the kernel of the operating system it is executed on. </a:t>
            </a:r>
          </a:p>
          <a:p>
            <a:r>
              <a:rPr lang="en-US" altLang="en-US" smtClean="0">
                <a:latin typeface="Times New Roman" pitchFamily="18" charset="0"/>
              </a:rPr>
              <a:t>A system call is a way for programs to </a:t>
            </a:r>
            <a:r>
              <a:rPr lang="en-US" altLang="en-US" b="1" smtClean="0">
                <a:latin typeface="Times New Roman" pitchFamily="18" charset="0"/>
              </a:rPr>
              <a:t>interact with the operating system</a:t>
            </a:r>
            <a:r>
              <a:rPr lang="en-US" altLang="en-US" smtClean="0">
                <a:latin typeface="Times New Roman" pitchFamily="18" charset="0"/>
              </a:rPr>
              <a:t>. </a:t>
            </a:r>
          </a:p>
          <a:p>
            <a:r>
              <a:rPr lang="en-US" altLang="en-US" smtClean="0">
                <a:latin typeface="Times New Roman" pitchFamily="18" charset="0"/>
              </a:rPr>
              <a:t>A computer program makes a system call when it makes a request to the operating system’s kernel. </a:t>
            </a:r>
          </a:p>
          <a:p>
            <a:r>
              <a:rPr lang="en-US" altLang="en-US" smtClean="0">
                <a:latin typeface="Times New Roman" pitchFamily="18" charset="0"/>
              </a:rPr>
              <a:t>System call </a:t>
            </a:r>
            <a:r>
              <a:rPr lang="en-US" altLang="en-US" b="1" smtClean="0">
                <a:latin typeface="Times New Roman" pitchFamily="18" charset="0"/>
              </a:rPr>
              <a:t>provides</a:t>
            </a:r>
            <a:r>
              <a:rPr lang="en-US" altLang="en-US" smtClean="0">
                <a:latin typeface="Times New Roman" pitchFamily="18" charset="0"/>
              </a:rPr>
              <a:t> the services of the operating system to the user programs via Application Program Interface(API). </a:t>
            </a:r>
          </a:p>
          <a:p>
            <a:r>
              <a:rPr lang="en-US" altLang="en-US" smtClean="0">
                <a:latin typeface="Times New Roman" pitchFamily="18" charset="0"/>
              </a:rPr>
              <a:t>--It provides an interface between a process and operating system to allow user-level processes to request services of the operating system. </a:t>
            </a:r>
          </a:p>
          <a:p>
            <a:r>
              <a:rPr lang="en-US" altLang="en-US" smtClean="0">
                <a:latin typeface="Times New Roman" pitchFamily="18" charset="0"/>
              </a:rPr>
              <a:t>--System calls are the only entry points into the kernel system. All programs needing resources must use system calls.</a:t>
            </a:r>
          </a:p>
          <a:p>
            <a:r>
              <a:rPr lang="en-US" altLang="en-US" smtClean="0">
                <a:latin typeface="Times New Roman" pitchFamily="18" charset="0"/>
              </a:rPr>
              <a:t>--Implement UNIX system calls like ps, fork, join, exec family, and wait for process management (use shell script/ Java/ C programming). </a:t>
            </a:r>
            <a:endParaRPr lang="en-IN" altLang="en-US" smtClean="0">
              <a:latin typeface="Times New Roman" pitchFamily="18" charset="0"/>
            </a:endParaRPr>
          </a:p>
        </p:txBody>
      </p:sp>
      <p:sp>
        <p:nvSpPr>
          <p:cNvPr id="140292" name="Slide Number Placeholder 3"/>
          <p:cNvSpPr>
            <a:spLocks noGrp="1" noChangeArrowheads="1"/>
          </p:cNvSpPr>
          <p:nvPr>
            <p:ph type="sldNum" sz="quarter" idx="5"/>
          </p:nvPr>
        </p:nvSpPr>
        <p:spPr>
          <a:noFill/>
        </p:spPr>
        <p:txBody>
          <a:bodyPr/>
          <a:lstStyle/>
          <a:p>
            <a:fld id="{C24144CB-818D-4CA4-B5D4-1CDBB6F3DA7C}" type="slidenum">
              <a:rPr lang="en-US" altLang="en-US"/>
              <a:pPr/>
              <a:t>126</a:t>
            </a:fld>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ChangeArrowheads="1" noTextEdit="1"/>
          </p:cNvSpPr>
          <p:nvPr>
            <p:ph type="sldImg"/>
          </p:nvPr>
        </p:nvSpPr>
        <p:spPr>
          <a:ln/>
        </p:spPr>
      </p:sp>
      <p:sp>
        <p:nvSpPr>
          <p:cNvPr id="142339" name="Notes Placeholder 2"/>
          <p:cNvSpPr>
            <a:spLocks noGrp="1" noChangeArrowheads="1"/>
          </p:cNvSpPr>
          <p:nvPr>
            <p:ph type="body" idx="1"/>
          </p:nvPr>
        </p:nvSpPr>
        <p:spPr>
          <a:noFill/>
          <a:ln/>
        </p:spPr>
        <p:txBody>
          <a:bodyPr/>
          <a:lstStyle/>
          <a:p>
            <a:r>
              <a:rPr lang="en-US" altLang="en-US" smtClean="0">
                <a:latin typeface="Times New Roman" pitchFamily="18" charset="0"/>
              </a:rPr>
              <a:t>The </a:t>
            </a:r>
            <a:r>
              <a:rPr lang="en-US" altLang="en-US" b="1" smtClean="0">
                <a:latin typeface="Times New Roman" pitchFamily="18" charset="0"/>
              </a:rPr>
              <a:t>exec system call</a:t>
            </a:r>
            <a:r>
              <a:rPr lang="en-US" altLang="en-US" smtClean="0">
                <a:latin typeface="Times New Roman" pitchFamily="18" charset="0"/>
              </a:rPr>
              <a:t> is used to </a:t>
            </a:r>
            <a:r>
              <a:rPr lang="en-US" altLang="en-US" b="1" smtClean="0">
                <a:latin typeface="Times New Roman" pitchFamily="18" charset="0"/>
              </a:rPr>
              <a:t>execute</a:t>
            </a:r>
            <a:r>
              <a:rPr lang="en-US" altLang="en-US" smtClean="0">
                <a:latin typeface="Times New Roman" pitchFamily="18" charset="0"/>
              </a:rPr>
              <a:t> a file which is residing in an active process. When </a:t>
            </a:r>
            <a:r>
              <a:rPr lang="en-US" altLang="en-US" b="1" smtClean="0">
                <a:latin typeface="Times New Roman" pitchFamily="18" charset="0"/>
              </a:rPr>
              <a:t>exec</a:t>
            </a:r>
            <a:r>
              <a:rPr lang="en-US" altLang="en-US" smtClean="0">
                <a:latin typeface="Times New Roman" pitchFamily="18" charset="0"/>
              </a:rPr>
              <a:t> is </a:t>
            </a:r>
            <a:r>
              <a:rPr lang="en-US" altLang="en-US" b="1" smtClean="0">
                <a:latin typeface="Times New Roman" pitchFamily="18" charset="0"/>
              </a:rPr>
              <a:t>called</a:t>
            </a:r>
            <a:r>
              <a:rPr lang="en-US" altLang="en-US" smtClean="0">
                <a:latin typeface="Times New Roman" pitchFamily="18" charset="0"/>
              </a:rPr>
              <a:t> the previous executable file is replaced and new file is executed.</a:t>
            </a:r>
          </a:p>
          <a:p>
            <a:r>
              <a:rPr lang="en-US" altLang="en-US" smtClean="0">
                <a:latin typeface="Times New Roman" pitchFamily="18" charset="0"/>
              </a:rPr>
              <a:t>The </a:t>
            </a:r>
            <a:r>
              <a:rPr lang="en-US" altLang="en-US" b="1" smtClean="0">
                <a:latin typeface="Times New Roman" pitchFamily="18" charset="0"/>
              </a:rPr>
              <a:t>wait</a:t>
            </a:r>
            <a:r>
              <a:rPr lang="en-US" altLang="en-US" smtClean="0">
                <a:latin typeface="Times New Roman" pitchFamily="18" charset="0"/>
              </a:rPr>
              <a:t>() </a:t>
            </a:r>
            <a:r>
              <a:rPr lang="en-US" altLang="en-US" b="1" smtClean="0">
                <a:latin typeface="Times New Roman" pitchFamily="18" charset="0"/>
              </a:rPr>
              <a:t>system call</a:t>
            </a:r>
            <a:r>
              <a:rPr lang="en-US" altLang="en-US" smtClean="0">
                <a:latin typeface="Times New Roman" pitchFamily="18" charset="0"/>
              </a:rPr>
              <a:t> suspends execution of the current process until one of its children terminates. </a:t>
            </a:r>
          </a:p>
          <a:p>
            <a:endParaRPr lang="en-IN" altLang="en-US" smtClean="0">
              <a:latin typeface="Times New Roman" pitchFamily="18" charset="0"/>
            </a:endParaRPr>
          </a:p>
        </p:txBody>
      </p:sp>
      <p:sp>
        <p:nvSpPr>
          <p:cNvPr id="142340" name="Slide Number Placeholder 3"/>
          <p:cNvSpPr>
            <a:spLocks noGrp="1" noChangeArrowheads="1"/>
          </p:cNvSpPr>
          <p:nvPr>
            <p:ph type="sldNum" sz="quarter" idx="5"/>
          </p:nvPr>
        </p:nvSpPr>
        <p:spPr>
          <a:noFill/>
        </p:spPr>
        <p:txBody>
          <a:bodyPr/>
          <a:lstStyle/>
          <a:p>
            <a:fld id="{B21B0F7F-741F-4103-80F2-6149E92AFCFF}" type="slidenum">
              <a:rPr lang="en-US" altLang="en-US"/>
              <a:pPr/>
              <a:t>127</a:t>
            </a:fld>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p:cNvSpPr>
            <a:spLocks noGrp="1" noRot="1" noChangeAspect="1" noChangeArrowheads="1" noTextEdit="1"/>
          </p:cNvSpPr>
          <p:nvPr>
            <p:ph type="sldImg"/>
          </p:nvPr>
        </p:nvSpPr>
        <p:spPr>
          <a:ln/>
        </p:spPr>
      </p:sp>
      <p:sp>
        <p:nvSpPr>
          <p:cNvPr id="144387" name="Notes Placeholder 2"/>
          <p:cNvSpPr>
            <a:spLocks noGrp="1" noChangeArrowheads="1"/>
          </p:cNvSpPr>
          <p:nvPr>
            <p:ph type="body" idx="1"/>
          </p:nvPr>
        </p:nvSpPr>
        <p:spPr>
          <a:noFill/>
          <a:ln/>
        </p:spPr>
        <p:txBody>
          <a:bodyPr/>
          <a:lstStyle/>
          <a:p>
            <a:r>
              <a:rPr lang="en-US" altLang="en-US" smtClean="0">
                <a:solidFill>
                  <a:srgbClr val="444444"/>
                </a:solidFill>
                <a:latin typeface="Arimo"/>
              </a:rPr>
              <a:t>In execl() system function takes the path of the executable binary file (i.e. </a:t>
            </a:r>
            <a:r>
              <a:rPr lang="en-US" altLang="en-US" b="1" smtClean="0">
                <a:solidFill>
                  <a:srgbClr val="444444"/>
                </a:solidFill>
                <a:latin typeface="Arimo"/>
              </a:rPr>
              <a:t>/bin/ls</a:t>
            </a:r>
            <a:r>
              <a:rPr lang="en-US" altLang="en-US" smtClean="0">
                <a:solidFill>
                  <a:srgbClr val="444444"/>
                </a:solidFill>
                <a:latin typeface="Arimo"/>
              </a:rPr>
              <a:t>) as the first and second argument.</a:t>
            </a:r>
            <a:endParaRPr lang="en-IN" altLang="en-US" smtClean="0">
              <a:latin typeface="Times New Roman" pitchFamily="18" charset="0"/>
            </a:endParaRPr>
          </a:p>
        </p:txBody>
      </p:sp>
      <p:sp>
        <p:nvSpPr>
          <p:cNvPr id="144388" name="Slide Number Placeholder 3"/>
          <p:cNvSpPr>
            <a:spLocks noGrp="1" noChangeArrowheads="1"/>
          </p:cNvSpPr>
          <p:nvPr>
            <p:ph type="sldNum" sz="quarter" idx="5"/>
          </p:nvPr>
        </p:nvSpPr>
        <p:spPr>
          <a:noFill/>
        </p:spPr>
        <p:txBody>
          <a:bodyPr/>
          <a:lstStyle/>
          <a:p>
            <a:fld id="{52B59250-A5C4-48FF-95AA-235FF502C13D}" type="slidenum">
              <a:rPr lang="en-US" altLang="en-US"/>
              <a:pPr/>
              <a:t>128</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6">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6"/>
          <a:lstStyle>
            <a:lvl1pPr marL="0" marR="45716" indent="0" algn="r">
              <a:buNone/>
              <a:defRPr>
                <a:solidFill>
                  <a:schemeClr val="tx1"/>
                </a:solidFill>
              </a:defRPr>
            </a:lvl1pPr>
            <a:lvl2pPr marL="457154" indent="0" algn="ctr">
              <a:buNone/>
            </a:lvl2pPr>
            <a:lvl3pPr marL="914309" indent="0" algn="ctr">
              <a:buNone/>
            </a:lvl3pPr>
            <a:lvl4pPr marL="1371463" indent="0" algn="ctr">
              <a:buNone/>
            </a:lvl4pPr>
            <a:lvl5pPr marL="1828618" indent="0" algn="ctr">
              <a:buNone/>
            </a:lvl5pPr>
            <a:lvl6pPr marL="2285772" indent="0" algn="ctr">
              <a:buNone/>
            </a:lvl6pPr>
            <a:lvl7pPr marL="2742926" indent="0" algn="ctr">
              <a:buNone/>
            </a:lvl7pPr>
            <a:lvl8pPr marL="3200080" indent="0" algn="ctr">
              <a:buNone/>
            </a:lvl8pPr>
            <a:lvl9pPr marL="3657234" indent="0" algn="ctr">
              <a:buNone/>
            </a:lvl9pPr>
          </a:lstStyle>
          <a:p>
            <a:r>
              <a:rPr lang="en-US"/>
              <a:t>Click to edit Master subtitle style</a:t>
            </a:r>
          </a:p>
        </p:txBody>
      </p:sp>
      <p:sp>
        <p:nvSpPr>
          <p:cNvPr id="4" name="Date Placeholder 29"/>
          <p:cNvSpPr>
            <a:spLocks noGrp="1"/>
          </p:cNvSpPr>
          <p:nvPr>
            <p:ph type="dt" sz="half" idx="10"/>
          </p:nvPr>
        </p:nvSpPr>
        <p:spPr/>
        <p:txBody>
          <a:bodyPr/>
          <a:lstStyle>
            <a:lvl1pPr>
              <a:defRPr/>
            </a:lvl1pPr>
          </a:lstStyle>
          <a:p>
            <a:pPr>
              <a:defRPr/>
            </a:pPr>
            <a:fld id="{502E6BE3-30D3-4C26-97D9-98FD2B0F9E97}" type="datetime1">
              <a:rPr lang="en-US"/>
              <a:pPr>
                <a:defRPr/>
              </a:pPr>
              <a:t>9/29/2022</a:t>
            </a:fld>
            <a:endParaRPr lang="en-US"/>
          </a:p>
        </p:txBody>
      </p:sp>
      <p:sp>
        <p:nvSpPr>
          <p:cNvPr id="5" name="Footer Placeholder 18"/>
          <p:cNvSpPr>
            <a:spLocks noGrp="1"/>
          </p:cNvSpPr>
          <p:nvPr>
            <p:ph type="ftr" sz="quarter" idx="11"/>
          </p:nvPr>
        </p:nvSpPr>
        <p:spPr/>
        <p:txBody>
          <a:bodyPr/>
          <a:lstStyle>
            <a:lvl1pPr>
              <a:defRPr/>
            </a:lvl1pPr>
          </a:lstStyle>
          <a:p>
            <a:pPr>
              <a:defRPr/>
            </a:pPr>
            <a:endParaRPr lang="en-US"/>
          </a:p>
        </p:txBody>
      </p:sp>
      <p:sp>
        <p:nvSpPr>
          <p:cNvPr id="6" name="Slide Number Placeholder 26"/>
          <p:cNvSpPr>
            <a:spLocks noGrp="1"/>
          </p:cNvSpPr>
          <p:nvPr>
            <p:ph type="sldNum" sz="quarter" idx="12"/>
          </p:nvPr>
        </p:nvSpPr>
        <p:spPr/>
        <p:txBody>
          <a:bodyPr/>
          <a:lstStyle>
            <a:lvl1pPr>
              <a:defRPr>
                <a:solidFill>
                  <a:srgbClr val="D1EAEE"/>
                </a:solidFill>
              </a:defRPr>
            </a:lvl1pPr>
          </a:lstStyle>
          <a:p>
            <a:fld id="{454F801A-7658-4AA9-BEEB-22C9528FA92E}" type="slidenum">
              <a:rPr lang="en-US" altLang="en-US"/>
              <a:pPr/>
              <a:t>‹#›</a:t>
            </a:fld>
            <a:endParaRPr lang="en-US"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A58A194C-AF5F-4F03-9A56-1FCB91D8FC97}" type="datetime1">
              <a:rPr lang="en-US"/>
              <a:pPr>
                <a:defRPr/>
              </a:pPr>
              <a:t>9/29/2022</a:t>
            </a:fld>
            <a:endParaRPr lang="en-US" dirty="0"/>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fld id="{2F3868F3-13FB-4339-8B49-CB7D1F0867D4}" type="slidenum">
              <a:rPr lang="en-US" altLang="en-US"/>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530352" y="2704665"/>
            <a:ext cx="7772400" cy="1509712"/>
          </a:xfrm>
        </p:spPr>
        <p:txBody>
          <a:bodyPr lIns="45716" rIns="45716"/>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7469A363-F2EB-4CF7-9484-355DAF6B3072}" type="datetime1">
              <a:rPr lang="en-US"/>
              <a:pPr>
                <a:defRPr/>
              </a:pPr>
              <a:t>9/29/2022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solidFill>
                  <a:srgbClr val="D1EAEE"/>
                </a:solidFill>
              </a:defRPr>
            </a:lvl1pPr>
          </a:lstStyle>
          <a:p>
            <a:fld id="{64EF51E1-D77D-445F-9D3E-B612B8A43890}" type="slidenum">
              <a:rPr lang="en-US" altLang="en-US"/>
              <a:pPr/>
              <a:t>‹#›</a:t>
            </a:fld>
            <a:endParaRPr lang="en-US"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05C0B067-84C4-4AC9-9810-ACED348B5D2F}" type="datetime1">
              <a:rPr lang="en-US"/>
              <a:pPr>
                <a:defRPr/>
              </a:pPr>
              <a:t>9/29/2022</a:t>
            </a:fld>
            <a:endParaRPr lang="en-US" dirty="0"/>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fld id="{154FAB81-C2B6-4C60-9E1E-EBE4BC8EDEAD}" type="slidenum">
              <a:rPr lang="en-US" altLang="en-US"/>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855248"/>
            <a:ext cx="4040188" cy="659352"/>
          </a:xfrm>
        </p:spPr>
        <p:txBody>
          <a:bodyPr lIns="45716" tIns="0" rIns="45716"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7" y="1859759"/>
            <a:ext cx="4041775" cy="654843"/>
          </a:xfrm>
        </p:spPr>
        <p:txBody>
          <a:bodyPr lIns="45716" tIns="0" rIns="45716"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2514601"/>
            <a:ext cx="4040188"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7" y="2514601"/>
            <a:ext cx="4041775"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p:cNvSpPr>
            <a:spLocks noGrp="1"/>
          </p:cNvSpPr>
          <p:nvPr>
            <p:ph type="dt" sz="half" idx="10"/>
          </p:nvPr>
        </p:nvSpPr>
        <p:spPr/>
        <p:txBody>
          <a:bodyPr/>
          <a:lstStyle>
            <a:lvl1pPr>
              <a:defRPr/>
            </a:lvl1pPr>
          </a:lstStyle>
          <a:p>
            <a:pPr>
              <a:defRPr/>
            </a:pPr>
            <a:fld id="{52009DF1-3959-4847-ACE2-0A914C2B2271}" type="datetime1">
              <a:rPr lang="en-US"/>
              <a:pPr>
                <a:defRPr/>
              </a:pPr>
              <a:t>9/29/2022</a:t>
            </a:fld>
            <a:endParaRPr lang="en-US" dirty="0"/>
          </a:p>
        </p:txBody>
      </p:sp>
      <p:sp>
        <p:nvSpPr>
          <p:cNvPr id="8" name="Footer Placeholder 21"/>
          <p:cNvSpPr>
            <a:spLocks noGrp="1"/>
          </p:cNvSpPr>
          <p:nvPr>
            <p:ph type="ftr" sz="quarter" idx="11"/>
          </p:nvPr>
        </p:nvSpPr>
        <p:spPr/>
        <p:txBody>
          <a:bodyPr/>
          <a:lstStyle>
            <a:lvl1pPr>
              <a:defRPr/>
            </a:lvl1pPr>
          </a:lstStyle>
          <a:p>
            <a:pPr>
              <a:defRPr/>
            </a:pPr>
            <a:endParaRPr lang="en-US"/>
          </a:p>
        </p:txBody>
      </p:sp>
      <p:sp>
        <p:nvSpPr>
          <p:cNvPr id="9" name="Slide Number Placeholder 17"/>
          <p:cNvSpPr>
            <a:spLocks noGrp="1"/>
          </p:cNvSpPr>
          <p:nvPr>
            <p:ph type="sldNum" sz="quarter" idx="12"/>
          </p:nvPr>
        </p:nvSpPr>
        <p:spPr/>
        <p:txBody>
          <a:bodyPr/>
          <a:lstStyle>
            <a:lvl1pPr>
              <a:defRPr/>
            </a:lvl1pPr>
          </a:lstStyle>
          <a:p>
            <a:fld id="{210D4662-88A0-41F5-A49B-4143B09DD307}" type="slidenum">
              <a:rPr lang="en-US" altLang="en-US"/>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85F3AAB1-39C0-4A38-93F0-A65E7A05020D}" type="datetime1">
              <a:rPr lang="en-US"/>
              <a:pPr>
                <a:defRPr/>
              </a:pPr>
              <a:t>9/29/2022</a:t>
            </a:fld>
            <a:endParaRPr lang="en-US" dirty="0"/>
          </a:p>
        </p:txBody>
      </p:sp>
      <p:sp>
        <p:nvSpPr>
          <p:cNvPr id="4" name="Footer Placeholder 21"/>
          <p:cNvSpPr>
            <a:spLocks noGrp="1"/>
          </p:cNvSpPr>
          <p:nvPr>
            <p:ph type="ftr" sz="quarter" idx="11"/>
          </p:nvPr>
        </p:nvSpPr>
        <p:spPr/>
        <p:txBody>
          <a:bodyPr/>
          <a:lstStyle>
            <a:lvl1pPr>
              <a:defRPr/>
            </a:lvl1pPr>
          </a:lstStyle>
          <a:p>
            <a:pPr>
              <a:defRPr/>
            </a:pPr>
            <a:endParaRPr lang="en-US"/>
          </a:p>
        </p:txBody>
      </p:sp>
      <p:sp>
        <p:nvSpPr>
          <p:cNvPr id="5" name="Slide Number Placeholder 17"/>
          <p:cNvSpPr>
            <a:spLocks noGrp="1"/>
          </p:cNvSpPr>
          <p:nvPr>
            <p:ph type="sldNum" sz="quarter" idx="12"/>
          </p:nvPr>
        </p:nvSpPr>
        <p:spPr/>
        <p:txBody>
          <a:bodyPr/>
          <a:lstStyle>
            <a:lvl1pPr>
              <a:defRPr/>
            </a:lvl1pPr>
          </a:lstStyle>
          <a:p>
            <a:fld id="{C66F883F-10EA-4B1E-9F4D-0488C67D52DF}" type="slidenum">
              <a:rPr lang="en-US" altLang="en-US"/>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0A461DCB-6798-4D29-86E0-52AB506512E4}" type="datetime1">
              <a:rPr lang="en-US"/>
              <a:pPr>
                <a:defRPr/>
              </a:pPr>
              <a:t>9/29/2022</a:t>
            </a:fld>
            <a:endParaRPr lang="en-US" dirty="0"/>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fld id="{0D8C8CCC-B7E7-4316-87CD-6CC7B59A5516}" type="slidenum">
              <a:rPr lang="en-US" altLang="en-US"/>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685800" y="1676400"/>
            <a:ext cx="2743200" cy="4572000"/>
          </a:xfrm>
        </p:spPr>
        <p:txBody>
          <a:bodyPr lIns="18286" rIns="18286"/>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F5301FDC-A7E9-4DAC-902F-25F2BA0BE88E}" type="datetime1">
              <a:rPr lang="en-US"/>
              <a:pPr>
                <a:defRPr/>
              </a:pPr>
              <a:t>9/29/2022</a:t>
            </a:fld>
            <a:endParaRPr lang="en-US" dirty="0"/>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fld id="{79435E71-4696-4C01-8A98-3FD09CFC65CC}" type="slidenum">
              <a:rPr lang="en-US" altLang="en-US"/>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lIns="91431" tIns="45716" rIns="91431" bIns="45716" anchor="ctr"/>
          <a:lstStyle/>
          <a:p>
            <a:pPr algn="ctr" eaLnBrk="1" hangingPunct="1">
              <a:defRPr/>
            </a:pPr>
            <a:endParaRPr lang="en-US"/>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lIns="91431" tIns="45716" rIns="91431" bIns="45716" anchor="ctr"/>
          <a:lstStyle/>
          <a:p>
            <a:pPr algn="ctr" eaLnBrk="1" hangingPunct="1">
              <a:defRPr/>
            </a:pPr>
            <a:endParaRPr lang="en-US"/>
          </a:p>
        </p:txBody>
      </p:sp>
      <p:sp>
        <p:nvSpPr>
          <p:cNvPr id="7" name="Freeform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lIns="91431" tIns="45716" rIns="91431" bIns="45716"/>
          <a:lstStyle/>
          <a:p>
            <a:pPr eaLnBrk="1" hangingPunct="1">
              <a:defRPr/>
            </a:pPr>
            <a:endParaRPr lang="en-US" dirty="0">
              <a:latin typeface="+mn-lt"/>
              <a:ea typeface="+mn-ea"/>
            </a:endParaRPr>
          </a:p>
        </p:txBody>
      </p:sp>
      <p:sp>
        <p:nvSpPr>
          <p:cNvPr id="8" name="Freeform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lIns="91431" tIns="45716" rIns="91431" bIns="45716"/>
          <a:lstStyle/>
          <a:p>
            <a:pPr eaLnBrk="1" hangingPunct="1">
              <a:defRPr/>
            </a:pPr>
            <a:endParaRPr lang="en-US" dirty="0">
              <a:latin typeface="+mn-lt"/>
              <a:ea typeface="+mn-ea"/>
            </a:endParaRPr>
          </a:p>
        </p:txBody>
      </p:sp>
      <p:sp>
        <p:nvSpPr>
          <p:cNvPr id="2" name="Title 1"/>
          <p:cNvSpPr>
            <a:spLocks noGrp="1"/>
          </p:cNvSpPr>
          <p:nvPr>
            <p:ph type="title"/>
          </p:nvPr>
        </p:nvSpPr>
        <p:spPr>
          <a:xfrm>
            <a:off x="609600" y="1176998"/>
            <a:ext cx="2212848" cy="1582621"/>
          </a:xfrm>
        </p:spPr>
        <p:txBody>
          <a:bodyPr lIns="45716" rIns="45716" bIns="45716"/>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2" rIns="45716"/>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fld id="{D147A4FD-F635-493E-ABFF-74E552D05773}" type="datetime1">
              <a:rPr lang="en-US"/>
              <a:pPr>
                <a:defRPr/>
              </a:pPr>
              <a:t>9/29/2022</a:t>
            </a:fld>
            <a:endParaRPr lang="en-US"/>
          </a:p>
        </p:txBody>
      </p:sp>
      <p:sp>
        <p:nvSpPr>
          <p:cNvPr id="10" name="Footer Placeholder 5"/>
          <p:cNvSpPr>
            <a:spLocks noGrp="1"/>
          </p:cNvSpPr>
          <p:nvPr>
            <p:ph type="ftr" sz="quarter" idx="11"/>
          </p:nvPr>
        </p:nvSpPr>
        <p:spPr/>
        <p:txBody>
          <a:bodyPr/>
          <a:lstStyle>
            <a:lvl1pPr>
              <a:defRPr/>
            </a:lvl1pPr>
          </a:lstStyle>
          <a:p>
            <a:pPr>
              <a:defRPr/>
            </a:pPr>
            <a:endParaRPr lang="en-US"/>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fld id="{C0E0D1DC-9C3F-42EF-87AE-9B18F1A6B717}" type="slidenum">
              <a:rPr lang="en-US" altLang="en-US"/>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20991EC4-7C36-4667-B3CA-08CD785E9FF0}" type="datetime1">
              <a:rPr lang="en-US"/>
              <a:pPr>
                <a:defRPr/>
              </a:pPr>
              <a:t>9/29/2022</a:t>
            </a:fld>
            <a:endParaRPr lang="en-US" dirty="0"/>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fld id="{629606B3-EF80-44C7-AC4E-A83535AF11D2}" type="slidenum">
              <a:rPr lang="en-US" altLang="en-US"/>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3"/>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914403"/>
            <a:ext cx="60198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A3647A08-29FD-453D-9C0A-B9996B07F11B}" type="datetime1">
              <a:rPr lang="en-US"/>
              <a:pPr>
                <a:defRPr/>
              </a:pPr>
              <a:t>9/29/2022</a:t>
            </a:fld>
            <a:endParaRPr lang="en-US" dirty="0"/>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fld id="{D187BD11-97E6-438C-81A8-BDC3D0049B2E}" type="slidenum">
              <a:rPr lang="en-US" altLang="en-US"/>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lIns="91431" tIns="45716" rIns="91431" bIns="45716"/>
          <a:lstStyle/>
          <a:p>
            <a:pPr eaLnBrk="1" hangingPunct="1">
              <a:defRPr/>
            </a:pPr>
            <a:endParaRPr lang="en-US" dirty="0">
              <a:latin typeface="+mn-lt"/>
              <a:ea typeface="+mn-ea"/>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lIns="91431" tIns="45716" rIns="91431" bIns="45716"/>
          <a:lstStyle/>
          <a:p>
            <a:pPr eaLnBrk="1" hangingPunct="1">
              <a:defRPr/>
            </a:pPr>
            <a:endParaRPr lang="en-US" dirty="0">
              <a:latin typeface="+mn-lt"/>
              <a:ea typeface="+mn-ea"/>
            </a:endParaRPr>
          </a:p>
        </p:txBody>
      </p:sp>
      <p:sp>
        <p:nvSpPr>
          <p:cNvPr id="1028" name="Title Placeholder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16" rIns="0" bIns="0" numCol="1" anchor="b" anchorCtr="0" compatLnSpc="1">
            <a:prstTxWarp prst="textNoShape">
              <a:avLst/>
            </a:prstTxWarp>
          </a:bodyPr>
          <a:lstStyle/>
          <a:p>
            <a:pPr lvl="0"/>
            <a:r>
              <a:rPr lang="en-US" altLang="en-US" smtClean="0"/>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31" tIns="45716" rIns="91431" bIns="45716"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ea typeface="MS PGothic" pitchFamily="34" charset="-128"/>
              </a:defRPr>
            </a:lvl1pPr>
          </a:lstStyle>
          <a:p>
            <a:pPr>
              <a:defRPr/>
            </a:pPr>
            <a:fld id="{85C07B33-980E-4AE3-932B-91C4C0AE4D67}" type="datetime1">
              <a:rPr lang="en-US"/>
              <a:pPr>
                <a:defRPr/>
              </a:pPr>
              <a:t>9/29/2022</a:t>
            </a:fld>
            <a:endParaRPr lang="en-US"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ea typeface="MS PGothic" pitchFamily="34" charset="-128"/>
              </a:defRPr>
            </a:lvl1pPr>
          </a:lstStyle>
          <a:p>
            <a:pPr>
              <a:defRPr/>
            </a:pPr>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prstTxWarp prst="textNoShape">
              <a:avLst/>
            </a:prstTxWarp>
          </a:bodyPr>
          <a:lstStyle>
            <a:lvl1pPr algn="r" eaLnBrk="1" hangingPunct="1">
              <a:defRPr sz="1200">
                <a:solidFill>
                  <a:srgbClr val="045C75"/>
                </a:solidFill>
              </a:defRPr>
            </a:lvl1pPr>
          </a:lstStyle>
          <a:p>
            <a:fld id="{F909573A-F68D-4A87-902C-43EC5417C47C}" type="slidenum">
              <a:rPr lang="en-US" altLang="en-US"/>
              <a:pPr/>
              <a:t>‹#›</a:t>
            </a:fld>
            <a:endParaRPr lang="en-US" altLang="en-US"/>
          </a:p>
        </p:txBody>
      </p:sp>
      <p:grpSp>
        <p:nvGrpSpPr>
          <p:cNvPr id="103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lang="en-US"/>
            </a:p>
          </p:txBody>
        </p:sp>
      </p:grpSp>
    </p:spTree>
  </p:cSld>
  <p:clrMap bg1="lt1" tx1="dk1" bg2="lt2" tx2="dk2" accent1="accent1" accent2="accent2" accent3="accent3" accent4="accent4" accent5="accent5" accent6="accent6" hlink="hlink" folHlink="folHlink"/>
  <p:sldLayoutIdLst>
    <p:sldLayoutId id="2147484493" r:id="rId1"/>
    <p:sldLayoutId id="2147484485" r:id="rId2"/>
    <p:sldLayoutId id="2147484494" r:id="rId3"/>
    <p:sldLayoutId id="2147484486" r:id="rId4"/>
    <p:sldLayoutId id="2147484487" r:id="rId5"/>
    <p:sldLayoutId id="2147484488" r:id="rId6"/>
    <p:sldLayoutId id="2147484489" r:id="rId7"/>
    <p:sldLayoutId id="2147484490" r:id="rId8"/>
    <p:sldLayoutId id="2147484495" r:id="rId9"/>
    <p:sldLayoutId id="2147484491" r:id="rId10"/>
    <p:sldLayoutId id="2147484492" r:id="rId11"/>
  </p:sldLayoutIdLst>
  <p:hf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anose="020F0502020204030204" pitchFamily="34" charset="0"/>
        </a:defRPr>
      </a:lvl2pPr>
      <a:lvl3pPr algn="l" rtl="0" eaLnBrk="0" fontAlgn="base" hangingPunct="0">
        <a:spcBef>
          <a:spcPct val="0"/>
        </a:spcBef>
        <a:spcAft>
          <a:spcPct val="0"/>
        </a:spcAft>
        <a:defRPr sz="5000">
          <a:solidFill>
            <a:schemeClr val="tx2"/>
          </a:solidFill>
          <a:latin typeface="Calibri" panose="020F0502020204030204" pitchFamily="34" charset="0"/>
        </a:defRPr>
      </a:lvl3pPr>
      <a:lvl4pPr algn="l" rtl="0" eaLnBrk="0" fontAlgn="base" hangingPunct="0">
        <a:spcBef>
          <a:spcPct val="0"/>
        </a:spcBef>
        <a:spcAft>
          <a:spcPct val="0"/>
        </a:spcAft>
        <a:defRPr sz="5000">
          <a:solidFill>
            <a:schemeClr val="tx2"/>
          </a:solidFill>
          <a:latin typeface="Calibri" panose="020F0502020204030204" pitchFamily="34" charset="0"/>
        </a:defRPr>
      </a:lvl4pPr>
      <a:lvl5pPr algn="l" rtl="0" eaLnBrk="0" fontAlgn="base" hangingPunct="0">
        <a:spcBef>
          <a:spcPct val="0"/>
        </a:spcBef>
        <a:spcAft>
          <a:spcPct val="0"/>
        </a:spcAft>
        <a:defRPr sz="5000">
          <a:solidFill>
            <a:schemeClr val="tx2"/>
          </a:solidFill>
          <a:latin typeface="Calibri" panose="020F0502020204030204" pitchFamily="34" charset="0"/>
        </a:defRPr>
      </a:lvl5pPr>
      <a:lvl6pPr marL="457200" algn="l" rtl="0" fontAlgn="base">
        <a:spcBef>
          <a:spcPct val="0"/>
        </a:spcBef>
        <a:spcAft>
          <a:spcPct val="0"/>
        </a:spcAft>
        <a:defRPr sz="5000">
          <a:solidFill>
            <a:schemeClr val="tx2"/>
          </a:solidFill>
          <a:latin typeface="Calibri" panose="020F0502020204030204" pitchFamily="34" charset="0"/>
        </a:defRPr>
      </a:lvl6pPr>
      <a:lvl7pPr marL="914400" algn="l" rtl="0" fontAlgn="base">
        <a:spcBef>
          <a:spcPct val="0"/>
        </a:spcBef>
        <a:spcAft>
          <a:spcPct val="0"/>
        </a:spcAft>
        <a:defRPr sz="5000">
          <a:solidFill>
            <a:schemeClr val="tx2"/>
          </a:solidFill>
          <a:latin typeface="Calibri" panose="020F0502020204030204" pitchFamily="34" charset="0"/>
        </a:defRPr>
      </a:lvl7pPr>
      <a:lvl8pPr marL="1371600" algn="l" rtl="0" fontAlgn="base">
        <a:spcBef>
          <a:spcPct val="0"/>
        </a:spcBef>
        <a:spcAft>
          <a:spcPct val="0"/>
        </a:spcAft>
        <a:defRPr sz="5000">
          <a:solidFill>
            <a:schemeClr val="tx2"/>
          </a:solidFill>
          <a:latin typeface="Calibri" panose="020F0502020204030204" pitchFamily="34" charset="0"/>
        </a:defRPr>
      </a:lvl8pPr>
      <a:lvl9pPr marL="1828800" algn="l" rtl="0" fontAlgn="base">
        <a:spcBef>
          <a:spcPct val="0"/>
        </a:spcBef>
        <a:spcAft>
          <a:spcPct val="0"/>
        </a:spcAft>
        <a:defRPr sz="5000">
          <a:solidFill>
            <a:schemeClr val="tx2"/>
          </a:solidFill>
          <a:latin typeface="Calibri" panose="020F0502020204030204"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2813"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186" indent="-210291"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048" indent="-182862"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340" indent="-182862"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633" indent="-182862"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154" algn="l" rtl="0" eaLnBrk="1" latinLnBrk="0" hangingPunct="1">
        <a:defRPr kumimoji="0" kern="1200">
          <a:solidFill>
            <a:schemeClr val="tx1"/>
          </a:solidFill>
          <a:latin typeface="+mn-lt"/>
          <a:ea typeface="+mn-ea"/>
          <a:cs typeface="+mn-cs"/>
        </a:defRPr>
      </a:lvl2pPr>
      <a:lvl3pPr marL="914309" algn="l" rtl="0" eaLnBrk="1" latinLnBrk="0" hangingPunct="1">
        <a:defRPr kumimoji="0" kern="1200">
          <a:solidFill>
            <a:schemeClr val="tx1"/>
          </a:solidFill>
          <a:latin typeface="+mn-lt"/>
          <a:ea typeface="+mn-ea"/>
          <a:cs typeface="+mn-cs"/>
        </a:defRPr>
      </a:lvl3pPr>
      <a:lvl4pPr marL="1371463" algn="l" rtl="0" eaLnBrk="1" latinLnBrk="0" hangingPunct="1">
        <a:defRPr kumimoji="0" kern="1200">
          <a:solidFill>
            <a:schemeClr val="tx1"/>
          </a:solidFill>
          <a:latin typeface="+mn-lt"/>
          <a:ea typeface="+mn-ea"/>
          <a:cs typeface="+mn-cs"/>
        </a:defRPr>
      </a:lvl4pPr>
      <a:lvl5pPr marL="1828618" algn="l" rtl="0" eaLnBrk="1" latinLnBrk="0" hangingPunct="1">
        <a:defRPr kumimoji="0" kern="1200">
          <a:solidFill>
            <a:schemeClr val="tx1"/>
          </a:solidFill>
          <a:latin typeface="+mn-lt"/>
          <a:ea typeface="+mn-ea"/>
          <a:cs typeface="+mn-cs"/>
        </a:defRPr>
      </a:lvl5pPr>
      <a:lvl6pPr marL="2285772" algn="l" rtl="0" eaLnBrk="1" latinLnBrk="0" hangingPunct="1">
        <a:defRPr kumimoji="0" kern="1200">
          <a:solidFill>
            <a:schemeClr val="tx1"/>
          </a:solidFill>
          <a:latin typeface="+mn-lt"/>
          <a:ea typeface="+mn-ea"/>
          <a:cs typeface="+mn-cs"/>
        </a:defRPr>
      </a:lvl6pPr>
      <a:lvl7pPr marL="2742926" algn="l" rtl="0" eaLnBrk="1" latinLnBrk="0" hangingPunct="1">
        <a:defRPr kumimoji="0" kern="1200">
          <a:solidFill>
            <a:schemeClr val="tx1"/>
          </a:solidFill>
          <a:latin typeface="+mn-lt"/>
          <a:ea typeface="+mn-ea"/>
          <a:cs typeface="+mn-cs"/>
        </a:defRPr>
      </a:lvl7pPr>
      <a:lvl8pPr marL="3200080" algn="l" rtl="0" eaLnBrk="1" latinLnBrk="0" hangingPunct="1">
        <a:defRPr kumimoji="0" kern="1200">
          <a:solidFill>
            <a:schemeClr val="tx1"/>
          </a:solidFill>
          <a:latin typeface="+mn-lt"/>
          <a:ea typeface="+mn-ea"/>
          <a:cs typeface="+mn-cs"/>
        </a:defRPr>
      </a:lvl8pPr>
      <a:lvl9pPr marL="3657234"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TE_Computer_2019_Course_22.06.2021%20(1).pdf"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24.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hyperlink" Target="SPOS_UNIT4.ppt"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hyperlink" Target="SPOS_UNIT4.ppt" TargetMode="Externa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026"/>
          <p:cNvSpPr>
            <a:spLocks noGrp="1" noChangeArrowheads="1"/>
          </p:cNvSpPr>
          <p:nvPr>
            <p:ph type="ctrTitle"/>
          </p:nvPr>
        </p:nvSpPr>
        <p:spPr>
          <a:xfrm>
            <a:off x="685354" y="2286000"/>
            <a:ext cx="7773293" cy="1143000"/>
          </a:xfrm>
        </p:spPr>
        <p:txBody>
          <a:bodyPr>
            <a:noAutofit/>
          </a:bodyPr>
          <a:lstStyle/>
          <a:p>
            <a:pPr algn="ctr" eaLnBrk="1" hangingPunct="1"/>
            <a:r>
              <a:rPr lang="en-US" sz="3200" dirty="0" smtClean="0">
                <a:solidFill>
                  <a:srgbClr val="C00000"/>
                </a:solidFill>
                <a:latin typeface="Times New Roman" pitchFamily="18" charset="0"/>
                <a:cs typeface="Times New Roman" pitchFamily="18" charset="0"/>
              </a:rPr>
              <a:t>Unit 4: Operating Systems </a:t>
            </a:r>
            <a:br>
              <a:rPr lang="en-US" sz="3200" dirty="0" smtClean="0">
                <a:solidFill>
                  <a:srgbClr val="C00000"/>
                </a:solidFill>
                <a:latin typeface="Times New Roman" pitchFamily="18" charset="0"/>
                <a:cs typeface="Times New Roman" pitchFamily="18" charset="0"/>
              </a:rPr>
            </a:br>
            <a:r>
              <a:rPr lang="en-US" sz="3200" dirty="0" smtClean="0">
                <a:solidFill>
                  <a:srgbClr val="C00000"/>
                </a:solidFill>
                <a:latin typeface="Times New Roman" pitchFamily="18" charset="0"/>
                <a:cs typeface="Times New Roman" pitchFamily="18" charset="0"/>
              </a:rPr>
              <a:t/>
            </a:r>
            <a:br>
              <a:rPr lang="en-US" sz="3200" dirty="0" smtClean="0">
                <a:solidFill>
                  <a:srgbClr val="C00000"/>
                </a:solidFill>
                <a:latin typeface="Times New Roman" pitchFamily="18" charset="0"/>
                <a:cs typeface="Times New Roman" pitchFamily="18" charset="0"/>
              </a:rPr>
            </a:br>
            <a:r>
              <a:rPr lang="en-US" sz="3200" dirty="0" smtClean="0">
                <a:solidFill>
                  <a:srgbClr val="C00000"/>
                </a:solidFill>
                <a:latin typeface="Times New Roman" pitchFamily="18" charset="0"/>
                <a:cs typeface="Times New Roman" pitchFamily="18" charset="0"/>
              </a:rPr>
              <a:t>Process Scheduling Algorithms</a:t>
            </a:r>
          </a:p>
        </p:txBody>
      </p:sp>
      <p:sp>
        <p:nvSpPr>
          <p:cNvPr id="4099" name="Rectangle 1027"/>
          <p:cNvSpPr>
            <a:spLocks noGrp="1" noChangeArrowheads="1"/>
          </p:cNvSpPr>
          <p:nvPr>
            <p:ph type="subTitle" idx="1"/>
          </p:nvPr>
        </p:nvSpPr>
        <p:spPr>
          <a:xfrm>
            <a:off x="1371824" y="4572000"/>
            <a:ext cx="6400354" cy="1752451"/>
          </a:xfrm>
        </p:spPr>
        <p:txBody>
          <a:bodyPr/>
          <a:lstStyle/>
          <a:p>
            <a:pPr eaLnBrk="1" hangingPunct="1"/>
            <a:r>
              <a:rPr lang="en-US" dirty="0" smtClean="0"/>
              <a:t>By</a:t>
            </a:r>
          </a:p>
          <a:p>
            <a:pPr eaLnBrk="1" hangingPunct="1"/>
            <a:r>
              <a:rPr lang="en-US" dirty="0" smtClean="0"/>
              <a:t>Asst. Prof. </a:t>
            </a:r>
            <a:r>
              <a:rPr lang="en-US" dirty="0" err="1" smtClean="0"/>
              <a:t>Adsure</a:t>
            </a:r>
            <a:r>
              <a:rPr lang="en-US" dirty="0" smtClean="0"/>
              <a:t> S. S.</a:t>
            </a:r>
          </a:p>
          <a:p>
            <a:pPr eaLnBrk="1" hangingPunct="1"/>
            <a:endParaRPr lang="en-US" dirty="0" smtClean="0"/>
          </a:p>
        </p:txBody>
      </p:sp>
      <p:sp>
        <p:nvSpPr>
          <p:cNvPr id="5" name="Rectangle 4"/>
          <p:cNvSpPr/>
          <p:nvPr/>
        </p:nvSpPr>
        <p:spPr>
          <a:xfrm>
            <a:off x="0" y="535781"/>
            <a:ext cx="9143999" cy="1529936"/>
          </a:xfrm>
          <a:prstGeom prst="rect">
            <a:avLst/>
          </a:prstGeom>
        </p:spPr>
        <p:txBody>
          <a:bodyPr wrap="square" lIns="64291" tIns="32146" rIns="64291" bIns="32146">
            <a:spAutoFit/>
          </a:bodyPr>
          <a:lstStyle/>
          <a:p>
            <a:pPr marL="241093" indent="-241093" algn="ctr">
              <a:spcBef>
                <a:spcPct val="20000"/>
              </a:spcBef>
              <a:buClr>
                <a:schemeClr val="tx1"/>
              </a:buClr>
              <a:buSzPct val="150000"/>
              <a:defRPr/>
            </a:pPr>
            <a:r>
              <a:rPr lang="en-US" sz="2800" b="1" kern="0" dirty="0">
                <a:latin typeface="Times New Roman" pitchFamily="18" charset="0"/>
                <a:ea typeface="新細明體" pitchFamily="18" charset="-120"/>
                <a:cs typeface="Times New Roman" pitchFamily="18" charset="0"/>
              </a:rPr>
              <a:t>    DPU</a:t>
            </a:r>
          </a:p>
          <a:p>
            <a:pPr marL="241093" indent="-241093" algn="ctr">
              <a:spcBef>
                <a:spcPct val="20000"/>
              </a:spcBef>
              <a:buClr>
                <a:schemeClr val="tx1"/>
              </a:buClr>
              <a:buSzPct val="150000"/>
              <a:defRPr/>
            </a:pPr>
            <a:r>
              <a:rPr lang="en-US" sz="2800" b="1" kern="0" dirty="0">
                <a:latin typeface="Times New Roman" pitchFamily="18" charset="0"/>
                <a:ea typeface="新細明體" pitchFamily="18" charset="-120"/>
                <a:cs typeface="Times New Roman" pitchFamily="18" charset="0"/>
              </a:rPr>
              <a:t>Dr. D.Y. </a:t>
            </a:r>
            <a:r>
              <a:rPr lang="en-US" sz="2800" b="1" kern="0" dirty="0" err="1">
                <a:latin typeface="Times New Roman" pitchFamily="18" charset="0"/>
                <a:ea typeface="新細明體" pitchFamily="18" charset="-120"/>
                <a:cs typeface="Times New Roman" pitchFamily="18" charset="0"/>
              </a:rPr>
              <a:t>Patil</a:t>
            </a:r>
            <a:r>
              <a:rPr lang="en-US" sz="2800" b="1" kern="0" dirty="0">
                <a:latin typeface="Times New Roman" pitchFamily="18" charset="0"/>
                <a:ea typeface="新細明體" pitchFamily="18" charset="-120"/>
                <a:cs typeface="Times New Roman" pitchFamily="18" charset="0"/>
              </a:rPr>
              <a:t> Institute of Technology </a:t>
            </a:r>
            <a:r>
              <a:rPr lang="en-US" sz="2800" b="1" kern="0" dirty="0" err="1">
                <a:latin typeface="Times New Roman" pitchFamily="18" charset="0"/>
                <a:ea typeface="新細明體" pitchFamily="18" charset="-120"/>
                <a:cs typeface="Times New Roman" pitchFamily="18" charset="0"/>
              </a:rPr>
              <a:t>Pimpri</a:t>
            </a:r>
            <a:r>
              <a:rPr lang="en-US" sz="2800" b="1" kern="0" dirty="0">
                <a:latin typeface="Times New Roman" pitchFamily="18" charset="0"/>
                <a:ea typeface="新細明體" pitchFamily="18" charset="-120"/>
                <a:cs typeface="Times New Roman" pitchFamily="18" charset="0"/>
              </a:rPr>
              <a:t>, Pune</a:t>
            </a:r>
          </a:p>
          <a:p>
            <a:pPr marL="241093" indent="-241093" algn="ctr">
              <a:spcBef>
                <a:spcPct val="20000"/>
              </a:spcBef>
              <a:buClr>
                <a:schemeClr val="tx1"/>
              </a:buClr>
              <a:buSzPct val="150000"/>
              <a:defRPr/>
            </a:pPr>
            <a:endParaRPr lang="en-US" sz="2800" b="1" kern="0" dirty="0">
              <a:latin typeface="Times New Roman" pitchFamily="18" charset="0"/>
              <a:ea typeface="新細明體" pitchFamily="18" charset="-12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Content Placeholder 2"/>
          <p:cNvSpPr>
            <a:spLocks noGrp="1"/>
          </p:cNvSpPr>
          <p:nvPr>
            <p:ph idx="1"/>
          </p:nvPr>
        </p:nvSpPr>
        <p:spPr/>
        <p:txBody>
          <a:bodyPr/>
          <a:lstStyle/>
          <a:p>
            <a:pPr marL="60325">
              <a:lnSpc>
                <a:spcPct val="115000"/>
              </a:lnSpc>
            </a:pPr>
            <a:r>
              <a:rPr lang="fr-FR" altLang="en-US" sz="2400" b="1" smtClean="0">
                <a:latin typeface="Times New Roman" pitchFamily="18" charset="0"/>
                <a:cs typeface="Times New Roman" pitchFamily="18" charset="0"/>
                <a:hlinkClick r:id="rId2" action="ppaction://hlinkfile"/>
              </a:rPr>
              <a:t>TE_Computer_2019_Course_22.06.2021 (1).pdf</a:t>
            </a:r>
            <a:endParaRPr lang="en-US" altLang="en-US" sz="2400" b="1" smtClean="0">
              <a:latin typeface="Times New Roman" pitchFamily="18" charset="0"/>
              <a:cs typeface="Times New Roman" pitchFamily="18" charset="0"/>
            </a:endParaRPr>
          </a:p>
          <a:p>
            <a:pPr marL="60325">
              <a:lnSpc>
                <a:spcPct val="115000"/>
              </a:lnSpc>
            </a:pPr>
            <a:r>
              <a:rPr lang="en-US" altLang="en-US" sz="2400" b="1" smtClean="0">
                <a:latin typeface="Times New Roman" pitchFamily="18" charset="0"/>
                <a:cs typeface="Times New Roman" pitchFamily="18" charset="0"/>
              </a:rPr>
              <a:t>Introduction</a:t>
            </a:r>
            <a:r>
              <a:rPr lang="en-US" altLang="en-US" sz="2400" smtClean="0">
                <a:latin typeface="Times New Roman" pitchFamily="18" charset="0"/>
                <a:cs typeface="Times New Roman" pitchFamily="18" charset="0"/>
              </a:rPr>
              <a:t>: Evolution of OS, Operating System Services, Functions of Operating System.</a:t>
            </a:r>
          </a:p>
          <a:p>
            <a:pPr marL="60325">
              <a:lnSpc>
                <a:spcPct val="115000"/>
              </a:lnSpc>
            </a:pPr>
            <a:r>
              <a:rPr lang="en-US" altLang="en-US" sz="2400" b="1" smtClean="0">
                <a:latin typeface="Times New Roman" pitchFamily="18" charset="0"/>
                <a:cs typeface="Times New Roman" pitchFamily="18" charset="0"/>
              </a:rPr>
              <a:t>Process Management</a:t>
            </a:r>
            <a:r>
              <a:rPr lang="en-US" altLang="en-US" sz="2400" smtClean="0">
                <a:latin typeface="Times New Roman" pitchFamily="18" charset="0"/>
                <a:cs typeface="Times New Roman" pitchFamily="18" charset="0"/>
              </a:rPr>
              <a:t>: Process, Process States: 5 and 7 state model, Process control block, Threads, Thread lifecycle, Multithreading Model, Process control system calls.</a:t>
            </a:r>
            <a:endParaRPr lang="en-IN" altLang="en-US" sz="2400" smtClean="0">
              <a:latin typeface="Times New Roman" pitchFamily="18" charset="0"/>
              <a:cs typeface="Times New Roman" pitchFamily="18" charset="0"/>
            </a:endParaRPr>
          </a:p>
          <a:p>
            <a:pPr marL="60325">
              <a:lnSpc>
                <a:spcPct val="115000"/>
              </a:lnSpc>
              <a:spcBef>
                <a:spcPct val="0"/>
              </a:spcBef>
            </a:pPr>
            <a:r>
              <a:rPr lang="en-US" altLang="en-US" sz="2400" b="1" smtClean="0">
                <a:latin typeface="Times New Roman" pitchFamily="18" charset="0"/>
                <a:cs typeface="Times New Roman" pitchFamily="18" charset="0"/>
              </a:rPr>
              <a:t>Process Scheduling</a:t>
            </a:r>
            <a:r>
              <a:rPr lang="en-US" altLang="en-US" sz="2400" smtClean="0">
                <a:latin typeface="Times New Roman" pitchFamily="18" charset="0"/>
                <a:cs typeface="Times New Roman" pitchFamily="18" charset="0"/>
              </a:rPr>
              <a:t>: Uni-processor Scheduling, Scheduling: Preemptive, Non-preemptive, Long- term, Medium-term, Short term scheduling. </a:t>
            </a:r>
          </a:p>
          <a:p>
            <a:pPr marL="60325">
              <a:lnSpc>
                <a:spcPct val="115000"/>
              </a:lnSpc>
              <a:spcBef>
                <a:spcPct val="0"/>
              </a:spcBef>
            </a:pPr>
            <a:r>
              <a:rPr lang="en-US" altLang="en-US" sz="2400" b="1" smtClean="0">
                <a:latin typeface="Times New Roman" pitchFamily="18" charset="0"/>
                <a:cs typeface="Times New Roman" pitchFamily="18" charset="0"/>
              </a:rPr>
              <a:t>Scheduling Algorithms</a:t>
            </a:r>
            <a:r>
              <a:rPr lang="en-US" altLang="en-US" sz="2400" smtClean="0">
                <a:latin typeface="Times New Roman" pitchFamily="18" charset="0"/>
                <a:cs typeface="Times New Roman" pitchFamily="18" charset="0"/>
              </a:rPr>
              <a:t>: FCFS, SJF, RR, and Priority.</a:t>
            </a:r>
            <a:endParaRPr lang="en-IN" altLang="en-US" sz="2400" smtClean="0"/>
          </a:p>
        </p:txBody>
      </p:sp>
      <p:sp>
        <p:nvSpPr>
          <p:cNvPr id="9219" name="Slide Number Placeholder 3"/>
          <p:cNvSpPr>
            <a:spLocks noGrp="1" noChangeArrowheads="1"/>
          </p:cNvSpPr>
          <p:nvPr>
            <p:ph type="sldNum" sz="quarter" idx="12"/>
          </p:nvPr>
        </p:nvSpPr>
        <p:spPr bwMode="auto">
          <a:noFill/>
          <a:ln>
            <a:miter lim="800000"/>
            <a:headEnd/>
            <a:tailEnd/>
          </a:ln>
        </p:spPr>
        <p:txBody>
          <a:bodyPr/>
          <a:lstStyle/>
          <a:p>
            <a:fld id="{B87A4031-6DD0-4ACD-90D3-94532DB2CB69}" type="slidenum">
              <a:rPr lang="en-US" altLang="en-US"/>
              <a:pPr/>
              <a:t>2</a:t>
            </a:fld>
            <a:endParaRPr lang="en-US" altLang="en-US"/>
          </a:p>
        </p:txBody>
      </p:sp>
      <p:sp>
        <p:nvSpPr>
          <p:cNvPr id="9220" name="Title 1"/>
          <p:cNvSpPr>
            <a:spLocks noGrp="1"/>
          </p:cNvSpPr>
          <p:nvPr>
            <p:ph type="title"/>
          </p:nvPr>
        </p:nvSpPr>
        <p:spPr/>
        <p:txBody>
          <a:bodyPr/>
          <a:lstStyle/>
          <a:p>
            <a:r>
              <a:rPr lang="en-IN" altLang="en-US" smtClean="0"/>
              <a:t>Syllabus</a:t>
            </a:r>
            <a:endParaRPr lang="en-US" altLang="en-US"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714375" y="375047"/>
            <a:ext cx="7773293" cy="1143000"/>
          </a:xfrm>
        </p:spPr>
        <p:txBody>
          <a:bodyPr/>
          <a:lstStyle/>
          <a:p>
            <a:r>
              <a:rPr lang="en-US" sz="2200" u="sng" dirty="0" smtClean="0">
                <a:latin typeface="Times New Roman" pitchFamily="18" charset="0"/>
                <a:cs typeface="Times New Roman" pitchFamily="18" charset="0"/>
              </a:rPr>
              <a:t>INDEX</a:t>
            </a:r>
          </a:p>
        </p:txBody>
      </p:sp>
      <p:sp>
        <p:nvSpPr>
          <p:cNvPr id="27651" name="Rectangle 3"/>
          <p:cNvSpPr>
            <a:spLocks noGrp="1" noChangeArrowheads="1"/>
          </p:cNvSpPr>
          <p:nvPr>
            <p:ph type="body" idx="1"/>
          </p:nvPr>
        </p:nvSpPr>
        <p:spPr>
          <a:xfrm>
            <a:off x="457647" y="1218902"/>
            <a:ext cx="8228707" cy="4912445"/>
          </a:xfrm>
        </p:spPr>
        <p:txBody>
          <a:bodyPr/>
          <a:lstStyle/>
          <a:p>
            <a:pPr marL="571471" indent="-571471">
              <a:lnSpc>
                <a:spcPct val="90000"/>
              </a:lnSpc>
              <a:defRPr/>
            </a:pPr>
            <a:endParaRPr lang="en-US" sz="1400" dirty="0">
              <a:latin typeface="Times New Roman" pitchFamily="18" charset="0"/>
              <a:cs typeface="Times New Roman" pitchFamily="18" charset="0"/>
            </a:endParaRPr>
          </a:p>
          <a:p>
            <a:pPr marL="1404866" lvl="3" indent="-380980">
              <a:lnSpc>
                <a:spcPct val="90000"/>
              </a:lnSpc>
              <a:buFont typeface="Wingdings" pitchFamily="2" charset="2"/>
              <a:buAutoNum type="arabicPeriod"/>
              <a:defRPr/>
            </a:pPr>
            <a:r>
              <a:rPr lang="en-US" dirty="0" smtClean="0">
                <a:effectLst>
                  <a:outerShdw blurRad="38100" dist="38100" dir="2700000" algn="tl">
                    <a:srgbClr val="C0C0C0"/>
                  </a:outerShdw>
                </a:effectLst>
                <a:cs typeface="Times New Roman" pitchFamily="18" charset="0"/>
              </a:rPr>
              <a:t>What </a:t>
            </a:r>
            <a:r>
              <a:rPr lang="en-US" dirty="0">
                <a:effectLst>
                  <a:outerShdw blurRad="38100" dist="38100" dir="2700000" algn="tl">
                    <a:srgbClr val="C0C0C0"/>
                  </a:outerShdw>
                </a:effectLst>
                <a:cs typeface="Times New Roman" pitchFamily="18" charset="0"/>
              </a:rPr>
              <a:t>is Operating System?</a:t>
            </a:r>
          </a:p>
          <a:p>
            <a:pPr marL="1404866" lvl="3" indent="-380980">
              <a:lnSpc>
                <a:spcPct val="90000"/>
              </a:lnSpc>
              <a:buFont typeface="Wingdings" pitchFamily="2" charset="2"/>
              <a:buAutoNum type="arabicPeriod"/>
              <a:defRPr/>
            </a:pPr>
            <a:r>
              <a:rPr lang="en-US" dirty="0">
                <a:effectLst>
                  <a:outerShdw blurRad="38100" dist="38100" dir="2700000" algn="tl">
                    <a:srgbClr val="C0C0C0"/>
                  </a:outerShdw>
                </a:effectLst>
                <a:cs typeface="Times New Roman" pitchFamily="18" charset="0"/>
              </a:rPr>
              <a:t>What OS does?</a:t>
            </a:r>
          </a:p>
          <a:p>
            <a:pPr marL="1404866" lvl="3" indent="-380980">
              <a:lnSpc>
                <a:spcPct val="90000"/>
              </a:lnSpc>
              <a:buFont typeface="Wingdings" pitchFamily="2" charset="2"/>
              <a:buAutoNum type="arabicPeriod"/>
              <a:defRPr/>
            </a:pPr>
            <a:r>
              <a:rPr lang="en-US" dirty="0">
                <a:effectLst>
                  <a:outerShdw blurRad="38100" dist="38100" dir="2700000" algn="tl">
                    <a:srgbClr val="C0C0C0"/>
                  </a:outerShdw>
                </a:effectLst>
                <a:cs typeface="Times New Roman" pitchFamily="18" charset="0"/>
              </a:rPr>
              <a:t>Structure of OS</a:t>
            </a:r>
          </a:p>
          <a:p>
            <a:pPr marL="1404866" lvl="3" indent="-380980">
              <a:lnSpc>
                <a:spcPct val="90000"/>
              </a:lnSpc>
              <a:buFont typeface="Wingdings" pitchFamily="2" charset="2"/>
              <a:buAutoNum type="arabicPeriod"/>
              <a:defRPr/>
            </a:pPr>
            <a:r>
              <a:rPr lang="en-US" dirty="0">
                <a:effectLst>
                  <a:outerShdw blurRad="38100" dist="38100" dir="2700000" algn="tl">
                    <a:srgbClr val="C0C0C0"/>
                  </a:outerShdw>
                </a:effectLst>
                <a:cs typeface="Times New Roman" pitchFamily="18" charset="0"/>
              </a:rPr>
              <a:t>Evolution of OS</a:t>
            </a:r>
          </a:p>
          <a:p>
            <a:pPr marL="1722350" lvl="4" indent="-380980">
              <a:lnSpc>
                <a:spcPct val="90000"/>
              </a:lnSpc>
              <a:buSzPct val="60000"/>
              <a:buNone/>
              <a:defRPr/>
            </a:pPr>
            <a:r>
              <a:rPr lang="en-US" dirty="0">
                <a:effectLst>
                  <a:outerShdw blurRad="38100" dist="38100" dir="2700000" algn="tl">
                    <a:srgbClr val="C0C0C0"/>
                  </a:outerShdw>
                </a:effectLst>
                <a:cs typeface="Times New Roman" pitchFamily="18" charset="0"/>
              </a:rPr>
              <a:t>Batch Processing, Multiprogramming, Time sharing systems</a:t>
            </a:r>
          </a:p>
          <a:p>
            <a:pPr marL="1404866" lvl="3" indent="-380980">
              <a:lnSpc>
                <a:spcPct val="90000"/>
              </a:lnSpc>
              <a:buFont typeface="Wingdings" pitchFamily="2" charset="2"/>
              <a:buAutoNum type="arabicPeriod"/>
              <a:defRPr/>
            </a:pPr>
            <a:r>
              <a:rPr lang="en-US" dirty="0">
                <a:effectLst>
                  <a:outerShdw blurRad="38100" dist="38100" dir="2700000" algn="tl">
                    <a:srgbClr val="C0C0C0"/>
                  </a:outerShdw>
                </a:effectLst>
                <a:cs typeface="Times New Roman" pitchFamily="18" charset="0"/>
              </a:rPr>
              <a:t>Operating System Functions</a:t>
            </a:r>
          </a:p>
          <a:p>
            <a:pPr marL="1404866" lvl="3" indent="-380980">
              <a:lnSpc>
                <a:spcPct val="90000"/>
              </a:lnSpc>
              <a:buFont typeface="Wingdings" pitchFamily="2" charset="2"/>
              <a:buAutoNum type="arabicPeriod"/>
              <a:defRPr/>
            </a:pPr>
            <a:r>
              <a:rPr lang="en-US" dirty="0">
                <a:effectLst>
                  <a:outerShdw blurRad="38100" dist="38100" dir="2700000" algn="tl">
                    <a:srgbClr val="C0C0C0"/>
                  </a:outerShdw>
                </a:effectLst>
                <a:cs typeface="Times New Roman" pitchFamily="18" charset="0"/>
              </a:rPr>
              <a:t>Main </a:t>
            </a:r>
            <a:r>
              <a:rPr lang="en-US" dirty="0" err="1">
                <a:effectLst>
                  <a:outerShdw blurRad="38100" dist="38100" dir="2700000" algn="tl">
                    <a:srgbClr val="C0C0C0"/>
                  </a:outerShdw>
                </a:effectLst>
                <a:cs typeface="Times New Roman" pitchFamily="18" charset="0"/>
              </a:rPr>
              <a:t>Funtions</a:t>
            </a:r>
            <a:r>
              <a:rPr lang="en-US" dirty="0">
                <a:effectLst>
                  <a:outerShdw blurRad="38100" dist="38100" dir="2700000" algn="tl">
                    <a:srgbClr val="C0C0C0"/>
                  </a:outerShdw>
                </a:effectLst>
                <a:cs typeface="Times New Roman" pitchFamily="18" charset="0"/>
              </a:rPr>
              <a:t> of OS</a:t>
            </a:r>
          </a:p>
          <a:p>
            <a:pPr marL="1404866" lvl="3" indent="-380980">
              <a:lnSpc>
                <a:spcPct val="90000"/>
              </a:lnSpc>
              <a:buFont typeface="Wingdings" pitchFamily="2" charset="2"/>
              <a:buAutoNum type="arabicPeriod"/>
              <a:defRPr/>
            </a:pPr>
            <a:r>
              <a:rPr lang="en-US" dirty="0">
                <a:effectLst>
                  <a:outerShdw blurRad="38100" dist="38100" dir="2700000" algn="tl">
                    <a:srgbClr val="C0C0C0"/>
                  </a:outerShdw>
                </a:effectLst>
                <a:cs typeface="Times New Roman" pitchFamily="18" charset="0"/>
              </a:rPr>
              <a:t>Types of OS</a:t>
            </a:r>
          </a:p>
          <a:p>
            <a:pPr marL="1722350" lvl="4" indent="-380980">
              <a:lnSpc>
                <a:spcPct val="90000"/>
              </a:lnSpc>
              <a:buSzPct val="60000"/>
              <a:buNone/>
              <a:defRPr/>
            </a:pPr>
            <a:r>
              <a:rPr lang="en-US" dirty="0">
                <a:effectLst>
                  <a:outerShdw blurRad="38100" dist="38100" dir="2700000" algn="tl">
                    <a:srgbClr val="C0C0C0"/>
                  </a:outerShdw>
                </a:effectLst>
                <a:cs typeface="Times New Roman" pitchFamily="18" charset="0"/>
              </a:rPr>
              <a:t>Single User, Multi User systems</a:t>
            </a:r>
            <a:endParaRPr lang="en-US" dirty="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Slide Number Placeholder 3"/>
          <p:cNvSpPr>
            <a:spLocks noGrp="1" noChangeArrowheads="1"/>
          </p:cNvSpPr>
          <p:nvPr>
            <p:ph type="sldNum" sz="quarter" idx="12"/>
          </p:nvPr>
        </p:nvSpPr>
        <p:spPr bwMode="auto">
          <a:noFill/>
          <a:ln>
            <a:miter lim="800000"/>
            <a:headEnd/>
            <a:tailEnd/>
          </a:ln>
        </p:spPr>
        <p:txBody>
          <a:bodyPr/>
          <a:lstStyle/>
          <a:p>
            <a:fld id="{E68F785B-07E7-461F-8D13-DE98F48ED732}" type="slidenum">
              <a:rPr lang="en-US" altLang="en-US"/>
              <a:pPr/>
              <a:t>4</a:t>
            </a:fld>
            <a:endParaRPr lang="en-US" altLang="en-US"/>
          </a:p>
        </p:txBody>
      </p:sp>
      <p:sp>
        <p:nvSpPr>
          <p:cNvPr id="5" name="Rectangle 4"/>
          <p:cNvSpPr/>
          <p:nvPr/>
        </p:nvSpPr>
        <p:spPr>
          <a:xfrm>
            <a:off x="457200" y="2586038"/>
            <a:ext cx="8229600" cy="2246312"/>
          </a:xfrm>
          <a:prstGeom prst="rect">
            <a:avLst/>
          </a:prstGeom>
          <a:noFill/>
        </p:spPr>
        <p:txBody>
          <a:bodyPr>
            <a:spAutoFit/>
          </a:bodyPr>
          <a:lstStyle/>
          <a:p>
            <a:pPr>
              <a:defRPr/>
            </a:pPr>
            <a:r>
              <a:rPr lang="en-US" sz="4400" dirty="0" smtClean="0">
                <a:ln w="0"/>
                <a:effectLst>
                  <a:outerShdw blurRad="38100" dist="19050" dir="2700000" algn="tl" rotWithShape="0">
                    <a:schemeClr val="dk1">
                      <a:alpha val="40000"/>
                    </a:schemeClr>
                  </a:outerShdw>
                </a:effectLst>
                <a:ea typeface="ＭＳ Ｐゴシック" panose="020B0600070205080204" pitchFamily="34" charset="-128"/>
              </a:rPr>
              <a:t>Text Book :-</a:t>
            </a:r>
            <a:endParaRPr lang="en-US" sz="4400" dirty="0">
              <a:ln w="0"/>
              <a:effectLst>
                <a:outerShdw blurRad="38100" dist="19050" dir="2700000" algn="tl" rotWithShape="0">
                  <a:schemeClr val="dk1">
                    <a:alpha val="40000"/>
                  </a:schemeClr>
                </a:outerShdw>
              </a:effectLst>
              <a:ea typeface="ＭＳ Ｐゴシック" panose="020B0600070205080204" pitchFamily="34" charset="-128"/>
            </a:endParaRPr>
          </a:p>
          <a:p>
            <a:pPr>
              <a:defRPr/>
            </a:pPr>
            <a:r>
              <a:rPr lang="en-US" sz="3200" dirty="0" err="1">
                <a:latin typeface="Times New Roman" panose="02020603050405020304" pitchFamily="18" charset="0"/>
                <a:ea typeface="Times New Roman" panose="02020603050405020304" pitchFamily="18" charset="0"/>
              </a:rPr>
              <a:t>Silberschatz</a:t>
            </a:r>
            <a:r>
              <a:rPr lang="en-US" sz="3200" dirty="0">
                <a:latin typeface="Times New Roman" panose="02020603050405020304" pitchFamily="18" charset="0"/>
                <a:ea typeface="Times New Roman" panose="02020603050405020304" pitchFamily="18" charset="0"/>
              </a:rPr>
              <a:t>, Galvin, Gagne, "Operating System</a:t>
            </a:r>
          </a:p>
          <a:p>
            <a:pPr>
              <a:defRPr/>
            </a:pPr>
            <a:r>
              <a:rPr lang="en-US" sz="3200" dirty="0">
                <a:latin typeface="Times New Roman" panose="02020603050405020304" pitchFamily="18" charset="0"/>
                <a:ea typeface="Times New Roman" panose="02020603050405020304" pitchFamily="18" charset="0"/>
              </a:rPr>
              <a:t> Principles", 9</a:t>
            </a:r>
            <a:r>
              <a:rPr lang="en-US" sz="3200" baseline="30000" dirty="0">
                <a:latin typeface="Times New Roman" panose="02020603050405020304" pitchFamily="18" charset="0"/>
                <a:ea typeface="Times New Roman" panose="02020603050405020304" pitchFamily="18" charset="0"/>
              </a:rPr>
              <a:t>th</a:t>
            </a:r>
            <a:r>
              <a:rPr lang="en-US" sz="3200" dirty="0">
                <a:latin typeface="Times New Roman" panose="02020603050405020304" pitchFamily="18" charset="0"/>
                <a:ea typeface="Times New Roman" panose="02020603050405020304" pitchFamily="18" charset="0"/>
              </a:rPr>
              <a:t> Edition, Wiley, ISBN 978- 1-118-06333-0</a:t>
            </a:r>
            <a:endParaRPr lang="en-US" sz="3200" dirty="0">
              <a:ln w="0"/>
              <a:effectLst>
                <a:outerShdw blurRad="38100" dist="19050" dir="2700000" algn="tl" rotWithShape="0">
                  <a:schemeClr val="dk1">
                    <a:alpha val="40000"/>
                  </a:schemeClr>
                </a:outerShdw>
              </a:effectLst>
              <a:ea typeface="ＭＳ Ｐゴシック" panose="020B0600070205080204" pitchFamily="34" charset="-128"/>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704850"/>
            <a:ext cx="8229600" cy="571057"/>
          </a:xfrm>
        </p:spPr>
        <p:txBody>
          <a:bodyPr/>
          <a:lstStyle/>
          <a:p>
            <a:pPr algn="ctr"/>
            <a:r>
              <a:rPr lang="en-US" sz="3200" b="1" u="sng" dirty="0" smtClean="0">
                <a:solidFill>
                  <a:srgbClr val="FF0000"/>
                </a:solidFill>
                <a:latin typeface="Times New Roman" pitchFamily="18" charset="0"/>
                <a:cs typeface="Times New Roman" pitchFamily="18" charset="0"/>
              </a:rPr>
              <a:t>What is Operating System?</a:t>
            </a:r>
          </a:p>
        </p:txBody>
      </p:sp>
      <p:sp>
        <p:nvSpPr>
          <p:cNvPr id="6147" name="Rectangle 3"/>
          <p:cNvSpPr>
            <a:spLocks noGrp="1" noChangeArrowheads="1"/>
          </p:cNvSpPr>
          <p:nvPr>
            <p:ph type="body" idx="1"/>
          </p:nvPr>
        </p:nvSpPr>
        <p:spPr>
          <a:xfrm>
            <a:off x="393852" y="1532786"/>
            <a:ext cx="8228707" cy="3485781"/>
          </a:xfrm>
        </p:spPr>
        <p:txBody>
          <a:bodyPr/>
          <a:lstStyle/>
          <a:p>
            <a:pPr>
              <a:lnSpc>
                <a:spcPct val="80000"/>
              </a:lnSpc>
            </a:pPr>
            <a:r>
              <a:rPr lang="en-US" sz="2400" dirty="0" smtClean="0">
                <a:latin typeface="Times New Roman" pitchFamily="18" charset="0"/>
                <a:cs typeface="Times New Roman" pitchFamily="18" charset="0"/>
              </a:rPr>
              <a:t>Operating System is a software, which makes a computer to actually work.</a:t>
            </a:r>
          </a:p>
          <a:p>
            <a:pPr>
              <a:lnSpc>
                <a:spcPct val="80000"/>
              </a:lnSpc>
            </a:pPr>
            <a:endParaRPr lang="en-US" sz="2400" dirty="0" smtClean="0">
              <a:latin typeface="Times New Roman" pitchFamily="18" charset="0"/>
              <a:cs typeface="Times New Roman" pitchFamily="18" charset="0"/>
            </a:endParaRPr>
          </a:p>
          <a:p>
            <a:pPr>
              <a:lnSpc>
                <a:spcPct val="80000"/>
              </a:lnSpc>
            </a:pPr>
            <a:r>
              <a:rPr lang="en-US" sz="2400" dirty="0" smtClean="0">
                <a:latin typeface="Times New Roman" pitchFamily="18" charset="0"/>
                <a:cs typeface="Times New Roman" pitchFamily="18" charset="0"/>
              </a:rPr>
              <a:t>It is the software the enables all the programs we use.</a:t>
            </a:r>
          </a:p>
          <a:p>
            <a:pPr>
              <a:lnSpc>
                <a:spcPct val="80000"/>
              </a:lnSpc>
            </a:pPr>
            <a:endParaRPr lang="en-US" sz="2400" dirty="0" smtClean="0">
              <a:latin typeface="Times New Roman" pitchFamily="18" charset="0"/>
              <a:cs typeface="Times New Roman" pitchFamily="18" charset="0"/>
            </a:endParaRPr>
          </a:p>
          <a:p>
            <a:pPr>
              <a:lnSpc>
                <a:spcPct val="80000"/>
              </a:lnSpc>
            </a:pPr>
            <a:r>
              <a:rPr lang="en-US" sz="2400" dirty="0" smtClean="0">
                <a:latin typeface="Times New Roman" pitchFamily="18" charset="0"/>
                <a:cs typeface="Times New Roman" pitchFamily="18" charset="0"/>
              </a:rPr>
              <a:t>The OS organizes and controls the hardware.</a:t>
            </a:r>
          </a:p>
          <a:p>
            <a:pPr>
              <a:lnSpc>
                <a:spcPct val="80000"/>
              </a:lnSpc>
            </a:pPr>
            <a:endParaRPr lang="en-US" sz="2400" dirty="0" smtClean="0">
              <a:latin typeface="Times New Roman" pitchFamily="18" charset="0"/>
              <a:cs typeface="Times New Roman" pitchFamily="18" charset="0"/>
            </a:endParaRPr>
          </a:p>
          <a:p>
            <a:pPr>
              <a:lnSpc>
                <a:spcPct val="80000"/>
              </a:lnSpc>
            </a:pPr>
            <a:r>
              <a:rPr lang="en-US" sz="2400" dirty="0" smtClean="0">
                <a:latin typeface="Times New Roman" pitchFamily="18" charset="0"/>
                <a:cs typeface="Times New Roman" pitchFamily="18" charset="0"/>
              </a:rPr>
              <a:t>OS acts as an interface between the application programs and the machine hardware.</a:t>
            </a:r>
          </a:p>
          <a:p>
            <a:pPr>
              <a:lnSpc>
                <a:spcPct val="80000"/>
              </a:lnSpc>
            </a:pPr>
            <a:endParaRPr lang="en-US" sz="2400" dirty="0" smtClean="0">
              <a:latin typeface="Times New Roman" pitchFamily="18" charset="0"/>
              <a:cs typeface="Times New Roman" pitchFamily="18" charset="0"/>
            </a:endParaRPr>
          </a:p>
          <a:p>
            <a:pPr>
              <a:lnSpc>
                <a:spcPct val="80000"/>
              </a:lnSpc>
            </a:pPr>
            <a:r>
              <a:rPr lang="en-US" sz="2400" u="sng" dirty="0" smtClean="0">
                <a:latin typeface="Times New Roman" pitchFamily="18" charset="0"/>
                <a:cs typeface="Times New Roman" pitchFamily="18" charset="0"/>
              </a:rPr>
              <a:t>Examples:</a:t>
            </a:r>
            <a:r>
              <a:rPr lang="en-US" sz="2400" dirty="0" smtClean="0">
                <a:latin typeface="Times New Roman" pitchFamily="18" charset="0"/>
                <a:cs typeface="Times New Roman" pitchFamily="18" charset="0"/>
              </a:rPr>
              <a:t> Windows, Linux, Unix and Mac OS, etc.,</a:t>
            </a:r>
          </a:p>
          <a:p>
            <a:pPr>
              <a:lnSpc>
                <a:spcPct val="80000"/>
              </a:lnSpc>
            </a:pPr>
            <a:endParaRPr lang="en-US" sz="2400" dirty="0" smtClean="0">
              <a:latin typeface="Times New Roman" pitchFamily="18" charset="0"/>
              <a:cs typeface="Times New Roman" pitchFamily="18" charset="0"/>
            </a:endParaRPr>
          </a:p>
          <a:p>
            <a:pPr>
              <a:lnSpc>
                <a:spcPct val="80000"/>
              </a:lnSpc>
              <a:buFont typeface="Wingdings" pitchFamily="2" charset="2"/>
              <a:buNone/>
            </a:pPr>
            <a:r>
              <a:rPr lang="en-US" sz="2400" dirty="0" smtClean="0">
                <a:latin typeface="Times New Roman" pitchFamily="18" charset="0"/>
                <a:cs typeface="Times New Roman" pitchFamily="18" charset="0"/>
              </a:rPr>
              <a:t>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algn="ctr"/>
            <a:r>
              <a:rPr lang="en-US" sz="3200" u="sng" dirty="0" smtClean="0">
                <a:latin typeface="Times New Roman" pitchFamily="18" charset="0"/>
                <a:cs typeface="Times New Roman" pitchFamily="18" charset="0"/>
              </a:rPr>
              <a:t>What OS does?</a:t>
            </a:r>
          </a:p>
        </p:txBody>
      </p:sp>
      <p:sp>
        <p:nvSpPr>
          <p:cNvPr id="7171" name="Rectangle 3"/>
          <p:cNvSpPr>
            <a:spLocks noGrp="1" noChangeArrowheads="1"/>
          </p:cNvSpPr>
          <p:nvPr>
            <p:ph type="body" idx="1"/>
          </p:nvPr>
        </p:nvSpPr>
        <p:spPr/>
        <p:txBody>
          <a:bodyPr/>
          <a:lstStyle/>
          <a:p>
            <a:pPr>
              <a:buFont typeface="Wingdings" pitchFamily="2" charset="2"/>
              <a:buNone/>
            </a:pPr>
            <a:r>
              <a:rPr lang="en-US" sz="2800" dirty="0" smtClean="0">
                <a:latin typeface="Times New Roman" pitchFamily="18" charset="0"/>
                <a:cs typeface="Times New Roman" pitchFamily="18" charset="0"/>
              </a:rPr>
              <a:t>   An operating system performs basic tasks such as, </a:t>
            </a:r>
          </a:p>
          <a:p>
            <a:pPr>
              <a:buFont typeface="Wingdings" pitchFamily="2" charset="2"/>
              <a:buNone/>
            </a:pPr>
            <a:endParaRPr lang="en-US" sz="2800" dirty="0" smtClean="0">
              <a:latin typeface="Times New Roman" pitchFamily="18" charset="0"/>
              <a:cs typeface="Times New Roman" pitchFamily="18" charset="0"/>
            </a:endParaRPr>
          </a:p>
          <a:p>
            <a:pPr lvl="2"/>
            <a:r>
              <a:rPr lang="en-US" sz="2800" dirty="0" smtClean="0">
                <a:latin typeface="Times New Roman" pitchFamily="18" charset="0"/>
                <a:cs typeface="Times New Roman" pitchFamily="18" charset="0"/>
              </a:rPr>
              <a:t>controlling and allocating memory, </a:t>
            </a:r>
          </a:p>
          <a:p>
            <a:pPr lvl="2"/>
            <a:r>
              <a:rPr lang="en-US" sz="2800" dirty="0" smtClean="0">
                <a:latin typeface="Times New Roman" pitchFamily="18" charset="0"/>
                <a:cs typeface="Times New Roman" pitchFamily="18" charset="0"/>
              </a:rPr>
              <a:t>prioritizing system requests, </a:t>
            </a:r>
          </a:p>
          <a:p>
            <a:pPr lvl="2"/>
            <a:r>
              <a:rPr lang="en-US" sz="2800" dirty="0" smtClean="0">
                <a:latin typeface="Times New Roman" pitchFamily="18" charset="0"/>
                <a:cs typeface="Times New Roman" pitchFamily="18" charset="0"/>
              </a:rPr>
              <a:t>controlling input and output devices, </a:t>
            </a:r>
          </a:p>
          <a:p>
            <a:pPr lvl="2"/>
            <a:r>
              <a:rPr lang="en-US" sz="2800" dirty="0" smtClean="0">
                <a:latin typeface="Times New Roman" pitchFamily="18" charset="0"/>
                <a:cs typeface="Times New Roman" pitchFamily="18" charset="0"/>
              </a:rPr>
              <a:t>facilitating networking and </a:t>
            </a:r>
          </a:p>
          <a:p>
            <a:pPr lvl="2"/>
            <a:r>
              <a:rPr lang="en-US" sz="2800" dirty="0" smtClean="0">
                <a:latin typeface="Times New Roman" pitchFamily="18" charset="0"/>
                <a:cs typeface="Times New Roman" pitchFamily="18" charset="0"/>
              </a:rPr>
              <a:t>managing file systems. </a:t>
            </a:r>
          </a:p>
          <a:p>
            <a:endParaRPr lang="en-US" sz="28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404038"/>
            <a:ext cx="8229600" cy="723014"/>
          </a:xfrm>
        </p:spPr>
        <p:txBody>
          <a:bodyPr/>
          <a:lstStyle/>
          <a:p>
            <a:pPr algn="ctr"/>
            <a:r>
              <a:rPr lang="en-US" sz="3200" b="1" u="sng" dirty="0" smtClean="0">
                <a:solidFill>
                  <a:srgbClr val="FF0000"/>
                </a:solidFill>
                <a:latin typeface="Times New Roman" pitchFamily="18" charset="0"/>
                <a:cs typeface="Times New Roman" pitchFamily="18" charset="0"/>
              </a:rPr>
              <a:t>Operating Systems functions:</a:t>
            </a:r>
          </a:p>
        </p:txBody>
      </p:sp>
      <p:sp>
        <p:nvSpPr>
          <p:cNvPr id="15363" name="Rectangle 3"/>
          <p:cNvSpPr>
            <a:spLocks noGrp="1" noChangeArrowheads="1"/>
          </p:cNvSpPr>
          <p:nvPr>
            <p:ph type="body" idx="1"/>
          </p:nvPr>
        </p:nvSpPr>
        <p:spPr>
          <a:xfrm>
            <a:off x="414670" y="1488596"/>
            <a:ext cx="8729330" cy="5369404"/>
          </a:xfrm>
        </p:spPr>
        <p:txBody>
          <a:bodyPr/>
          <a:lstStyle/>
          <a:p>
            <a:pPr marL="570364" indent="-570364"/>
            <a:r>
              <a:rPr lang="en-US" sz="2800" dirty="0" smtClean="0">
                <a:latin typeface="Times New Roman" pitchFamily="18" charset="0"/>
                <a:cs typeface="Times New Roman" pitchFamily="18" charset="0"/>
              </a:rPr>
              <a:t>The main functions of operating systems are:</a:t>
            </a:r>
          </a:p>
          <a:p>
            <a:pPr marL="570364" indent="-570364">
              <a:buNone/>
            </a:pPr>
            <a:endParaRPr lang="en-US" sz="2800" dirty="0" smtClean="0">
              <a:latin typeface="Times New Roman" pitchFamily="18" charset="0"/>
              <a:cs typeface="Times New Roman" pitchFamily="18" charset="0"/>
            </a:endParaRPr>
          </a:p>
          <a:p>
            <a:pPr marL="1090500" lvl="2" indent="-418565">
              <a:buSzPct val="90000"/>
              <a:buFont typeface="Wingdings" pitchFamily="2" charset="2"/>
              <a:buAutoNum type="arabicPeriod"/>
            </a:pPr>
            <a:r>
              <a:rPr lang="en-US" sz="2800" dirty="0" smtClean="0">
                <a:latin typeface="Times New Roman" pitchFamily="18" charset="0"/>
                <a:cs typeface="Times New Roman" pitchFamily="18" charset="0"/>
              </a:rPr>
              <a:t>Program creation</a:t>
            </a:r>
          </a:p>
          <a:p>
            <a:pPr marL="1090500" lvl="2" indent="-418565">
              <a:buSzPct val="90000"/>
              <a:buFont typeface="Wingdings" pitchFamily="2" charset="2"/>
              <a:buAutoNum type="arabicPeriod"/>
            </a:pPr>
            <a:r>
              <a:rPr lang="en-US" sz="2800" dirty="0" smtClean="0">
                <a:latin typeface="Times New Roman" pitchFamily="18" charset="0"/>
                <a:cs typeface="Times New Roman" pitchFamily="18" charset="0"/>
              </a:rPr>
              <a:t>Program execution</a:t>
            </a:r>
          </a:p>
          <a:p>
            <a:pPr marL="1090500" lvl="2" indent="-418565">
              <a:buSzPct val="90000"/>
              <a:buFont typeface="Wingdings" pitchFamily="2" charset="2"/>
              <a:buAutoNum type="arabicPeriod"/>
            </a:pPr>
            <a:r>
              <a:rPr lang="en-US" sz="2800" dirty="0" err="1" smtClean="0">
                <a:latin typeface="Times New Roman" pitchFamily="18" charset="0"/>
                <a:cs typeface="Times New Roman" pitchFamily="18" charset="0"/>
              </a:rPr>
              <a:t>Input/Output</a:t>
            </a:r>
            <a:r>
              <a:rPr lang="en-US" sz="2800" dirty="0" smtClean="0">
                <a:latin typeface="Times New Roman" pitchFamily="18" charset="0"/>
                <a:cs typeface="Times New Roman" pitchFamily="18" charset="0"/>
              </a:rPr>
              <a:t> operations</a:t>
            </a:r>
          </a:p>
          <a:p>
            <a:pPr marL="1090500" lvl="2" indent="-418565">
              <a:buSzPct val="90000"/>
              <a:buFont typeface="Wingdings" pitchFamily="2" charset="2"/>
              <a:buAutoNum type="arabicPeriod"/>
            </a:pPr>
            <a:r>
              <a:rPr lang="en-US" sz="2800" dirty="0" smtClean="0">
                <a:latin typeface="Times New Roman" pitchFamily="18" charset="0"/>
                <a:cs typeface="Times New Roman" pitchFamily="18" charset="0"/>
              </a:rPr>
              <a:t>Error detection</a:t>
            </a:r>
          </a:p>
          <a:p>
            <a:pPr marL="1090500" lvl="2" indent="-418565">
              <a:buSzPct val="90000"/>
              <a:buFont typeface="Wingdings" pitchFamily="2" charset="2"/>
              <a:buAutoNum type="arabicPeriod"/>
            </a:pPr>
            <a:r>
              <a:rPr lang="en-US" sz="2800" dirty="0" smtClean="0">
                <a:latin typeface="Times New Roman" pitchFamily="18" charset="0"/>
                <a:cs typeface="Times New Roman" pitchFamily="18" charset="0"/>
              </a:rPr>
              <a:t>Resource allocation</a:t>
            </a:r>
          </a:p>
          <a:p>
            <a:pPr marL="1090500" lvl="2" indent="-418565">
              <a:buSzPct val="90000"/>
              <a:buFont typeface="Wingdings" pitchFamily="2" charset="2"/>
              <a:buAutoNum type="arabicPeriod"/>
            </a:pPr>
            <a:r>
              <a:rPr lang="en-US" sz="2800" dirty="0" smtClean="0">
                <a:latin typeface="Times New Roman" pitchFamily="18" charset="0"/>
                <a:cs typeface="Times New Roman" pitchFamily="18" charset="0"/>
              </a:rPr>
              <a:t>Accounting</a:t>
            </a:r>
          </a:p>
          <a:p>
            <a:pPr marL="1090500" lvl="2" indent="-418565">
              <a:buSzPct val="90000"/>
              <a:buFont typeface="Wingdings" pitchFamily="2" charset="2"/>
              <a:buAutoNum type="arabicPeriod"/>
            </a:pPr>
            <a:r>
              <a:rPr lang="en-US" sz="2800" dirty="0" smtClean="0">
                <a:latin typeface="Times New Roman" pitchFamily="18" charset="0"/>
                <a:cs typeface="Times New Roman" pitchFamily="18" charset="0"/>
              </a:rPr>
              <a:t>protection</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1905000" y="152399"/>
            <a:ext cx="5562600" cy="591879"/>
          </a:xfrm>
        </p:spPr>
        <p:txBody>
          <a:bodyPr>
            <a:normAutofit fontScale="90000"/>
          </a:bodyPr>
          <a:lstStyle/>
          <a:p>
            <a:pPr eaLnBrk="1" hangingPunct="1">
              <a:defRPr/>
            </a:pPr>
            <a:r>
              <a:rPr lang="en-US" sz="3600" b="1" dirty="0">
                <a:solidFill>
                  <a:srgbClr val="FF0000"/>
                </a:solidFill>
                <a:latin typeface="Times New Roman" pitchFamily="18" charset="0"/>
                <a:cs typeface="Times New Roman" pitchFamily="18" charset="0"/>
              </a:rPr>
              <a:t>The major types of software</a:t>
            </a:r>
          </a:p>
        </p:txBody>
      </p:sp>
      <p:sp>
        <p:nvSpPr>
          <p:cNvPr id="73738" name="Text Box 10"/>
          <p:cNvSpPr txBox="1">
            <a:spLocks noChangeArrowheads="1"/>
          </p:cNvSpPr>
          <p:nvPr/>
        </p:nvSpPr>
        <p:spPr bwMode="auto">
          <a:xfrm>
            <a:off x="5715000" y="2133600"/>
            <a:ext cx="3182938" cy="1692275"/>
          </a:xfrm>
          <a:prstGeom prst="rect">
            <a:avLst/>
          </a:prstGeom>
          <a:noFill/>
          <a:ln w="9525">
            <a:noFill/>
            <a:miter lim="800000"/>
            <a:headEnd/>
            <a:tailEnd/>
          </a:ln>
        </p:spPr>
        <p:txBody>
          <a:bodyPr>
            <a:spAutoFit/>
          </a:bodyPr>
          <a:lstStyle/>
          <a:p>
            <a:r>
              <a:rPr lang="en-US" altLang="en-US" sz="2400" b="1">
                <a:latin typeface="Times New Roman" pitchFamily="18" charset="0"/>
              </a:rPr>
              <a:t>    System Software</a:t>
            </a:r>
          </a:p>
          <a:p>
            <a:r>
              <a:rPr lang="en-US" altLang="en-US" sz="2000">
                <a:latin typeface="Times New Roman" pitchFamily="18" charset="0"/>
              </a:rPr>
              <a:t>      </a:t>
            </a:r>
            <a:r>
              <a:rPr lang="en-US" altLang="en-US" sz="2000" b="1">
                <a:latin typeface="Times New Roman" pitchFamily="18" charset="0"/>
              </a:rPr>
              <a:t>Operating Systems</a:t>
            </a:r>
            <a:endParaRPr lang="en-US" altLang="en-US" sz="2000">
              <a:latin typeface="Times New Roman" pitchFamily="18" charset="0"/>
            </a:endParaRPr>
          </a:p>
          <a:p>
            <a:r>
              <a:rPr lang="en-US" altLang="en-US" sz="2000">
                <a:latin typeface="Times New Roman" pitchFamily="18" charset="0"/>
              </a:rPr>
              <a:t>Schedules computer events</a:t>
            </a:r>
          </a:p>
          <a:p>
            <a:r>
              <a:rPr lang="en-US" altLang="en-US" sz="2000">
                <a:latin typeface="Times New Roman" pitchFamily="18" charset="0"/>
              </a:rPr>
              <a:t>Allocates computer resources</a:t>
            </a:r>
          </a:p>
          <a:p>
            <a:r>
              <a:rPr lang="en-US" altLang="en-US" sz="2000">
                <a:latin typeface="Times New Roman" pitchFamily="18" charset="0"/>
              </a:rPr>
              <a:t>Monitor events  </a:t>
            </a:r>
          </a:p>
        </p:txBody>
      </p:sp>
      <p:sp>
        <p:nvSpPr>
          <p:cNvPr id="73740" name="Text Box 12"/>
          <p:cNvSpPr txBox="1">
            <a:spLocks noChangeArrowheads="1"/>
          </p:cNvSpPr>
          <p:nvPr/>
        </p:nvSpPr>
        <p:spPr bwMode="auto">
          <a:xfrm>
            <a:off x="152400" y="4267200"/>
            <a:ext cx="4576763" cy="2000250"/>
          </a:xfrm>
          <a:prstGeom prst="rect">
            <a:avLst/>
          </a:prstGeom>
          <a:noFill/>
          <a:ln w="9525">
            <a:noFill/>
            <a:miter lim="800000"/>
            <a:headEnd/>
            <a:tailEnd/>
          </a:ln>
        </p:spPr>
        <p:txBody>
          <a:bodyPr>
            <a:spAutoFit/>
          </a:bodyPr>
          <a:lstStyle/>
          <a:p>
            <a:r>
              <a:rPr lang="en-US" altLang="en-US" sz="2400" b="1">
                <a:latin typeface="Times New Roman" pitchFamily="18" charset="0"/>
              </a:rPr>
              <a:t>Application Software</a:t>
            </a:r>
            <a:endParaRPr lang="en-US" altLang="en-US" sz="2000">
              <a:latin typeface="Times New Roman" pitchFamily="18" charset="0"/>
            </a:endParaRPr>
          </a:p>
          <a:p>
            <a:r>
              <a:rPr lang="en-US" altLang="en-US" sz="2000">
                <a:latin typeface="Times New Roman" pitchFamily="18" charset="0"/>
              </a:rPr>
              <a:t>Programming languages</a:t>
            </a:r>
          </a:p>
          <a:p>
            <a:r>
              <a:rPr lang="en-US" altLang="en-US" sz="2000">
                <a:latin typeface="Times New Roman" pitchFamily="18" charset="0"/>
              </a:rPr>
              <a:t>Assembly language, FORTRAN, BASIC, PL/1, PASCAL, C, “4th generation” languages, Airway reservation system, banking system, etc.</a:t>
            </a:r>
          </a:p>
        </p:txBody>
      </p:sp>
      <p:grpSp>
        <p:nvGrpSpPr>
          <p:cNvPr id="16" name="Group 15"/>
          <p:cNvGrpSpPr>
            <a:grpSpLocks/>
          </p:cNvGrpSpPr>
          <p:nvPr/>
        </p:nvGrpSpPr>
        <p:grpSpPr bwMode="auto">
          <a:xfrm>
            <a:off x="1066800" y="990600"/>
            <a:ext cx="3581400" cy="3063875"/>
            <a:chOff x="1066800" y="1219200"/>
            <a:chExt cx="3581400" cy="3063875"/>
          </a:xfrm>
        </p:grpSpPr>
        <p:sp>
          <p:nvSpPr>
            <p:cNvPr id="11278" name="Rectangle 3"/>
            <p:cNvSpPr>
              <a:spLocks noChangeArrowheads="1"/>
            </p:cNvSpPr>
            <p:nvPr/>
          </p:nvSpPr>
          <p:spPr bwMode="auto">
            <a:xfrm>
              <a:off x="1066800" y="1219200"/>
              <a:ext cx="3581400" cy="3048000"/>
            </a:xfrm>
            <a:prstGeom prst="rect">
              <a:avLst/>
            </a:prstGeom>
            <a:solidFill>
              <a:schemeClr val="accent1"/>
            </a:solidFill>
            <a:ln w="9525">
              <a:solidFill>
                <a:schemeClr val="tx1"/>
              </a:solidFill>
              <a:miter lim="800000"/>
              <a:headEnd/>
              <a:tailEnd/>
            </a:ln>
          </p:spPr>
          <p:txBody>
            <a:bodyPr wrap="none" anchor="ctr"/>
            <a:lstStyle/>
            <a:p>
              <a:pPr algn="ctr"/>
              <a:endParaRPr lang="en-US" altLang="en-US" sz="2000">
                <a:latin typeface="Times New Roman" pitchFamily="18" charset="0"/>
              </a:endParaRPr>
            </a:p>
          </p:txBody>
        </p:sp>
        <p:sp>
          <p:nvSpPr>
            <p:cNvPr id="11279" name="Rectangle 4"/>
            <p:cNvSpPr>
              <a:spLocks noChangeArrowheads="1"/>
            </p:cNvSpPr>
            <p:nvPr/>
          </p:nvSpPr>
          <p:spPr bwMode="auto">
            <a:xfrm>
              <a:off x="1447800" y="1600200"/>
              <a:ext cx="2819400" cy="2286000"/>
            </a:xfrm>
            <a:prstGeom prst="rect">
              <a:avLst/>
            </a:prstGeom>
            <a:solidFill>
              <a:schemeClr val="hlink"/>
            </a:solidFill>
            <a:ln w="9525">
              <a:solidFill>
                <a:schemeClr val="tx1"/>
              </a:solidFill>
              <a:miter lim="800000"/>
              <a:headEnd/>
              <a:tailEnd/>
            </a:ln>
          </p:spPr>
          <p:txBody>
            <a:bodyPr wrap="none" anchor="ctr"/>
            <a:lstStyle/>
            <a:p>
              <a:pPr algn="ctr"/>
              <a:endParaRPr lang="en-US" altLang="en-US" sz="2000">
                <a:latin typeface="Times New Roman" pitchFamily="18" charset="0"/>
              </a:endParaRPr>
            </a:p>
          </p:txBody>
        </p:sp>
        <p:sp>
          <p:nvSpPr>
            <p:cNvPr id="11280" name="Rectangle 5"/>
            <p:cNvSpPr>
              <a:spLocks noChangeArrowheads="1"/>
            </p:cNvSpPr>
            <p:nvPr/>
          </p:nvSpPr>
          <p:spPr bwMode="auto">
            <a:xfrm>
              <a:off x="1905000" y="2133600"/>
              <a:ext cx="1828800" cy="1371600"/>
            </a:xfrm>
            <a:prstGeom prst="rect">
              <a:avLst/>
            </a:prstGeom>
            <a:solidFill>
              <a:srgbClr val="FFCCFF"/>
            </a:solidFill>
            <a:ln w="9525">
              <a:solidFill>
                <a:schemeClr val="tx1"/>
              </a:solidFill>
              <a:miter lim="800000"/>
              <a:headEnd/>
              <a:tailEnd/>
            </a:ln>
          </p:spPr>
          <p:txBody>
            <a:bodyPr wrap="none" anchor="ctr"/>
            <a:lstStyle/>
            <a:p>
              <a:pPr algn="ctr"/>
              <a:endParaRPr lang="en-US" altLang="en-US" sz="2000">
                <a:latin typeface="Times New Roman" pitchFamily="18" charset="0"/>
              </a:endParaRPr>
            </a:p>
          </p:txBody>
        </p:sp>
        <p:sp>
          <p:nvSpPr>
            <p:cNvPr id="11281" name="Text Box 6"/>
            <p:cNvSpPr txBox="1">
              <a:spLocks noChangeArrowheads="1"/>
            </p:cNvSpPr>
            <p:nvPr/>
          </p:nvSpPr>
          <p:spPr bwMode="auto">
            <a:xfrm>
              <a:off x="1676400" y="1600200"/>
              <a:ext cx="2317750" cy="396875"/>
            </a:xfrm>
            <a:prstGeom prst="rect">
              <a:avLst/>
            </a:prstGeom>
            <a:noFill/>
            <a:ln w="9525">
              <a:noFill/>
              <a:miter lim="800000"/>
              <a:headEnd/>
              <a:tailEnd/>
            </a:ln>
          </p:spPr>
          <p:txBody>
            <a:bodyPr wrap="none">
              <a:spAutoFit/>
            </a:bodyPr>
            <a:lstStyle/>
            <a:p>
              <a:r>
                <a:rPr lang="en-US" altLang="en-US" sz="2000">
                  <a:latin typeface="Times New Roman" pitchFamily="18" charset="0"/>
                </a:rPr>
                <a:t>Application software</a:t>
              </a:r>
            </a:p>
          </p:txBody>
        </p:sp>
        <p:sp>
          <p:nvSpPr>
            <p:cNvPr id="11282" name="Rectangle 7"/>
            <p:cNvSpPr>
              <a:spLocks noChangeArrowheads="1"/>
            </p:cNvSpPr>
            <p:nvPr/>
          </p:nvSpPr>
          <p:spPr bwMode="auto">
            <a:xfrm>
              <a:off x="2133600" y="2514600"/>
              <a:ext cx="1219200" cy="609600"/>
            </a:xfrm>
            <a:prstGeom prst="rect">
              <a:avLst/>
            </a:prstGeom>
            <a:solidFill>
              <a:schemeClr val="bg1"/>
            </a:solidFill>
            <a:ln w="9525">
              <a:solidFill>
                <a:schemeClr val="tx1"/>
              </a:solidFill>
              <a:miter lim="800000"/>
              <a:headEnd/>
              <a:tailEnd/>
            </a:ln>
          </p:spPr>
          <p:txBody>
            <a:bodyPr wrap="none" anchor="ctr"/>
            <a:lstStyle/>
            <a:p>
              <a:pPr algn="ctr"/>
              <a:r>
                <a:rPr lang="en-US" altLang="en-US" sz="2000">
                  <a:latin typeface="Times New Roman" pitchFamily="18" charset="0"/>
                </a:rPr>
                <a:t>Hardware</a:t>
              </a:r>
            </a:p>
          </p:txBody>
        </p:sp>
        <p:sp>
          <p:nvSpPr>
            <p:cNvPr id="11283" name="Text Box 8"/>
            <p:cNvSpPr txBox="1">
              <a:spLocks noChangeArrowheads="1"/>
            </p:cNvSpPr>
            <p:nvPr/>
          </p:nvSpPr>
          <p:spPr bwMode="auto">
            <a:xfrm>
              <a:off x="1905000" y="2057400"/>
              <a:ext cx="1866900" cy="396875"/>
            </a:xfrm>
            <a:prstGeom prst="rect">
              <a:avLst/>
            </a:prstGeom>
            <a:noFill/>
            <a:ln w="9525">
              <a:noFill/>
              <a:miter lim="800000"/>
              <a:headEnd/>
              <a:tailEnd/>
            </a:ln>
          </p:spPr>
          <p:txBody>
            <a:bodyPr wrap="none">
              <a:spAutoFit/>
            </a:bodyPr>
            <a:lstStyle/>
            <a:p>
              <a:r>
                <a:rPr lang="en-US" altLang="en-US" sz="2000">
                  <a:latin typeface="Times New Roman" pitchFamily="18" charset="0"/>
                </a:rPr>
                <a:t>System software</a:t>
              </a:r>
            </a:p>
          </p:txBody>
        </p:sp>
        <p:sp>
          <p:nvSpPr>
            <p:cNvPr id="11284" name="Text Box 13"/>
            <p:cNvSpPr txBox="1">
              <a:spLocks noChangeArrowheads="1"/>
            </p:cNvSpPr>
            <p:nvPr/>
          </p:nvSpPr>
          <p:spPr bwMode="auto">
            <a:xfrm>
              <a:off x="2438400" y="3886200"/>
              <a:ext cx="990600" cy="396875"/>
            </a:xfrm>
            <a:prstGeom prst="rect">
              <a:avLst/>
            </a:prstGeom>
            <a:noFill/>
            <a:ln w="9525">
              <a:noFill/>
              <a:miter lim="800000"/>
              <a:headEnd/>
              <a:tailEnd/>
            </a:ln>
          </p:spPr>
          <p:txBody>
            <a:bodyPr>
              <a:spAutoFit/>
            </a:bodyPr>
            <a:lstStyle/>
            <a:p>
              <a:pPr>
                <a:spcBef>
                  <a:spcPct val="50000"/>
                </a:spcBef>
              </a:pPr>
              <a:r>
                <a:rPr lang="en-US" altLang="en-US" sz="2000">
                  <a:latin typeface="Times New Roman" pitchFamily="18" charset="0"/>
                </a:rPr>
                <a:t>Users</a:t>
              </a:r>
            </a:p>
          </p:txBody>
        </p:sp>
      </p:grpSp>
      <p:sp>
        <p:nvSpPr>
          <p:cNvPr id="73742" name="Text Box 14"/>
          <p:cNvSpPr txBox="1">
            <a:spLocks noChangeArrowheads="1"/>
          </p:cNvSpPr>
          <p:nvPr/>
        </p:nvSpPr>
        <p:spPr bwMode="auto">
          <a:xfrm>
            <a:off x="5638800" y="3886200"/>
            <a:ext cx="3429000" cy="1066800"/>
          </a:xfrm>
          <a:prstGeom prst="rect">
            <a:avLst/>
          </a:prstGeom>
          <a:noFill/>
          <a:ln w="9525">
            <a:noFill/>
            <a:miter lim="800000"/>
            <a:headEnd/>
            <a:tailEnd/>
          </a:ln>
        </p:spPr>
        <p:txBody>
          <a:bodyPr>
            <a:spAutoFit/>
          </a:bodyPr>
          <a:lstStyle/>
          <a:p>
            <a:r>
              <a:rPr lang="en-US" altLang="en-US" sz="2000">
                <a:latin typeface="Times New Roman" pitchFamily="18" charset="0"/>
              </a:rPr>
              <a:t>       </a:t>
            </a:r>
            <a:r>
              <a:rPr lang="en-US" altLang="en-US" sz="2400" b="1">
                <a:latin typeface="Times New Roman" pitchFamily="18" charset="0"/>
              </a:rPr>
              <a:t>Language translators</a:t>
            </a:r>
            <a:endParaRPr lang="en-US" altLang="en-US" sz="2000">
              <a:latin typeface="Times New Roman" pitchFamily="18" charset="0"/>
            </a:endParaRPr>
          </a:p>
          <a:p>
            <a:r>
              <a:rPr lang="en-US" altLang="en-US" sz="2000">
                <a:latin typeface="Times New Roman" pitchFamily="18" charset="0"/>
              </a:rPr>
              <a:t>  Interpreters</a:t>
            </a:r>
          </a:p>
          <a:p>
            <a:r>
              <a:rPr lang="en-US" altLang="en-US" sz="2000">
                <a:latin typeface="Times New Roman" pitchFamily="18" charset="0"/>
              </a:rPr>
              <a:t>  Compilers</a:t>
            </a:r>
          </a:p>
        </p:txBody>
      </p:sp>
      <p:sp>
        <p:nvSpPr>
          <p:cNvPr id="73743" name="Text Box 15"/>
          <p:cNvSpPr txBox="1">
            <a:spLocks noChangeArrowheads="1"/>
          </p:cNvSpPr>
          <p:nvPr/>
        </p:nvSpPr>
        <p:spPr bwMode="auto">
          <a:xfrm>
            <a:off x="5772150" y="4800600"/>
            <a:ext cx="3228975" cy="1600200"/>
          </a:xfrm>
          <a:prstGeom prst="rect">
            <a:avLst/>
          </a:prstGeom>
          <a:noFill/>
          <a:ln w="9525">
            <a:noFill/>
            <a:miter lim="800000"/>
            <a:headEnd/>
            <a:tailEnd/>
          </a:ln>
        </p:spPr>
        <p:txBody>
          <a:bodyPr wrap="none">
            <a:spAutoFit/>
          </a:bodyPr>
          <a:lstStyle/>
          <a:p>
            <a:r>
              <a:rPr lang="en-US" altLang="en-US" sz="2400" b="1">
                <a:latin typeface="Times New Roman" pitchFamily="18" charset="0"/>
              </a:rPr>
              <a:t>      Utility programs</a:t>
            </a:r>
            <a:endParaRPr lang="en-US" altLang="en-US" sz="2000">
              <a:latin typeface="Times New Roman" pitchFamily="18" charset="0"/>
            </a:endParaRPr>
          </a:p>
          <a:p>
            <a:r>
              <a:rPr lang="en-US" altLang="en-US" sz="2000">
                <a:latin typeface="Times New Roman" pitchFamily="18" charset="0"/>
              </a:rPr>
              <a:t>Routine operations </a:t>
            </a:r>
          </a:p>
          <a:p>
            <a:r>
              <a:rPr lang="en-US" altLang="en-US" sz="2000">
                <a:latin typeface="Times New Roman" pitchFamily="18" charset="0"/>
              </a:rPr>
              <a:t>(e.g. sort,  list, print)</a:t>
            </a:r>
          </a:p>
          <a:p>
            <a:r>
              <a:rPr lang="en-US" altLang="en-US" sz="2000">
                <a:latin typeface="Times New Roman" pitchFamily="18" charset="0"/>
              </a:rPr>
              <a:t>Manage data </a:t>
            </a:r>
          </a:p>
          <a:p>
            <a:r>
              <a:rPr lang="en-US" altLang="en-US" sz="2000">
                <a:latin typeface="Times New Roman" pitchFamily="18" charset="0"/>
              </a:rPr>
              <a:t>(e.g. create files, merge files</a:t>
            </a:r>
          </a:p>
        </p:txBody>
      </p:sp>
      <p:sp>
        <p:nvSpPr>
          <p:cNvPr id="11272" name="Date Placeholder 19"/>
          <p:cNvSpPr>
            <a:spLocks noGrp="1"/>
          </p:cNvSpPr>
          <p:nvPr>
            <p:ph type="dt" sz="quarter" idx="10"/>
          </p:nvPr>
        </p:nvSpPr>
        <p:spPr bwMode="auto">
          <a:noFill/>
          <a:ln>
            <a:miter lim="800000"/>
            <a:headEnd/>
            <a:tailEnd/>
          </a:ln>
        </p:spPr>
        <p:txBody>
          <a:bodyPr wrap="square" numCol="1" anchorCtr="0" compatLnSpc="1">
            <a:prstTxWarp prst="textNoShape">
              <a:avLst/>
            </a:prstTxWarp>
          </a:bodyPr>
          <a:lstStyle/>
          <a:p>
            <a:fld id="{6AC43603-BD0C-4506-8DB8-8DE34D1B656A}" type="datetime3">
              <a:rPr lang="en-US" altLang="en-US" sz="900" smtClean="0">
                <a:solidFill>
                  <a:srgbClr val="FFFFFF"/>
                </a:solidFill>
                <a:latin typeface="Times New Roman" pitchFamily="18" charset="0"/>
              </a:rPr>
              <a:pPr/>
              <a:t>29 September 2022</a:t>
            </a:fld>
            <a:endParaRPr lang="en-US" altLang="en-US" sz="900" smtClean="0">
              <a:solidFill>
                <a:srgbClr val="FFFFFF"/>
              </a:solidFill>
              <a:latin typeface="Times New Roman" pitchFamily="18" charset="0"/>
            </a:endParaRPr>
          </a:p>
        </p:txBody>
      </p:sp>
      <p:sp>
        <p:nvSpPr>
          <p:cNvPr id="11273" name="Slide Number Placeholder 20"/>
          <p:cNvSpPr>
            <a:spLocks noGrp="1"/>
          </p:cNvSpPr>
          <p:nvPr>
            <p:ph type="sldNum" sz="quarter" idx="12"/>
          </p:nvPr>
        </p:nvSpPr>
        <p:spPr bwMode="auto">
          <a:noFill/>
          <a:ln>
            <a:miter lim="800000"/>
            <a:headEnd/>
            <a:tailEnd/>
          </a:ln>
        </p:spPr>
        <p:txBody>
          <a:bodyPr/>
          <a:lstStyle/>
          <a:p>
            <a:fld id="{8A6A5D48-973B-4B1E-B3B8-621558A98837}" type="slidenum">
              <a:rPr lang="en-US" altLang="en-US" sz="1000">
                <a:solidFill>
                  <a:srgbClr val="FFFFFF"/>
                </a:solidFill>
                <a:latin typeface="Times New Roman" pitchFamily="18" charset="0"/>
              </a:rPr>
              <a:pPr/>
              <a:t>8</a:t>
            </a:fld>
            <a:endParaRPr lang="en-US" altLang="en-US" sz="1000">
              <a:solidFill>
                <a:srgbClr val="FFFFFF"/>
              </a:solidFill>
              <a:latin typeface="Times New Roman" pitchFamily="18" charset="0"/>
            </a:endParaRPr>
          </a:p>
        </p:txBody>
      </p:sp>
      <p:sp>
        <p:nvSpPr>
          <p:cNvPr id="22" name="Footer Placeholder 21"/>
          <p:cNvSpPr>
            <a:spLocks noGrp="1"/>
          </p:cNvSpPr>
          <p:nvPr>
            <p:ph type="ftr" sz="quarter" idx="11"/>
          </p:nvPr>
        </p:nvSpPr>
        <p:spPr/>
        <p:txBody>
          <a:bodyPr/>
          <a:lstStyle/>
          <a:p>
            <a:pPr>
              <a:defRPr/>
            </a:pPr>
            <a:r>
              <a:rPr lang="en-US"/>
              <a:t>Unit-I of System programming and operating system</a:t>
            </a:r>
          </a:p>
        </p:txBody>
      </p:sp>
      <p:sp>
        <p:nvSpPr>
          <p:cNvPr id="73739" name="Line 11"/>
          <p:cNvSpPr>
            <a:spLocks noChangeShapeType="1"/>
          </p:cNvSpPr>
          <p:nvPr/>
        </p:nvSpPr>
        <p:spPr bwMode="auto">
          <a:xfrm>
            <a:off x="1676400" y="3048000"/>
            <a:ext cx="0" cy="1371600"/>
          </a:xfrm>
          <a:prstGeom prst="line">
            <a:avLst/>
          </a:prstGeom>
          <a:noFill/>
          <a:ln w="28575">
            <a:solidFill>
              <a:schemeClr val="tx1"/>
            </a:solidFill>
            <a:round/>
            <a:headEnd/>
            <a:tailEnd type="triangle" w="med" len="med"/>
          </a:ln>
        </p:spPr>
        <p:txBody>
          <a:bodyPr wrap="none" anchor="ctr"/>
          <a:lstStyle/>
          <a:p>
            <a:endParaRPr lang="en-US"/>
          </a:p>
        </p:txBody>
      </p:sp>
      <p:sp>
        <p:nvSpPr>
          <p:cNvPr id="73737" name="Line 9"/>
          <p:cNvSpPr>
            <a:spLocks noChangeShapeType="1"/>
          </p:cNvSpPr>
          <p:nvPr/>
        </p:nvSpPr>
        <p:spPr bwMode="auto">
          <a:xfrm>
            <a:off x="3505200" y="2286000"/>
            <a:ext cx="2057400" cy="0"/>
          </a:xfrm>
          <a:prstGeom prst="line">
            <a:avLst/>
          </a:prstGeom>
          <a:noFill/>
          <a:ln w="28575">
            <a:solidFill>
              <a:schemeClr val="tx1"/>
            </a:solidFill>
            <a:round/>
            <a:headEnd/>
            <a:tailEnd type="triangle" w="med" len="me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ox(out)">
                                      <p:cBhvr>
                                        <p:cTn id="7" dur="20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3739"/>
                                        </p:tgtEl>
                                        <p:attrNameLst>
                                          <p:attrName>style.visibility</p:attrName>
                                        </p:attrNameLst>
                                      </p:cBhvr>
                                      <p:to>
                                        <p:strVal val="visible"/>
                                      </p:to>
                                    </p:set>
                                    <p:animEffect transition="in" filter="wipe(up)">
                                      <p:cBhvr>
                                        <p:cTn id="12" dur="2000"/>
                                        <p:tgtEl>
                                          <p:spTgt spid="737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3740"/>
                                        </p:tgtEl>
                                        <p:attrNameLst>
                                          <p:attrName>style.visibility</p:attrName>
                                        </p:attrNameLst>
                                      </p:cBhvr>
                                      <p:to>
                                        <p:strVal val="visible"/>
                                      </p:to>
                                    </p:set>
                                    <p:animEffect transition="in" filter="wipe(up)">
                                      <p:cBhvr>
                                        <p:cTn id="17" dur="2000"/>
                                        <p:tgtEl>
                                          <p:spTgt spid="737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3737"/>
                                        </p:tgtEl>
                                        <p:attrNameLst>
                                          <p:attrName>style.visibility</p:attrName>
                                        </p:attrNameLst>
                                      </p:cBhvr>
                                      <p:to>
                                        <p:strVal val="visible"/>
                                      </p:to>
                                    </p:set>
                                    <p:animEffect transition="in" filter="wipe(left)">
                                      <p:cBhvr>
                                        <p:cTn id="22" dur="2000"/>
                                        <p:tgtEl>
                                          <p:spTgt spid="7373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73738"/>
                                        </p:tgtEl>
                                        <p:attrNameLst>
                                          <p:attrName>style.visibility</p:attrName>
                                        </p:attrNameLst>
                                      </p:cBhvr>
                                      <p:to>
                                        <p:strVal val="visible"/>
                                      </p:to>
                                    </p:set>
                                    <p:animEffect transition="in" filter="wipe(up)">
                                      <p:cBhvr>
                                        <p:cTn id="27" dur="2000"/>
                                        <p:tgtEl>
                                          <p:spTgt spid="7373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73742"/>
                                        </p:tgtEl>
                                        <p:attrNameLst>
                                          <p:attrName>style.visibility</p:attrName>
                                        </p:attrNameLst>
                                      </p:cBhvr>
                                      <p:to>
                                        <p:strVal val="visible"/>
                                      </p:to>
                                    </p:set>
                                    <p:animEffect transition="in" filter="wipe(up)">
                                      <p:cBhvr>
                                        <p:cTn id="32" dur="2000"/>
                                        <p:tgtEl>
                                          <p:spTgt spid="7374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73743"/>
                                        </p:tgtEl>
                                        <p:attrNameLst>
                                          <p:attrName>style.visibility</p:attrName>
                                        </p:attrNameLst>
                                      </p:cBhvr>
                                      <p:to>
                                        <p:strVal val="visible"/>
                                      </p:to>
                                    </p:set>
                                    <p:animEffect transition="in" filter="wipe(up)">
                                      <p:cBhvr>
                                        <p:cTn id="37" dur="2000"/>
                                        <p:tgtEl>
                                          <p:spTgt spid="737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8" grpId="0"/>
      <p:bldP spid="73740" grpId="0"/>
      <p:bldP spid="73742" grpId="0"/>
      <p:bldP spid="73743" grpId="0"/>
      <p:bldP spid="73739" grpId="0" animBg="1"/>
      <p:bldP spid="7373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63526" y="0"/>
            <a:ext cx="8229600" cy="1143000"/>
          </a:xfrm>
        </p:spPr>
        <p:txBody>
          <a:bodyPr/>
          <a:lstStyle/>
          <a:p>
            <a:pPr algn="ctr"/>
            <a:r>
              <a:rPr lang="en-US" sz="3200" u="sng" dirty="0" smtClean="0">
                <a:solidFill>
                  <a:srgbClr val="FF0000"/>
                </a:solidFill>
                <a:latin typeface="Times New Roman" pitchFamily="18" charset="0"/>
                <a:cs typeface="Times New Roman" pitchFamily="18" charset="0"/>
              </a:rPr>
              <a:t>Structure of Operating System</a:t>
            </a:r>
          </a:p>
        </p:txBody>
      </p:sp>
      <p:sp>
        <p:nvSpPr>
          <p:cNvPr id="9219" name="Rectangle 3"/>
          <p:cNvSpPr>
            <a:spLocks noGrp="1" noChangeArrowheads="1"/>
          </p:cNvSpPr>
          <p:nvPr>
            <p:ph type="body" idx="1"/>
          </p:nvPr>
        </p:nvSpPr>
        <p:spPr>
          <a:xfrm>
            <a:off x="0" y="1190884"/>
            <a:ext cx="9144000" cy="5667116"/>
          </a:xfrm>
        </p:spPr>
        <p:txBody>
          <a:bodyPr/>
          <a:lstStyle/>
          <a:p>
            <a:pPr marL="570364" indent="-570364">
              <a:lnSpc>
                <a:spcPct val="90000"/>
              </a:lnSpc>
            </a:pPr>
            <a:r>
              <a:rPr lang="en-US" sz="2400" dirty="0" smtClean="0">
                <a:latin typeface="Times New Roman" pitchFamily="18" charset="0"/>
                <a:cs typeface="Times New Roman" pitchFamily="18" charset="0"/>
              </a:rPr>
              <a:t>The structure of OS consists of 4 layers:</a:t>
            </a:r>
          </a:p>
          <a:p>
            <a:pPr marL="1447615" lvl="3" indent="-380615">
              <a:lnSpc>
                <a:spcPct val="90000"/>
              </a:lnSpc>
              <a:buFont typeface="Wingdings" pitchFamily="2" charset="2"/>
              <a:buAutoNum type="arabicPeriod"/>
            </a:pPr>
            <a:r>
              <a:rPr lang="en-US" sz="2400" b="1" dirty="0" smtClean="0">
                <a:latin typeface="Times New Roman" pitchFamily="18" charset="0"/>
                <a:cs typeface="Times New Roman" pitchFamily="18" charset="0"/>
              </a:rPr>
              <a:t>Hardware</a:t>
            </a:r>
          </a:p>
          <a:p>
            <a:pPr marL="1447615" lvl="3" indent="-380615">
              <a:lnSpc>
                <a:spcPct val="90000"/>
              </a:lnSpc>
              <a:buNone/>
            </a:pPr>
            <a:r>
              <a:rPr lang="en-US" sz="2400" dirty="0" smtClean="0">
                <a:latin typeface="Times New Roman" pitchFamily="18" charset="0"/>
                <a:cs typeface="Times New Roman" pitchFamily="18" charset="0"/>
              </a:rPr>
              <a:t>     Hardware consists of CPU, Main memory, I/O Devices, etc,</a:t>
            </a:r>
          </a:p>
          <a:p>
            <a:pPr marL="1447615" lvl="3" indent="-380615">
              <a:lnSpc>
                <a:spcPct val="90000"/>
              </a:lnSpc>
              <a:buNone/>
            </a:pPr>
            <a:endParaRPr lang="en-US" sz="2400" dirty="0" smtClean="0">
              <a:latin typeface="Times New Roman" pitchFamily="18" charset="0"/>
              <a:cs typeface="Times New Roman" pitchFamily="18" charset="0"/>
            </a:endParaRPr>
          </a:p>
          <a:p>
            <a:pPr marL="1447615" lvl="3" indent="-380615">
              <a:lnSpc>
                <a:spcPct val="90000"/>
              </a:lnSpc>
              <a:buFont typeface="Wingdings" pitchFamily="2" charset="2"/>
              <a:buAutoNum type="arabicPeriod" startAt="2"/>
            </a:pPr>
            <a:r>
              <a:rPr lang="en-US" sz="2400" b="1" dirty="0" smtClean="0">
                <a:latin typeface="Times New Roman" pitchFamily="18" charset="0"/>
                <a:cs typeface="Times New Roman" pitchFamily="18" charset="0"/>
              </a:rPr>
              <a:t>Software (Operating System)</a:t>
            </a:r>
          </a:p>
          <a:p>
            <a:pPr marL="1447615" lvl="3" indent="-380615">
              <a:lnSpc>
                <a:spcPct val="90000"/>
              </a:lnSpc>
              <a:buNone/>
            </a:pPr>
            <a:r>
              <a:rPr lang="en-US" sz="2400" dirty="0" smtClean="0">
                <a:latin typeface="Times New Roman" pitchFamily="18" charset="0"/>
                <a:cs typeface="Times New Roman" pitchFamily="18" charset="0"/>
              </a:rPr>
              <a:t>    Software includes process management routines, memory management routines, I/O control routines, file management routines.</a:t>
            </a:r>
          </a:p>
          <a:p>
            <a:pPr marL="1447615" lvl="3" indent="-380615">
              <a:buFont typeface="Wingdings" pitchFamily="2" charset="2"/>
              <a:buAutoNum type="arabicPeriod" startAt="3"/>
            </a:pPr>
            <a:r>
              <a:rPr lang="en-US" sz="2400" b="1" dirty="0" smtClean="0">
                <a:latin typeface="Times New Roman" pitchFamily="18" charset="0"/>
                <a:cs typeface="Times New Roman" pitchFamily="18" charset="0"/>
              </a:rPr>
              <a:t>System programs</a:t>
            </a:r>
          </a:p>
          <a:p>
            <a:pPr marL="1447615" lvl="3" indent="-380615">
              <a:buNone/>
            </a:pPr>
            <a:r>
              <a:rPr lang="en-US" sz="2400" dirty="0" smtClean="0">
                <a:latin typeface="Times New Roman" pitchFamily="18" charset="0"/>
                <a:cs typeface="Times New Roman" pitchFamily="18" charset="0"/>
              </a:rPr>
              <a:t>    This layer consists of compilers, Assemblers, linker etc.</a:t>
            </a:r>
          </a:p>
          <a:p>
            <a:pPr marL="1447615" lvl="3" indent="-380615">
              <a:buNone/>
            </a:pPr>
            <a:endParaRPr lang="en-US" sz="2400" dirty="0" smtClean="0">
              <a:latin typeface="Times New Roman" pitchFamily="18" charset="0"/>
              <a:cs typeface="Times New Roman" pitchFamily="18" charset="0"/>
            </a:endParaRPr>
          </a:p>
          <a:p>
            <a:pPr marL="1447615" lvl="3" indent="-380615">
              <a:buFont typeface="Wingdings" pitchFamily="2" charset="2"/>
              <a:buAutoNum type="arabicPeriod" startAt="4"/>
            </a:pPr>
            <a:r>
              <a:rPr lang="en-US" sz="2400" b="1" dirty="0" smtClean="0">
                <a:latin typeface="Times New Roman" pitchFamily="18" charset="0"/>
                <a:cs typeface="Times New Roman" pitchFamily="18" charset="0"/>
              </a:rPr>
              <a:t>Application programs</a:t>
            </a:r>
          </a:p>
          <a:p>
            <a:pPr marL="1447615" lvl="3" indent="-380615">
              <a:buNone/>
            </a:pPr>
            <a:r>
              <a:rPr lang="en-US" sz="2400" dirty="0" smtClean="0">
                <a:latin typeface="Times New Roman" pitchFamily="18" charset="0"/>
                <a:cs typeface="Times New Roman" pitchFamily="18" charset="0"/>
              </a:rPr>
              <a:t>    This is dependent on users need. Ex. Railway reservation system, Bank database management etc.,</a:t>
            </a:r>
          </a:p>
          <a:p>
            <a:pPr marL="1722253" lvl="4" indent="-380615">
              <a:lnSpc>
                <a:spcPct val="90000"/>
              </a:lnSpc>
              <a:buNone/>
            </a:pPr>
            <a:endParaRPr lang="en-US" sz="2400" dirty="0" smtClean="0">
              <a:latin typeface="Times New Roman" pitchFamily="18" charset="0"/>
              <a:cs typeface="Times New Roman" pitchFamily="18" charset="0"/>
            </a:endParaRPr>
          </a:p>
          <a:p>
            <a:pPr marL="1722253" lvl="4" indent="-380615">
              <a:lnSpc>
                <a:spcPct val="90000"/>
              </a:lnSpc>
              <a:buNone/>
            </a:pPr>
            <a:endParaRPr lang="en-US" sz="2400" dirty="0" smtClean="0">
              <a:latin typeface="Times New Roman" pitchFamily="18" charset="0"/>
              <a:cs typeface="Times New Roman" pitchFamily="18" charset="0"/>
            </a:endParaRPr>
          </a:p>
          <a:p>
            <a:pPr marL="1722253" lvl="4" indent="-380615">
              <a:lnSpc>
                <a:spcPct val="90000"/>
              </a:lnSpc>
              <a:buNone/>
            </a:pPr>
            <a:r>
              <a:rPr lang="en-US" sz="2400" dirty="0" smtClean="0">
                <a:latin typeface="Times New Roman" pitchFamily="18" charset="0"/>
                <a:cs typeface="Times New Roman" pitchFamily="18" charset="0"/>
              </a:rPr>
              <a:t>							</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714375" y="535781"/>
            <a:ext cx="7773293" cy="612535"/>
          </a:xfrm>
        </p:spPr>
        <p:txBody>
          <a:bodyPr/>
          <a:lstStyle/>
          <a:p>
            <a:pPr algn="ctr"/>
            <a:r>
              <a:rPr lang="en-US" sz="3200" b="1" u="sng" dirty="0" smtClean="0">
                <a:solidFill>
                  <a:srgbClr val="FF0000"/>
                </a:solidFill>
                <a:latin typeface="Times New Roman" pitchFamily="18" charset="0"/>
                <a:cs typeface="Times New Roman" pitchFamily="18" charset="0"/>
              </a:rPr>
              <a:t>Evolution of OS:</a:t>
            </a:r>
          </a:p>
        </p:txBody>
      </p:sp>
      <p:sp>
        <p:nvSpPr>
          <p:cNvPr id="10243" name="Rectangle 3"/>
          <p:cNvSpPr>
            <a:spLocks noGrp="1" noChangeArrowheads="1"/>
          </p:cNvSpPr>
          <p:nvPr>
            <p:ph type="body" idx="1"/>
          </p:nvPr>
        </p:nvSpPr>
        <p:spPr>
          <a:xfrm>
            <a:off x="318977" y="1395524"/>
            <a:ext cx="8825023" cy="4114354"/>
          </a:xfrm>
        </p:spPr>
        <p:txBody>
          <a:bodyPr/>
          <a:lstStyle/>
          <a:p>
            <a:pPr>
              <a:lnSpc>
                <a:spcPct val="90000"/>
              </a:lnSpc>
            </a:pPr>
            <a:r>
              <a:rPr lang="en-US" sz="2800" dirty="0" smtClean="0">
                <a:latin typeface="Times New Roman" pitchFamily="18" charset="0"/>
                <a:cs typeface="Times New Roman" pitchFamily="18" charset="0"/>
              </a:rPr>
              <a:t>The evolution of operating systems went through seven </a:t>
            </a:r>
            <a:r>
              <a:rPr lang="en-US" sz="2800" i="1" dirty="0" smtClean="0">
                <a:latin typeface="Times New Roman" pitchFamily="18" charset="0"/>
                <a:cs typeface="Times New Roman" pitchFamily="18" charset="0"/>
              </a:rPr>
              <a:t>major phases. </a:t>
            </a:r>
          </a:p>
          <a:p>
            <a:pPr>
              <a:lnSpc>
                <a:spcPct val="90000"/>
              </a:lnSpc>
            </a:pPr>
            <a:endParaRPr lang="en-US" sz="2800" i="1" dirty="0" smtClean="0">
              <a:latin typeface="Times New Roman" pitchFamily="18" charset="0"/>
              <a:cs typeface="Times New Roman" pitchFamily="18" charset="0"/>
            </a:endParaRPr>
          </a:p>
          <a:p>
            <a:pPr>
              <a:lnSpc>
                <a:spcPct val="90000"/>
              </a:lnSpc>
            </a:pPr>
            <a:r>
              <a:rPr lang="en-US" sz="2800" dirty="0" smtClean="0">
                <a:latin typeface="Times New Roman" pitchFamily="18" charset="0"/>
                <a:cs typeface="Times New Roman" pitchFamily="18" charset="0"/>
              </a:rPr>
              <a:t>Six of them significantly changed the ways in which users accessed computers through the open shop, batch processing, multiprogramming, timesharing, personal computing, and distributed systems.</a:t>
            </a:r>
          </a:p>
          <a:p>
            <a:pPr>
              <a:lnSpc>
                <a:spcPct val="90000"/>
              </a:lnSpc>
            </a:pPr>
            <a:endParaRPr lang="en-US" sz="2800" dirty="0" smtClean="0">
              <a:latin typeface="Times New Roman" pitchFamily="18" charset="0"/>
              <a:cs typeface="Times New Roman" pitchFamily="18" charset="0"/>
            </a:endParaRPr>
          </a:p>
          <a:p>
            <a:pPr>
              <a:lnSpc>
                <a:spcPct val="90000"/>
              </a:lnSpc>
            </a:pPr>
            <a:r>
              <a:rPr lang="en-US" sz="2800" dirty="0" smtClean="0">
                <a:latin typeface="Times New Roman" pitchFamily="18" charset="0"/>
                <a:cs typeface="Times New Roman" pitchFamily="18" charset="0"/>
              </a:rPr>
              <a:t>In the seventh phase the foundations of concurrent programming were developed and demonstrated in model operating systems.</a:t>
            </a:r>
          </a:p>
          <a:p>
            <a:pPr lvl="3">
              <a:lnSpc>
                <a:spcPct val="90000"/>
              </a:lnSpc>
              <a:buFont typeface="Wingdings" pitchFamily="2" charset="2"/>
              <a:buNone/>
            </a:pPr>
            <a:r>
              <a:rPr lang="en-US" sz="2800" dirty="0" smtClean="0">
                <a:latin typeface="Times New Roman" pitchFamily="18" charset="0"/>
                <a:cs typeface="Times New Roman" pitchFamily="18" charset="0"/>
              </a:rPr>
              <a:t>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60797" y="0"/>
            <a:ext cx="7772177" cy="659219"/>
          </a:xfrm>
        </p:spPr>
        <p:txBody>
          <a:bodyPr/>
          <a:lstStyle/>
          <a:p>
            <a:r>
              <a:rPr lang="en-US" sz="3200" b="1" u="sng" dirty="0" smtClean="0">
                <a:solidFill>
                  <a:srgbClr val="FF0000"/>
                </a:solidFill>
                <a:latin typeface="Times New Roman" pitchFamily="18" charset="0"/>
                <a:cs typeface="Times New Roman" pitchFamily="18" charset="0"/>
              </a:rPr>
              <a:t>Evolution of OS (contd..):</a:t>
            </a:r>
          </a:p>
        </p:txBody>
      </p:sp>
      <p:graphicFrame>
        <p:nvGraphicFramePr>
          <p:cNvPr id="6288" name="Group 144"/>
          <p:cNvGraphicFramePr>
            <a:graphicFrameLocks noGrp="1"/>
          </p:cNvGraphicFramePr>
          <p:nvPr/>
        </p:nvGraphicFramePr>
        <p:xfrm>
          <a:off x="0" y="761080"/>
          <a:ext cx="9143998" cy="6096920"/>
        </p:xfrm>
        <a:graphic>
          <a:graphicData uri="http://schemas.openxmlformats.org/drawingml/2006/table">
            <a:tbl>
              <a:tblPr/>
              <a:tblGrid>
                <a:gridCol w="2275168"/>
                <a:gridCol w="3654973"/>
                <a:gridCol w="3213857"/>
              </a:tblGrid>
              <a:tr h="421138">
                <a:tc>
                  <a:txBody>
                    <a:bodyPr/>
                    <a:lstStyle/>
                    <a:p>
                      <a:pPr marL="182880" marR="0" lvl="0" indent="0" algn="ctr" defTabSz="914400" rtl="0" eaLnBrk="1" fontAlgn="base" latinLnBrk="0" hangingPunct="1">
                        <a:lnSpc>
                          <a:spcPct val="100000"/>
                        </a:lnSpc>
                        <a:spcBef>
                          <a:spcPts val="600"/>
                        </a:spcBef>
                        <a:spcAft>
                          <a:spcPct val="0"/>
                        </a:spcAft>
                        <a:buClr>
                          <a:schemeClr val="accent1"/>
                        </a:buClr>
                        <a:buSzPct val="65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Major Phases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2880" marR="0" lvl="0" indent="0" algn="ctr" defTabSz="914400" rtl="0" eaLnBrk="1" fontAlgn="base" latinLnBrk="0" hangingPunct="1">
                        <a:lnSpc>
                          <a:spcPct val="100000"/>
                        </a:lnSpc>
                        <a:spcBef>
                          <a:spcPts val="6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Technical Innovations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2880" marR="0" lvl="0" indent="0" algn="ctr" defTabSz="914400" rtl="0" eaLnBrk="1" fontAlgn="base" latinLnBrk="0" hangingPunct="1">
                        <a:lnSpc>
                          <a:spcPct val="100000"/>
                        </a:lnSpc>
                        <a:spcBef>
                          <a:spcPts val="6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Operating Systems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7502">
                <a:tc>
                  <a:txBody>
                    <a:bodyPr/>
                    <a:lstStyle/>
                    <a:p>
                      <a:pPr marL="182880" marR="0" lvl="0" indent="0" algn="ctr" defTabSz="914400" rtl="0" eaLnBrk="1" fontAlgn="base" latinLnBrk="0" hangingPunct="1">
                        <a:lnSpc>
                          <a:spcPct val="100000"/>
                        </a:lnSpc>
                        <a:spcBef>
                          <a:spcPts val="600"/>
                        </a:spcBef>
                        <a:spcAft>
                          <a:spcPct val="0"/>
                        </a:spcAft>
                        <a:buClr>
                          <a:schemeClr val="accent1"/>
                        </a:buClr>
                        <a:buSzPct val="65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Open Shop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2880" marR="0" lvl="0" indent="0" algn="ctr" defTabSz="914400" rtl="0" eaLnBrk="1" fontAlgn="base" latinLnBrk="0" hangingPunct="1">
                        <a:lnSpc>
                          <a:spcPct val="100000"/>
                        </a:lnSpc>
                        <a:spcBef>
                          <a:spcPts val="600"/>
                        </a:spcBef>
                        <a:spcAft>
                          <a:spcPct val="0"/>
                        </a:spcAft>
                        <a:buClr>
                          <a:schemeClr val="accent1"/>
                        </a:buClr>
                        <a:buSzPct val="65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The idea of OS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2880" marR="0" lvl="0" indent="0" algn="ctr" defTabSz="914400" rtl="0" eaLnBrk="1" fontAlgn="base" latinLnBrk="0" hangingPunct="1">
                        <a:lnSpc>
                          <a:spcPct val="100000"/>
                        </a:lnSpc>
                        <a:spcBef>
                          <a:spcPts val="600"/>
                        </a:spcBef>
                        <a:spcAft>
                          <a:spcPct val="0"/>
                        </a:spcAft>
                        <a:buClr>
                          <a:schemeClr val="accent1"/>
                        </a:buClr>
                        <a:buSzPct val="65000"/>
                        <a:buFont typeface="Wingdings" pitchFamily="2" charset="2"/>
                        <a:buNone/>
                        <a:tabLst/>
                      </a:pPr>
                      <a:r>
                        <a:rPr kumimoji="0" lang="en-US" sz="1800" b="0" i="0" u="none" strike="noStrike" cap="none" normalizeH="0" baseline="0" smtClean="0">
                          <a:ln>
                            <a:noFill/>
                          </a:ln>
                          <a:solidFill>
                            <a:schemeClr val="tx1"/>
                          </a:solidFill>
                          <a:effectLst/>
                          <a:latin typeface="Times New Roman" pitchFamily="18" charset="0"/>
                          <a:cs typeface="Times New Roman" pitchFamily="18" charset="0"/>
                        </a:rPr>
                        <a:t>IBM 701 open shop (1954)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1475">
                <a:tc>
                  <a:txBody>
                    <a:bodyPr/>
                    <a:lstStyle/>
                    <a:p>
                      <a:pPr marL="182880" marR="0" lvl="0" indent="0" algn="ctr" defTabSz="914400" rtl="0" eaLnBrk="1" fontAlgn="base" latinLnBrk="0" hangingPunct="1">
                        <a:lnSpc>
                          <a:spcPct val="100000"/>
                        </a:lnSpc>
                        <a:spcBef>
                          <a:spcPts val="600"/>
                        </a:spcBef>
                        <a:spcAft>
                          <a:spcPct val="0"/>
                        </a:spcAft>
                        <a:buClr>
                          <a:schemeClr val="accent1"/>
                        </a:buClr>
                        <a:buSzPct val="65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Batch Processing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2880" marR="0" lvl="0" indent="0" algn="ctr" defTabSz="914400" rtl="0" eaLnBrk="1" fontAlgn="base" latinLnBrk="0" hangingPunct="1">
                        <a:lnSpc>
                          <a:spcPct val="100000"/>
                        </a:lnSpc>
                        <a:spcBef>
                          <a:spcPts val="600"/>
                        </a:spcBef>
                        <a:spcAft>
                          <a:spcPct val="0"/>
                        </a:spcAft>
                        <a:buClr>
                          <a:schemeClr val="accent1"/>
                        </a:buClr>
                        <a:buSzPct val="65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Tape batching,</a:t>
                      </a:r>
                    </a:p>
                    <a:p>
                      <a:pPr marL="182880" marR="0" lvl="0" indent="0" algn="ctr" defTabSz="914400" rtl="0" eaLnBrk="1" fontAlgn="base" latinLnBrk="0" hangingPunct="1">
                        <a:lnSpc>
                          <a:spcPct val="100000"/>
                        </a:lnSpc>
                        <a:spcBef>
                          <a:spcPts val="600"/>
                        </a:spcBef>
                        <a:spcAft>
                          <a:spcPct val="0"/>
                        </a:spcAft>
                        <a:buClr>
                          <a:schemeClr val="accent1"/>
                        </a:buClr>
                        <a:buSzPct val="65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First-in, first-out scheduling.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2880" marR="0" lvl="0" indent="0" algn="ctr" defTabSz="914400" rtl="0" eaLnBrk="1" fontAlgn="base" latinLnBrk="0" hangingPunct="1">
                        <a:lnSpc>
                          <a:spcPct val="100000"/>
                        </a:lnSpc>
                        <a:spcBef>
                          <a:spcPts val="600"/>
                        </a:spcBef>
                        <a:spcAft>
                          <a:spcPct val="0"/>
                        </a:spcAft>
                        <a:buClr>
                          <a:schemeClr val="accent1"/>
                        </a:buClr>
                        <a:buSzPct val="65000"/>
                        <a:buFont typeface="Wingdings" pitchFamily="2" charset="2"/>
                        <a:buNone/>
                        <a:tabLst/>
                      </a:pPr>
                      <a:r>
                        <a:rPr kumimoji="0" lang="en-US" sz="1800" b="0" i="0" u="none" strike="noStrike" cap="none" normalizeH="0" baseline="0" smtClean="0">
                          <a:ln>
                            <a:noFill/>
                          </a:ln>
                          <a:solidFill>
                            <a:schemeClr val="tx1"/>
                          </a:solidFill>
                          <a:effectLst/>
                          <a:latin typeface="Times New Roman" pitchFamily="18" charset="0"/>
                          <a:cs typeface="Times New Roman" pitchFamily="18" charset="0"/>
                        </a:rPr>
                        <a:t>BKS system (1961)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08444">
                <a:tc>
                  <a:txBody>
                    <a:bodyPr/>
                    <a:lstStyle/>
                    <a:p>
                      <a:pPr marL="182880" marR="0" lvl="0" indent="0" algn="ctr" defTabSz="914400" rtl="0" eaLnBrk="1" fontAlgn="base" latinLnBrk="0" hangingPunct="1">
                        <a:lnSpc>
                          <a:spcPct val="100000"/>
                        </a:lnSpc>
                        <a:spcBef>
                          <a:spcPts val="600"/>
                        </a:spcBef>
                        <a:spcAft>
                          <a:spcPct val="0"/>
                        </a:spcAft>
                        <a:buClr>
                          <a:schemeClr val="accent1"/>
                        </a:buClr>
                        <a:buSzPct val="65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Multi-</a:t>
                      </a:r>
                    </a:p>
                    <a:p>
                      <a:pPr marL="182880" marR="0" lvl="0" indent="0" algn="ctr" defTabSz="914400" rtl="0" eaLnBrk="1" fontAlgn="base" latinLnBrk="0" hangingPunct="1">
                        <a:lnSpc>
                          <a:spcPct val="100000"/>
                        </a:lnSpc>
                        <a:spcBef>
                          <a:spcPts val="600"/>
                        </a:spcBef>
                        <a:spcAft>
                          <a:spcPct val="0"/>
                        </a:spcAft>
                        <a:buClr>
                          <a:schemeClr val="accent1"/>
                        </a:buClr>
                        <a:buSzPct val="65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Programming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2880" marR="0" lvl="0" indent="0" algn="ctr" defTabSz="914400" rtl="0" eaLnBrk="1" fontAlgn="base" latinLnBrk="0" hangingPunct="1">
                        <a:lnSpc>
                          <a:spcPct val="100000"/>
                        </a:lnSpc>
                        <a:spcBef>
                          <a:spcPts val="600"/>
                        </a:spcBef>
                        <a:spcAft>
                          <a:spcPct val="0"/>
                        </a:spcAft>
                        <a:buClr>
                          <a:schemeClr val="accent1"/>
                        </a:buClr>
                        <a:buSzPct val="65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Processor multiplexing, Indivisible operations, Demand paging, Input/output spooling, Priority scheduling, Remote job entry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2880" marR="0" lvl="0" indent="0" algn="ctr" defTabSz="914400" rtl="0" eaLnBrk="1" fontAlgn="base" latinLnBrk="0" hangingPunct="1">
                        <a:lnSpc>
                          <a:spcPct val="100000"/>
                        </a:lnSpc>
                        <a:spcBef>
                          <a:spcPts val="600"/>
                        </a:spcBef>
                        <a:spcAft>
                          <a:spcPct val="0"/>
                        </a:spcAft>
                        <a:buClr>
                          <a:schemeClr val="accent1"/>
                        </a:buClr>
                        <a:buSzPct val="65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Atlas supervisor (1961),</a:t>
                      </a:r>
                    </a:p>
                    <a:p>
                      <a:pPr marL="182880" marR="0" lvl="0" indent="0" algn="ctr" defTabSz="914400" rtl="0" eaLnBrk="1" fontAlgn="base" latinLnBrk="0" hangingPunct="1">
                        <a:lnSpc>
                          <a:spcPct val="100000"/>
                        </a:lnSpc>
                        <a:spcBef>
                          <a:spcPts val="600"/>
                        </a:spcBef>
                        <a:spcAft>
                          <a:spcPct val="0"/>
                        </a:spcAft>
                        <a:buClr>
                          <a:schemeClr val="accent1"/>
                        </a:buClr>
                        <a:buSzPct val="65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Exec II system (1966)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3726">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rPr>
                        <a:t>Timesharing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rPr>
                        <a:t>Simultaneous user interaction,</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rPr>
                        <a:t>On-line file systems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0" i="0" u="none" strike="noStrike" kern="1200" cap="none" normalizeH="0" baseline="0" dirty="0" err="1" smtClean="0">
                          <a:ln>
                            <a:noFill/>
                          </a:ln>
                          <a:solidFill>
                            <a:schemeClr val="tx1"/>
                          </a:solidFill>
                          <a:effectLst/>
                          <a:latin typeface="Times New Roman" pitchFamily="18" charset="0"/>
                          <a:ea typeface="+mn-ea"/>
                          <a:cs typeface="Times New Roman" pitchFamily="18" charset="0"/>
                        </a:rPr>
                        <a:t>Multics</a:t>
                      </a:r>
                      <a:r>
                        <a:rPr kumimoji="0" lang="en-US"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rPr>
                        <a:t> file system (1965),</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rPr>
                        <a:t>Unix (1974)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8856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rPr>
                        <a:t>Concurrent Programming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rPr>
                        <a:t>Hierarchical systems, Extensible kernels, Parallel programming concepts, Secure parallel languages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rPr>
                        <a:t>RC 4000 system (1969),</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rPr>
                        <a:t>13 Venus system (1972),</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rPr>
                        <a:t>14 Boss 2 system (1975).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58932">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rPr>
                        <a:t>Personal Computing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rPr>
                        <a:t>Graphic user interfaces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rPr>
                        <a:t>OS 6 (1972)</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rPr>
                        <a:t>Pilot system (1980)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3689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rPr>
                        <a:t>Distributed Systems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rPr>
                        <a:t>Remote servers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rPr>
                        <a:t>WFS file server (1979) Unix United RPC (1982)</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rPr>
                        <a:t>24 Amoeba system (1990)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300813"/>
            <a:ext cx="8229600" cy="656117"/>
          </a:xfrm>
        </p:spPr>
        <p:txBody>
          <a:bodyPr/>
          <a:lstStyle/>
          <a:p>
            <a:pPr algn="ctr"/>
            <a:r>
              <a:rPr lang="en-US" sz="3200" b="1" u="sng" dirty="0" smtClean="0">
                <a:solidFill>
                  <a:srgbClr val="FF0000"/>
                </a:solidFill>
                <a:latin typeface="Times New Roman" pitchFamily="18" charset="0"/>
                <a:cs typeface="Times New Roman" pitchFamily="18" charset="0"/>
              </a:rPr>
              <a:t>Batch Processing:</a:t>
            </a:r>
          </a:p>
        </p:txBody>
      </p:sp>
      <p:sp>
        <p:nvSpPr>
          <p:cNvPr id="12291" name="Rectangle 3"/>
          <p:cNvSpPr>
            <a:spLocks noGrp="1" noChangeArrowheads="1"/>
          </p:cNvSpPr>
          <p:nvPr>
            <p:ph type="body" idx="1"/>
          </p:nvPr>
        </p:nvSpPr>
        <p:spPr>
          <a:xfrm>
            <a:off x="318893" y="1001848"/>
            <a:ext cx="8825107" cy="5558440"/>
          </a:xfrm>
        </p:spPr>
        <p:txBody>
          <a:bodyPr/>
          <a:lstStyle/>
          <a:p>
            <a:r>
              <a:rPr lang="en-US" sz="2000" dirty="0" smtClean="0">
                <a:latin typeface="Times New Roman" pitchFamily="18" charset="0"/>
                <a:cs typeface="Times New Roman" pitchFamily="18" charset="0"/>
              </a:rPr>
              <a:t>In Batch processing same type of jobs batch (BATCH- a set of jobs with similar needs) together and execute at a time.</a:t>
            </a:r>
          </a:p>
          <a:p>
            <a:r>
              <a:rPr lang="en-US" sz="2000" dirty="0" smtClean="0">
                <a:latin typeface="Times New Roman" pitchFamily="18" charset="0"/>
                <a:cs typeface="Times New Roman" pitchFamily="18" charset="0"/>
              </a:rPr>
              <a:t>The OS was simple, its major task was to transfer control from one job to the next.</a:t>
            </a:r>
          </a:p>
          <a:p>
            <a:r>
              <a:rPr lang="en-US" sz="2000" dirty="0" smtClean="0">
                <a:latin typeface="Times New Roman" pitchFamily="18" charset="0"/>
                <a:cs typeface="Times New Roman" pitchFamily="18" charset="0"/>
              </a:rPr>
              <a:t>The job was submitted to the computer operator in form of punch cards. At some later time the output appeared.</a:t>
            </a:r>
          </a:p>
          <a:p>
            <a:r>
              <a:rPr lang="en-US" sz="2000" dirty="0" smtClean="0">
                <a:latin typeface="Times New Roman" pitchFamily="18" charset="0"/>
                <a:cs typeface="Times New Roman" pitchFamily="18" charset="0"/>
              </a:rPr>
              <a:t>The OS was always resident in memory. (Ref. Fig)</a:t>
            </a:r>
          </a:p>
          <a:p>
            <a:r>
              <a:rPr lang="en-US" sz="2000" dirty="0" smtClean="0">
                <a:latin typeface="Times New Roman" pitchFamily="18" charset="0"/>
                <a:cs typeface="Times New Roman" pitchFamily="18" charset="0"/>
              </a:rPr>
              <a:t>Common Input devices were card readers and tape drives.</a:t>
            </a:r>
          </a:p>
          <a:p>
            <a:r>
              <a:rPr lang="en-US" sz="2000" dirty="0" smtClean="0">
                <a:latin typeface="Times New Roman" pitchFamily="18" charset="0"/>
                <a:cs typeface="Times New Roman" pitchFamily="18" charset="0"/>
              </a:rPr>
              <a:t>Common output devices were line printers, tape drives, and card punches.</a:t>
            </a:r>
          </a:p>
          <a:p>
            <a:r>
              <a:rPr lang="en-US" sz="2000" dirty="0" smtClean="0">
                <a:latin typeface="Times New Roman" pitchFamily="18" charset="0"/>
                <a:cs typeface="Times New Roman" pitchFamily="18" charset="0"/>
              </a:rPr>
              <a:t>Users did not interact directly with the computer systems, but he prepared a job (comprising of the program, the data, &amp; some control information).</a:t>
            </a:r>
          </a:p>
          <a:p>
            <a:pPr>
              <a:buFontTx/>
              <a:buNone/>
            </a:pPr>
            <a:endParaRPr lang="en-US" sz="2000" dirty="0" smtClean="0">
              <a:latin typeface="Times New Roman" pitchFamily="18" charset="0"/>
              <a:cs typeface="Times New Roman" pitchFamily="18" charset="0"/>
            </a:endParaRPr>
          </a:p>
        </p:txBody>
      </p:sp>
      <p:sp>
        <p:nvSpPr>
          <p:cNvPr id="12292" name="Rectangle 4"/>
          <p:cNvSpPr>
            <a:spLocks noChangeArrowheads="1"/>
          </p:cNvSpPr>
          <p:nvPr/>
        </p:nvSpPr>
        <p:spPr bwMode="auto">
          <a:xfrm>
            <a:off x="3614489" y="4714875"/>
            <a:ext cx="1752451" cy="2143125"/>
          </a:xfrm>
          <a:prstGeom prst="rect">
            <a:avLst/>
          </a:prstGeom>
          <a:noFill/>
          <a:ln w="9525">
            <a:solidFill>
              <a:schemeClr val="tx1"/>
            </a:solidFill>
            <a:miter lim="800000"/>
            <a:headEnd/>
            <a:tailEnd/>
          </a:ln>
        </p:spPr>
        <p:txBody>
          <a:bodyPr wrap="none" lIns="91435" tIns="45718" rIns="91435" bIns="45718" anchor="ctr"/>
          <a:lstStyle/>
          <a:p>
            <a:endParaRPr lang="en-US"/>
          </a:p>
        </p:txBody>
      </p:sp>
      <p:sp>
        <p:nvSpPr>
          <p:cNvPr id="12293" name="Line 6"/>
          <p:cNvSpPr>
            <a:spLocks noChangeShapeType="1"/>
          </p:cNvSpPr>
          <p:nvPr/>
        </p:nvSpPr>
        <p:spPr bwMode="auto">
          <a:xfrm>
            <a:off x="3593223" y="5499192"/>
            <a:ext cx="1752451" cy="0"/>
          </a:xfrm>
          <a:prstGeom prst="line">
            <a:avLst/>
          </a:prstGeom>
          <a:noFill/>
          <a:ln w="9525">
            <a:solidFill>
              <a:schemeClr val="tx1"/>
            </a:solidFill>
            <a:round/>
            <a:headEnd/>
            <a:tailEnd/>
          </a:ln>
        </p:spPr>
        <p:txBody>
          <a:bodyPr lIns="91435" tIns="45718" rIns="91435" bIns="45718"/>
          <a:lstStyle/>
          <a:p>
            <a:endParaRPr lang="en-US"/>
          </a:p>
        </p:txBody>
      </p:sp>
      <p:sp>
        <p:nvSpPr>
          <p:cNvPr id="12294" name="Text Box 7"/>
          <p:cNvSpPr txBox="1">
            <a:spLocks noChangeArrowheads="1"/>
          </p:cNvSpPr>
          <p:nvPr/>
        </p:nvSpPr>
        <p:spPr bwMode="auto">
          <a:xfrm>
            <a:off x="4086472" y="5091826"/>
            <a:ext cx="609451" cy="397371"/>
          </a:xfrm>
          <a:prstGeom prst="rect">
            <a:avLst/>
          </a:prstGeom>
          <a:noFill/>
          <a:ln w="9525">
            <a:noFill/>
            <a:miter lim="800000"/>
            <a:headEnd/>
            <a:tailEnd/>
          </a:ln>
        </p:spPr>
        <p:txBody>
          <a:bodyPr lIns="91435" tIns="45718" rIns="91435" bIns="45718">
            <a:spAutoFit/>
          </a:bodyPr>
          <a:lstStyle/>
          <a:p>
            <a:pPr>
              <a:spcBef>
                <a:spcPct val="50000"/>
              </a:spcBef>
            </a:pPr>
            <a:r>
              <a:rPr lang="en-US" sz="2000" b="1" dirty="0"/>
              <a:t>OS</a:t>
            </a:r>
          </a:p>
        </p:txBody>
      </p:sp>
      <p:sp>
        <p:nvSpPr>
          <p:cNvPr id="12295" name="Text Box 8"/>
          <p:cNvSpPr txBox="1">
            <a:spLocks noChangeArrowheads="1"/>
          </p:cNvSpPr>
          <p:nvPr/>
        </p:nvSpPr>
        <p:spPr bwMode="auto">
          <a:xfrm>
            <a:off x="3854300" y="5546124"/>
            <a:ext cx="1143000" cy="741164"/>
          </a:xfrm>
          <a:prstGeom prst="rect">
            <a:avLst/>
          </a:prstGeom>
          <a:noFill/>
          <a:ln w="9525">
            <a:noFill/>
            <a:miter lim="800000"/>
            <a:headEnd/>
            <a:tailEnd/>
          </a:ln>
        </p:spPr>
        <p:txBody>
          <a:bodyPr lIns="91435" tIns="45718" rIns="91435" bIns="45718">
            <a:spAutoFit/>
          </a:bodyPr>
          <a:lstStyle/>
          <a:p>
            <a:pPr>
              <a:spcBef>
                <a:spcPct val="50000"/>
              </a:spcBef>
            </a:pPr>
            <a:r>
              <a:rPr lang="en-US" sz="1400" b="1" dirty="0"/>
              <a:t>User program area</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0"/>
            <a:ext cx="8229600" cy="659219"/>
          </a:xfrm>
        </p:spPr>
        <p:txBody>
          <a:bodyPr/>
          <a:lstStyle/>
          <a:p>
            <a:pPr algn="ctr"/>
            <a:r>
              <a:rPr lang="en-US" sz="3200" b="1" u="sng" dirty="0" smtClean="0">
                <a:solidFill>
                  <a:srgbClr val="FF0000"/>
                </a:solidFill>
                <a:latin typeface="Times New Roman" pitchFamily="18" charset="0"/>
                <a:cs typeface="Times New Roman" pitchFamily="18" charset="0"/>
              </a:rPr>
              <a:t>Multiprogramming:</a:t>
            </a:r>
          </a:p>
        </p:txBody>
      </p:sp>
      <p:sp>
        <p:nvSpPr>
          <p:cNvPr id="13315" name="Rectangle 3"/>
          <p:cNvSpPr>
            <a:spLocks noGrp="1" noChangeArrowheads="1"/>
          </p:cNvSpPr>
          <p:nvPr>
            <p:ph type="body" idx="1"/>
          </p:nvPr>
        </p:nvSpPr>
        <p:spPr>
          <a:xfrm>
            <a:off x="308791" y="983959"/>
            <a:ext cx="8835209" cy="5874041"/>
          </a:xfrm>
        </p:spPr>
        <p:txBody>
          <a:bodyPr/>
          <a:lstStyle/>
          <a:p>
            <a:r>
              <a:rPr lang="en-US" sz="2000" dirty="0" smtClean="0">
                <a:latin typeface="Times New Roman" pitchFamily="18" charset="0"/>
                <a:cs typeface="Times New Roman" pitchFamily="18" charset="0"/>
              </a:rPr>
              <a:t>Multiprogramming is a technique to execute number of programs simultaneously by a single processor.</a:t>
            </a:r>
          </a:p>
          <a:p>
            <a:r>
              <a:rPr lang="en-US" sz="2000" dirty="0" smtClean="0">
                <a:latin typeface="Times New Roman" pitchFamily="18" charset="0"/>
                <a:cs typeface="Times New Roman" pitchFamily="18" charset="0"/>
              </a:rPr>
              <a:t>In Multiprogramming, number of processes reside in main memory at a time.</a:t>
            </a:r>
          </a:p>
          <a:p>
            <a:r>
              <a:rPr lang="en-US" sz="2000" dirty="0" smtClean="0">
                <a:latin typeface="Times New Roman" pitchFamily="18" charset="0"/>
                <a:cs typeface="Times New Roman" pitchFamily="18" charset="0"/>
              </a:rPr>
              <a:t>The OS picks and begins to executes one of the jobs in the main memory.</a:t>
            </a:r>
          </a:p>
          <a:p>
            <a:r>
              <a:rPr lang="en-US" sz="2000" dirty="0" smtClean="0">
                <a:latin typeface="Times New Roman" pitchFamily="18" charset="0"/>
                <a:cs typeface="Times New Roman" pitchFamily="18" charset="0"/>
              </a:rPr>
              <a:t>If any I/O wait happened in a process, then CPU switches from that job to another </a:t>
            </a:r>
          </a:p>
          <a:p>
            <a:r>
              <a:rPr lang="en-US" sz="2000" dirty="0" smtClean="0">
                <a:latin typeface="Times New Roman" pitchFamily="18" charset="0"/>
                <a:cs typeface="Times New Roman" pitchFamily="18" charset="0"/>
              </a:rPr>
              <a:t>Hence CPU in not idle at any time.</a:t>
            </a:r>
          </a:p>
        </p:txBody>
      </p:sp>
      <p:graphicFrame>
        <p:nvGraphicFramePr>
          <p:cNvPr id="4" name="Group 36"/>
          <p:cNvGraphicFramePr>
            <a:graphicFrameLocks/>
          </p:cNvGraphicFramePr>
          <p:nvPr/>
        </p:nvGraphicFramePr>
        <p:xfrm>
          <a:off x="1250157" y="3268266"/>
          <a:ext cx="1894284" cy="2412277"/>
        </p:xfrm>
        <a:graphic>
          <a:graphicData uri="http://schemas.openxmlformats.org/drawingml/2006/table">
            <a:tbl>
              <a:tblPr/>
              <a:tblGrid>
                <a:gridCol w="1894284"/>
              </a:tblGrid>
              <a:tr h="395987">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OS</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5987">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Times New Roman" pitchFamily="18" charset="0"/>
                          <a:cs typeface="Times New Roman" pitchFamily="18" charset="0"/>
                        </a:rPr>
                        <a:t>Job 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1077">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Times New Roman" pitchFamily="18" charset="0"/>
                          <a:cs typeface="Times New Roman" pitchFamily="18" charset="0"/>
                        </a:rPr>
                        <a:t>Job 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5987">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Times New Roman" pitchFamily="18" charset="0"/>
                          <a:cs typeface="Times New Roman" pitchFamily="18" charset="0"/>
                        </a:rPr>
                        <a:t>Job 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5987">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Job 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5987">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Job 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3332" name="Rectangle 4"/>
          <p:cNvSpPr>
            <a:spLocks noChangeArrowheads="1"/>
          </p:cNvSpPr>
          <p:nvPr/>
        </p:nvSpPr>
        <p:spPr bwMode="auto">
          <a:xfrm>
            <a:off x="3402419" y="3482578"/>
            <a:ext cx="5741581" cy="3296574"/>
          </a:xfrm>
          <a:prstGeom prst="rect">
            <a:avLst/>
          </a:prstGeom>
          <a:noFill/>
          <a:ln w="9525">
            <a:noFill/>
            <a:miter lim="800000"/>
            <a:headEnd/>
            <a:tailEnd/>
          </a:ln>
        </p:spPr>
        <p:txBody>
          <a:bodyPr wrap="square" lIns="64291" tIns="32146" rIns="64291" bIns="32146">
            <a:spAutoFit/>
          </a:bodyPr>
          <a:lstStyle/>
          <a:p>
            <a:pPr algn="l">
              <a:spcBef>
                <a:spcPct val="50000"/>
              </a:spcBef>
              <a:buFontTx/>
              <a:buChar char="•"/>
            </a:pPr>
            <a:r>
              <a:rPr lang="en-US" sz="2000" dirty="0">
                <a:latin typeface="Times New Roman" pitchFamily="18" charset="0"/>
                <a:cs typeface="Times New Roman" pitchFamily="18" charset="0"/>
              </a:rPr>
              <a:t> Figure shows the layout of multiprogramming system.</a:t>
            </a:r>
          </a:p>
          <a:p>
            <a:pPr algn="l">
              <a:spcBef>
                <a:spcPct val="50000"/>
              </a:spcBef>
              <a:buFontTx/>
              <a:buChar char="•"/>
            </a:pPr>
            <a:r>
              <a:rPr lang="en-US" sz="2000" dirty="0">
                <a:latin typeface="Times New Roman" pitchFamily="18" charset="0"/>
                <a:cs typeface="Times New Roman" pitchFamily="18" charset="0"/>
              </a:rPr>
              <a:t> The main memory consists of 5 jobs at a time, the CPU executes one by one.</a:t>
            </a:r>
          </a:p>
          <a:p>
            <a:pPr algn="l">
              <a:spcBef>
                <a:spcPct val="50000"/>
              </a:spcBef>
            </a:pPr>
            <a:r>
              <a:rPr lang="en-US" sz="2000" b="1" u="sng" dirty="0">
                <a:latin typeface="Times New Roman" pitchFamily="18" charset="0"/>
                <a:cs typeface="Times New Roman" pitchFamily="18" charset="0"/>
              </a:rPr>
              <a:t>Advantages:</a:t>
            </a:r>
          </a:p>
          <a:p>
            <a:pPr algn="l">
              <a:spcBef>
                <a:spcPct val="50000"/>
              </a:spcBef>
              <a:buFontTx/>
              <a:buChar char="•"/>
            </a:pPr>
            <a:r>
              <a:rPr lang="en-US" sz="2000" dirty="0">
                <a:latin typeface="Times New Roman" pitchFamily="18" charset="0"/>
                <a:cs typeface="Times New Roman" pitchFamily="18" charset="0"/>
              </a:rPr>
              <a:t>Efficient memory utilization</a:t>
            </a:r>
          </a:p>
          <a:p>
            <a:pPr algn="l">
              <a:spcBef>
                <a:spcPct val="50000"/>
              </a:spcBef>
              <a:buFontTx/>
              <a:buChar char="•"/>
            </a:pPr>
            <a:r>
              <a:rPr lang="en-US" sz="2000" dirty="0">
                <a:latin typeface="Times New Roman" pitchFamily="18" charset="0"/>
                <a:cs typeface="Times New Roman" pitchFamily="18" charset="0"/>
              </a:rPr>
              <a:t>Throughput increases</a:t>
            </a:r>
          </a:p>
          <a:p>
            <a:pPr algn="l">
              <a:spcBef>
                <a:spcPct val="50000"/>
              </a:spcBef>
              <a:buFontTx/>
              <a:buChar char="•"/>
            </a:pPr>
            <a:r>
              <a:rPr lang="en-US" sz="2000" dirty="0">
                <a:latin typeface="Times New Roman" pitchFamily="18" charset="0"/>
                <a:cs typeface="Times New Roman" pitchFamily="18" charset="0"/>
              </a:rPr>
              <a:t>CPU is never idle, so performance increases.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704850"/>
            <a:ext cx="8229600" cy="528527"/>
          </a:xfrm>
        </p:spPr>
        <p:txBody>
          <a:bodyPr/>
          <a:lstStyle/>
          <a:p>
            <a:pPr algn="ctr"/>
            <a:r>
              <a:rPr lang="en-US" sz="3200" b="1" u="sng" dirty="0" smtClean="0">
                <a:solidFill>
                  <a:srgbClr val="FF0000"/>
                </a:solidFill>
                <a:latin typeface="Times New Roman" pitchFamily="18" charset="0"/>
                <a:cs typeface="Times New Roman" pitchFamily="18" charset="0"/>
              </a:rPr>
              <a:t>Time Sharing Systems:</a:t>
            </a:r>
          </a:p>
        </p:txBody>
      </p:sp>
      <p:sp>
        <p:nvSpPr>
          <p:cNvPr id="14339" name="Rectangle 3"/>
          <p:cNvSpPr>
            <a:spLocks noGrp="1" noChangeArrowheads="1"/>
          </p:cNvSpPr>
          <p:nvPr>
            <p:ph type="body" idx="1"/>
          </p:nvPr>
        </p:nvSpPr>
        <p:spPr>
          <a:xfrm>
            <a:off x="330056" y="1409261"/>
            <a:ext cx="8813944" cy="5448739"/>
          </a:xfrm>
        </p:spPr>
        <p:txBody>
          <a:bodyPr/>
          <a:lstStyle/>
          <a:p>
            <a:r>
              <a:rPr lang="en-US" sz="2400" dirty="0" smtClean="0">
                <a:latin typeface="Times New Roman" pitchFamily="18" charset="0"/>
                <a:cs typeface="Times New Roman" pitchFamily="18" charset="0"/>
              </a:rPr>
              <a:t>Time sharing, or multitasking, is a logical extension of multiprogramming.</a:t>
            </a:r>
          </a:p>
          <a:p>
            <a:r>
              <a:rPr lang="en-US" sz="2400" dirty="0" smtClean="0">
                <a:latin typeface="Times New Roman" pitchFamily="18" charset="0"/>
                <a:cs typeface="Times New Roman" pitchFamily="18" charset="0"/>
              </a:rPr>
              <a:t>Multiple jobs are executed by switching the CPU between them.</a:t>
            </a:r>
          </a:p>
          <a:p>
            <a:r>
              <a:rPr lang="en-US" sz="2400" dirty="0" smtClean="0">
                <a:latin typeface="Times New Roman" pitchFamily="18" charset="0"/>
                <a:cs typeface="Times New Roman" pitchFamily="18" charset="0"/>
              </a:rPr>
              <a:t>In this, the CPU time is shared by different processes, so it is called as “Time sharing Systems”.</a:t>
            </a:r>
          </a:p>
          <a:p>
            <a:r>
              <a:rPr lang="en-US" sz="2400" dirty="0" smtClean="0">
                <a:latin typeface="Times New Roman" pitchFamily="18" charset="0"/>
                <a:cs typeface="Times New Roman" pitchFamily="18" charset="0"/>
              </a:rPr>
              <a:t>Time slice is defined by the OS, for sharing CPU time between processes.</a:t>
            </a:r>
          </a:p>
          <a:p>
            <a:r>
              <a:rPr lang="en-US" sz="2400" dirty="0" smtClean="0">
                <a:latin typeface="Times New Roman" pitchFamily="18" charset="0"/>
                <a:cs typeface="Times New Roman" pitchFamily="18" charset="0"/>
              </a:rPr>
              <a:t>Examples: </a:t>
            </a:r>
            <a:r>
              <a:rPr lang="en-US" sz="2400" dirty="0" err="1" smtClean="0">
                <a:latin typeface="Times New Roman" pitchFamily="18" charset="0"/>
                <a:cs typeface="Times New Roman" pitchFamily="18" charset="0"/>
              </a:rPr>
              <a:t>Multics</a:t>
            </a:r>
            <a:r>
              <a:rPr lang="en-US" sz="2400" dirty="0" smtClean="0">
                <a:latin typeface="Times New Roman" pitchFamily="18" charset="0"/>
                <a:cs typeface="Times New Roman" pitchFamily="18" charset="0"/>
              </a:rPr>
              <a:t>, Unix, etc.,</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algn="ctr"/>
            <a:r>
              <a:rPr lang="en-US" sz="3200" b="1" u="sng" dirty="0" smtClean="0">
                <a:solidFill>
                  <a:srgbClr val="FF0000"/>
                </a:solidFill>
                <a:latin typeface="Times New Roman" pitchFamily="18" charset="0"/>
                <a:cs typeface="Times New Roman" pitchFamily="18" charset="0"/>
              </a:rPr>
              <a:t>Types of OS:</a:t>
            </a:r>
          </a:p>
        </p:txBody>
      </p:sp>
      <p:sp>
        <p:nvSpPr>
          <p:cNvPr id="16387" name="Rectangle 3"/>
          <p:cNvSpPr>
            <a:spLocks noGrp="1" noChangeArrowheads="1"/>
          </p:cNvSpPr>
          <p:nvPr>
            <p:ph type="body" idx="1"/>
          </p:nvPr>
        </p:nvSpPr>
        <p:spPr/>
        <p:txBody>
          <a:bodyPr/>
          <a:lstStyle/>
          <a:p>
            <a:pPr>
              <a:buFont typeface="Wingdings" pitchFamily="2" charset="2"/>
              <a:buNone/>
            </a:pPr>
            <a:r>
              <a:rPr lang="en-US" sz="2800" dirty="0" smtClean="0">
                <a:latin typeface="Times New Roman" pitchFamily="18" charset="0"/>
                <a:cs typeface="Times New Roman" pitchFamily="18" charset="0"/>
              </a:rPr>
              <a:t>Operating System can also be classified as,-</a:t>
            </a:r>
          </a:p>
          <a:p>
            <a:pPr>
              <a:buFont typeface="Wingdings" pitchFamily="2" charset="2"/>
              <a:buNone/>
            </a:pPr>
            <a:endParaRPr lang="en-US" sz="2800" dirty="0" smtClean="0">
              <a:latin typeface="Times New Roman" pitchFamily="18" charset="0"/>
              <a:cs typeface="Times New Roman" pitchFamily="18" charset="0"/>
            </a:endParaRPr>
          </a:p>
          <a:p>
            <a:r>
              <a:rPr lang="en-GB" sz="2800" dirty="0" smtClean="0">
                <a:latin typeface="Times New Roman" pitchFamily="18" charset="0"/>
                <a:cs typeface="Times New Roman" pitchFamily="18" charset="0"/>
              </a:rPr>
              <a:t>Single User Systems</a:t>
            </a:r>
            <a:r>
              <a:rPr lang="en-US" sz="2800" dirty="0" smtClean="0">
                <a:latin typeface="Times New Roman" pitchFamily="18" charset="0"/>
                <a:cs typeface="Times New Roman" pitchFamily="18" charset="0"/>
              </a:rPr>
              <a:t> </a:t>
            </a:r>
          </a:p>
          <a:p>
            <a:pPr>
              <a:buFont typeface="Wingdings" pitchFamily="2" charset="2"/>
              <a:buNone/>
            </a:pPr>
            <a:endParaRPr lang="en-US" sz="2800" dirty="0" smtClean="0">
              <a:latin typeface="Times New Roman" pitchFamily="18" charset="0"/>
              <a:cs typeface="Times New Roman" pitchFamily="18" charset="0"/>
            </a:endParaRPr>
          </a:p>
          <a:p>
            <a:r>
              <a:rPr lang="en-GB" sz="2800" dirty="0" smtClean="0">
                <a:latin typeface="Times New Roman" pitchFamily="18" charset="0"/>
                <a:cs typeface="Times New Roman" pitchFamily="18" charset="0"/>
              </a:rPr>
              <a:t>Multi User Systems</a:t>
            </a:r>
            <a:endParaRPr lang="en-US" sz="28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914400" y="428404"/>
            <a:ext cx="8229600" cy="698647"/>
          </a:xfrm>
        </p:spPr>
        <p:txBody>
          <a:bodyPr/>
          <a:lstStyle/>
          <a:p>
            <a:pPr algn="ctr"/>
            <a:r>
              <a:rPr lang="en-GB" sz="3200" b="1" u="sng" dirty="0" smtClean="0">
                <a:solidFill>
                  <a:srgbClr val="FF0000"/>
                </a:solidFill>
                <a:latin typeface="Times New Roman" pitchFamily="18" charset="0"/>
                <a:cs typeface="Times New Roman" pitchFamily="18" charset="0"/>
              </a:rPr>
              <a:t>Single User Systems:</a:t>
            </a:r>
            <a:r>
              <a:rPr lang="en-US" sz="3200" b="1" u="sng" dirty="0" smtClean="0">
                <a:solidFill>
                  <a:srgbClr val="FF0000"/>
                </a:solidFill>
                <a:latin typeface="Times New Roman" pitchFamily="18" charset="0"/>
                <a:cs typeface="Times New Roman" pitchFamily="18" charset="0"/>
              </a:rPr>
              <a:t> </a:t>
            </a:r>
          </a:p>
        </p:txBody>
      </p:sp>
      <p:sp>
        <p:nvSpPr>
          <p:cNvPr id="17411" name="Rectangle 3"/>
          <p:cNvSpPr>
            <a:spLocks noGrp="1" noChangeArrowheads="1"/>
          </p:cNvSpPr>
          <p:nvPr>
            <p:ph type="body" idx="1"/>
          </p:nvPr>
        </p:nvSpPr>
        <p:spPr>
          <a:xfrm>
            <a:off x="308345" y="1297209"/>
            <a:ext cx="8229600" cy="4389437"/>
          </a:xfrm>
        </p:spPr>
        <p:txBody>
          <a:bodyPr/>
          <a:lstStyle/>
          <a:p>
            <a:r>
              <a:rPr lang="en-GB" sz="2400" dirty="0" smtClean="0">
                <a:latin typeface="Times New Roman" pitchFamily="18" charset="0"/>
                <a:cs typeface="Times New Roman" pitchFamily="18" charset="0"/>
              </a:rPr>
              <a:t>Provides a platform for only one user at a time. </a:t>
            </a:r>
          </a:p>
          <a:p>
            <a:r>
              <a:rPr lang="en-GB" sz="2400" dirty="0" smtClean="0">
                <a:latin typeface="Times New Roman" pitchFamily="18" charset="0"/>
                <a:cs typeface="Times New Roman" pitchFamily="18" charset="0"/>
              </a:rPr>
              <a:t>They are popularly associated with Desk Top operating system which run on standalone systems where no user accounts are required.</a:t>
            </a:r>
            <a:r>
              <a:rPr lang="en-US" sz="2400" dirty="0" smtClean="0">
                <a:latin typeface="Times New Roman" pitchFamily="18" charset="0"/>
                <a:cs typeface="Times New Roman" pitchFamily="18" charset="0"/>
              </a:rPr>
              <a:t> </a:t>
            </a:r>
          </a:p>
          <a:p>
            <a:r>
              <a:rPr lang="en-US" sz="2400" dirty="0" smtClean="0">
                <a:latin typeface="Times New Roman" pitchFamily="18" charset="0"/>
                <a:cs typeface="Times New Roman" pitchFamily="18" charset="0"/>
              </a:rPr>
              <a:t>Example: DOS</a:t>
            </a:r>
          </a:p>
        </p:txBody>
      </p:sp>
      <p:sp>
        <p:nvSpPr>
          <p:cNvPr id="17412" name="Rectangle 3"/>
          <p:cNvSpPr>
            <a:spLocks noChangeArrowheads="1"/>
          </p:cNvSpPr>
          <p:nvPr/>
        </p:nvSpPr>
        <p:spPr bwMode="auto">
          <a:xfrm>
            <a:off x="255181" y="3964781"/>
            <a:ext cx="8888818" cy="2724109"/>
          </a:xfrm>
          <a:prstGeom prst="rect">
            <a:avLst/>
          </a:prstGeom>
          <a:noFill/>
          <a:ln w="9525">
            <a:noFill/>
            <a:miter lim="800000"/>
            <a:headEnd/>
            <a:tailEnd/>
          </a:ln>
        </p:spPr>
        <p:txBody>
          <a:bodyPr wrap="square" lIns="64291" tIns="32146" rIns="64291" bIns="32146">
            <a:spAutoFit/>
          </a:bodyPr>
          <a:lstStyle/>
          <a:p>
            <a:pPr algn="l">
              <a:lnSpc>
                <a:spcPct val="90000"/>
              </a:lnSpc>
              <a:buFont typeface="Arial" pitchFamily="34" charset="0"/>
              <a:buChar char="•"/>
            </a:pPr>
            <a:r>
              <a:rPr lang="en-GB" sz="2400" dirty="0">
                <a:latin typeface="Times New Roman" pitchFamily="18" charset="0"/>
                <a:cs typeface="Times New Roman" pitchFamily="18" charset="0"/>
              </a:rPr>
              <a:t>Provides regulated access for a number of users by maintaining a database of known users.</a:t>
            </a:r>
          </a:p>
          <a:p>
            <a:pPr algn="l">
              <a:lnSpc>
                <a:spcPct val="90000"/>
              </a:lnSpc>
              <a:buFont typeface="Arial" pitchFamily="34" charset="0"/>
              <a:buChar char="•"/>
            </a:pPr>
            <a:r>
              <a:rPr lang="en-US" sz="2400" dirty="0" smtClean="0">
                <a:latin typeface="Times New Roman" pitchFamily="18" charset="0"/>
                <a:cs typeface="Times New Roman" pitchFamily="18" charset="0"/>
              </a:rPr>
              <a:t>Refers </a:t>
            </a:r>
            <a:r>
              <a:rPr lang="en-US" sz="2400" dirty="0">
                <a:latin typeface="Times New Roman" pitchFamily="18" charset="0"/>
                <a:cs typeface="Times New Roman" pitchFamily="18" charset="0"/>
              </a:rPr>
              <a:t>to computer systems that support two or more simultaneous users. </a:t>
            </a:r>
          </a:p>
          <a:p>
            <a:pPr algn="l">
              <a:lnSpc>
                <a:spcPct val="90000"/>
              </a:lnSpc>
              <a:buFont typeface="Arial" pitchFamily="34" charset="0"/>
              <a:buChar char="•"/>
            </a:pPr>
            <a:r>
              <a:rPr lang="en-US" sz="2400" dirty="0" smtClean="0">
                <a:latin typeface="Times New Roman" pitchFamily="18" charset="0"/>
                <a:cs typeface="Times New Roman" pitchFamily="18" charset="0"/>
              </a:rPr>
              <a:t>Another </a:t>
            </a:r>
            <a:r>
              <a:rPr lang="en-US" sz="2400" dirty="0">
                <a:latin typeface="Times New Roman" pitchFamily="18" charset="0"/>
                <a:cs typeface="Times New Roman" pitchFamily="18" charset="0"/>
              </a:rPr>
              <a:t>term for </a:t>
            </a:r>
            <a:r>
              <a:rPr lang="en-US" sz="2400" i="1" dirty="0">
                <a:latin typeface="Times New Roman" pitchFamily="18" charset="0"/>
                <a:cs typeface="Times New Roman" pitchFamily="18" charset="0"/>
              </a:rPr>
              <a:t>multi-user</a:t>
            </a:r>
            <a:r>
              <a:rPr lang="en-US" sz="2400" dirty="0">
                <a:latin typeface="Times New Roman" pitchFamily="18" charset="0"/>
                <a:cs typeface="Times New Roman" pitchFamily="18" charset="0"/>
              </a:rPr>
              <a:t> is </a:t>
            </a:r>
            <a:r>
              <a:rPr lang="en-US" sz="2400" i="1" dirty="0">
                <a:latin typeface="Times New Roman" pitchFamily="18" charset="0"/>
                <a:cs typeface="Times New Roman" pitchFamily="18" charset="0"/>
              </a:rPr>
              <a:t>time sharing</a:t>
            </a:r>
            <a:r>
              <a:rPr lang="en-US" sz="2400" dirty="0">
                <a:latin typeface="Times New Roman" pitchFamily="18" charset="0"/>
                <a:cs typeface="Times New Roman" pitchFamily="18" charset="0"/>
              </a:rPr>
              <a:t>.</a:t>
            </a:r>
          </a:p>
          <a:p>
            <a:pPr algn="l">
              <a:lnSpc>
                <a:spcPct val="90000"/>
              </a:lnSpc>
              <a:buFont typeface="Arial" pitchFamily="34" charset="0"/>
              <a:buChar char="•"/>
            </a:pPr>
            <a:r>
              <a:rPr lang="en-US" sz="2400" dirty="0" smtClean="0">
                <a:latin typeface="Times New Roman" pitchFamily="18" charset="0"/>
                <a:cs typeface="Times New Roman" pitchFamily="18" charset="0"/>
              </a:rPr>
              <a:t>Ex</a:t>
            </a:r>
            <a:r>
              <a:rPr lang="en-US" sz="2400" dirty="0">
                <a:latin typeface="Times New Roman" pitchFamily="18" charset="0"/>
                <a:cs typeface="Times New Roman" pitchFamily="18" charset="0"/>
              </a:rPr>
              <a:t>: All mainframes and  are multi-user systems.</a:t>
            </a:r>
          </a:p>
          <a:p>
            <a:pPr algn="l">
              <a:lnSpc>
                <a:spcPct val="90000"/>
              </a:lnSpc>
              <a:buFont typeface="Arial" pitchFamily="34" charset="0"/>
              <a:buChar char="•"/>
            </a:pPr>
            <a:r>
              <a:rPr lang="en-US" sz="2400" dirty="0">
                <a:latin typeface="Times New Roman" pitchFamily="18" charset="0"/>
                <a:cs typeface="Times New Roman" pitchFamily="18" charset="0"/>
              </a:rPr>
              <a:t>Example: Unix</a:t>
            </a:r>
          </a:p>
          <a:p>
            <a:pPr algn="l">
              <a:lnSpc>
                <a:spcPct val="90000"/>
              </a:lnSpc>
              <a:buFont typeface="Arial" pitchFamily="34" charset="0"/>
              <a:buChar char="•"/>
            </a:pPr>
            <a:endParaRPr lang="en-US" sz="2400" dirty="0">
              <a:latin typeface="Times New Roman" pitchFamily="18" charset="0"/>
              <a:cs typeface="Times New Roman" pitchFamily="18" charset="0"/>
            </a:endParaRPr>
          </a:p>
        </p:txBody>
      </p:sp>
      <p:sp>
        <p:nvSpPr>
          <p:cNvPr id="5" name="Rectangle 2"/>
          <p:cNvSpPr txBox="1">
            <a:spLocks noChangeArrowheads="1"/>
          </p:cNvSpPr>
          <p:nvPr/>
        </p:nvSpPr>
        <p:spPr bwMode="auto">
          <a:xfrm>
            <a:off x="553641" y="3053953"/>
            <a:ext cx="7773293" cy="1143000"/>
          </a:xfrm>
          <a:prstGeom prst="rect">
            <a:avLst/>
          </a:prstGeom>
          <a:noFill/>
          <a:ln w="9525">
            <a:noFill/>
            <a:miter lim="800000"/>
            <a:headEnd/>
            <a:tailEnd/>
          </a:ln>
        </p:spPr>
        <p:txBody>
          <a:bodyPr lIns="91435" tIns="45718" rIns="91435" bIns="45718" anchor="ctr"/>
          <a:lstStyle/>
          <a:p>
            <a:pPr algn="ctr" eaLnBrk="0" hangingPunct="0">
              <a:defRPr/>
            </a:pPr>
            <a:r>
              <a:rPr lang="en-GB" sz="3200" b="1" u="sng" kern="0" dirty="0">
                <a:solidFill>
                  <a:srgbClr val="FF0000"/>
                </a:solidFill>
                <a:latin typeface="Times New Roman" pitchFamily="18" charset="0"/>
                <a:ea typeface="+mj-ea"/>
                <a:cs typeface="Times New Roman" pitchFamily="18" charset="0"/>
              </a:rPr>
              <a:t>Multi-User Systems</a:t>
            </a:r>
            <a:r>
              <a:rPr lang="en-GB" sz="3200" b="1" u="sng" kern="0" dirty="0" smtClean="0">
                <a:solidFill>
                  <a:srgbClr val="FF0000"/>
                </a:solidFill>
                <a:latin typeface="Times New Roman" pitchFamily="18" charset="0"/>
                <a:ea typeface="+mj-ea"/>
                <a:cs typeface="Times New Roman" pitchFamily="18" charset="0"/>
              </a:rPr>
              <a:t>:</a:t>
            </a:r>
            <a:endParaRPr lang="en-US" sz="3200" b="1" u="sng" kern="0" dirty="0">
              <a:solidFill>
                <a:srgbClr val="FF0000"/>
              </a:solidFill>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0" y="704850"/>
            <a:ext cx="9144000" cy="1143000"/>
          </a:xfrm>
        </p:spPr>
        <p:txBody>
          <a:bodyPr anchor="ctr"/>
          <a:lstStyle/>
          <a:p>
            <a:r>
              <a:rPr lang="en-GB" altLang="en-US" sz="3200" b="1" dirty="0" smtClean="0">
                <a:solidFill>
                  <a:srgbClr val="FF0000"/>
                </a:solidFill>
                <a:latin typeface="Times New Roman" pitchFamily="18" charset="0"/>
                <a:cs typeface="Times New Roman" pitchFamily="18" charset="0"/>
              </a:rPr>
              <a:t> </a:t>
            </a:r>
            <a:br>
              <a:rPr lang="en-GB" altLang="en-US" sz="3200" b="1" dirty="0" smtClean="0">
                <a:solidFill>
                  <a:srgbClr val="FF0000"/>
                </a:solidFill>
                <a:latin typeface="Times New Roman" pitchFamily="18" charset="0"/>
                <a:cs typeface="Times New Roman" pitchFamily="18" charset="0"/>
              </a:rPr>
            </a:br>
            <a:r>
              <a:rPr lang="en-GB" altLang="en-US" sz="3200" b="1" dirty="0" smtClean="0">
                <a:solidFill>
                  <a:srgbClr val="FF0000"/>
                </a:solidFill>
                <a:latin typeface="Times New Roman" pitchFamily="18" charset="0"/>
                <a:cs typeface="Times New Roman" pitchFamily="18" charset="0"/>
              </a:rPr>
              <a:t>Introduction to different types of operating systems </a:t>
            </a:r>
            <a:r>
              <a:rPr lang="en-IN" altLang="en-US" sz="3200" b="1" dirty="0" smtClean="0">
                <a:solidFill>
                  <a:srgbClr val="FF0000"/>
                </a:solidFill>
                <a:latin typeface="Times New Roman" pitchFamily="18" charset="0"/>
                <a:cs typeface="Times New Roman" pitchFamily="18" charset="0"/>
              </a:rPr>
              <a:t/>
            </a:r>
            <a:br>
              <a:rPr lang="en-IN" altLang="en-US" sz="3200" b="1" dirty="0" smtClean="0">
                <a:solidFill>
                  <a:srgbClr val="FF0000"/>
                </a:solidFill>
                <a:latin typeface="Times New Roman" pitchFamily="18" charset="0"/>
                <a:cs typeface="Times New Roman" pitchFamily="18" charset="0"/>
              </a:rPr>
            </a:br>
            <a:endParaRPr lang="en-US" altLang="en-US" sz="3200" b="1" dirty="0" smtClean="0">
              <a:solidFill>
                <a:srgbClr val="FF0000"/>
              </a:solidFill>
              <a:latin typeface="Times New Roman" pitchFamily="18" charset="0"/>
              <a:cs typeface="Times New Roman" pitchFamily="18" charset="0"/>
            </a:endParaRPr>
          </a:p>
        </p:txBody>
      </p:sp>
      <p:sp>
        <p:nvSpPr>
          <p:cNvPr id="19459" name="Content Placeholder 2"/>
          <p:cNvSpPr>
            <a:spLocks noGrp="1"/>
          </p:cNvSpPr>
          <p:nvPr>
            <p:ph idx="1"/>
          </p:nvPr>
        </p:nvSpPr>
        <p:spPr/>
        <p:txBody>
          <a:bodyPr/>
          <a:lstStyle/>
          <a:p>
            <a:r>
              <a:rPr lang="en-GB" altLang="en-US" sz="2800" dirty="0" smtClean="0">
                <a:latin typeface="Times New Roman" pitchFamily="18" charset="0"/>
                <a:cs typeface="Times New Roman" pitchFamily="18" charset="0"/>
              </a:rPr>
              <a:t>Batch Operating System</a:t>
            </a:r>
          </a:p>
          <a:p>
            <a:r>
              <a:rPr lang="en-GB" altLang="en-US" sz="2800" dirty="0" smtClean="0">
                <a:latin typeface="Times New Roman" pitchFamily="18" charset="0"/>
                <a:cs typeface="Times New Roman" pitchFamily="18" charset="0"/>
              </a:rPr>
              <a:t> Multiprogramming Operating System</a:t>
            </a:r>
          </a:p>
          <a:p>
            <a:pPr lvl="1"/>
            <a:r>
              <a:rPr lang="en-GB" altLang="en-US" dirty="0" smtClean="0">
                <a:latin typeface="Times New Roman" pitchFamily="18" charset="0"/>
                <a:cs typeface="Times New Roman" pitchFamily="18" charset="0"/>
              </a:rPr>
              <a:t>Time sharing OS</a:t>
            </a:r>
          </a:p>
          <a:p>
            <a:pPr lvl="1"/>
            <a:r>
              <a:rPr lang="en-GB" altLang="en-US" dirty="0" smtClean="0">
                <a:latin typeface="Times New Roman" pitchFamily="18" charset="0"/>
                <a:cs typeface="Times New Roman" pitchFamily="18" charset="0"/>
              </a:rPr>
              <a:t>Multitasking OS</a:t>
            </a:r>
          </a:p>
          <a:p>
            <a:pPr lvl="1"/>
            <a:r>
              <a:rPr lang="en-US" altLang="en-US" dirty="0" smtClean="0">
                <a:latin typeface="Times New Roman" pitchFamily="18" charset="0"/>
                <a:cs typeface="Times New Roman" pitchFamily="18" charset="0"/>
              </a:rPr>
              <a:t>Multiprocessing OS</a:t>
            </a:r>
          </a:p>
          <a:p>
            <a:pPr lvl="1"/>
            <a:r>
              <a:rPr lang="en-US" altLang="en-US" dirty="0" smtClean="0">
                <a:latin typeface="Times New Roman" pitchFamily="18" charset="0"/>
                <a:cs typeface="Times New Roman" pitchFamily="18" charset="0"/>
              </a:rPr>
              <a:t>Multiprogramming OS</a:t>
            </a:r>
            <a:endParaRPr lang="en-GB" altLang="en-US" dirty="0" smtClean="0">
              <a:latin typeface="Times New Roman" pitchFamily="18" charset="0"/>
              <a:cs typeface="Times New Roman" pitchFamily="18" charset="0"/>
            </a:endParaRPr>
          </a:p>
          <a:p>
            <a:r>
              <a:rPr lang="en-GB" altLang="en-US" sz="2800" dirty="0" smtClean="0">
                <a:latin typeface="Times New Roman" pitchFamily="18" charset="0"/>
                <a:cs typeface="Times New Roman" pitchFamily="18" charset="0"/>
              </a:rPr>
              <a:t>Distributed operating System</a:t>
            </a:r>
          </a:p>
          <a:p>
            <a:r>
              <a:rPr lang="en-GB" altLang="en-US" sz="2800" dirty="0" smtClean="0">
                <a:latin typeface="Times New Roman" pitchFamily="18" charset="0"/>
                <a:cs typeface="Times New Roman" pitchFamily="18" charset="0"/>
              </a:rPr>
              <a:t>Network operating</a:t>
            </a:r>
            <a:endParaRPr lang="en-IN" altLang="en-US" sz="2800" dirty="0" smtClean="0">
              <a:latin typeface="Times New Roman" pitchFamily="18" charset="0"/>
              <a:cs typeface="Times New Roman" pitchFamily="18" charset="0"/>
            </a:endParaRPr>
          </a:p>
          <a:p>
            <a:r>
              <a:rPr lang="en-GB" altLang="en-US" sz="2800" dirty="0" smtClean="0">
                <a:latin typeface="Times New Roman" pitchFamily="18" charset="0"/>
                <a:cs typeface="Times New Roman" pitchFamily="18" charset="0"/>
              </a:rPr>
              <a:t>Real time operating system </a:t>
            </a:r>
            <a:endParaRPr lang="en-IN" altLang="en-US" sz="2800" dirty="0" smtClean="0">
              <a:latin typeface="Times New Roman" pitchFamily="18" charset="0"/>
              <a:cs typeface="Times New Roman" pitchFamily="18" charset="0"/>
            </a:endParaRPr>
          </a:p>
        </p:txBody>
      </p:sp>
      <p:sp>
        <p:nvSpPr>
          <p:cNvPr id="19460" name="Slide Number Placeholder 1"/>
          <p:cNvSpPr>
            <a:spLocks noGrp="1"/>
          </p:cNvSpPr>
          <p:nvPr>
            <p:ph type="sldNum" sz="quarter" idx="12"/>
          </p:nvPr>
        </p:nvSpPr>
        <p:spPr bwMode="auto">
          <a:noFill/>
          <a:ln>
            <a:miter lim="800000"/>
            <a:headEnd/>
            <a:tailEnd/>
          </a:ln>
        </p:spPr>
        <p:txBody>
          <a:bodyPr/>
          <a:lstStyle/>
          <a:p>
            <a:fld id="{63D8BB3D-BBD8-4604-9DAA-501E6ED857CB}" type="slidenum">
              <a:rPr lang="en-US" altLang="en-US"/>
              <a:pPr/>
              <a:t>17</a:t>
            </a:fld>
            <a:endParaRPr lang="en-US"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fontAlgn="auto" hangingPunct="1">
              <a:spcAft>
                <a:spcPts val="0"/>
              </a:spcAft>
              <a:defRPr/>
            </a:pPr>
            <a:r>
              <a:rPr lang="en-US" sz="4000" b="1" dirty="0">
                <a:solidFill>
                  <a:schemeClr val="tx1">
                    <a:lumMod val="75000"/>
                    <a:lumOff val="25000"/>
                  </a:schemeClr>
                </a:solidFill>
              </a:rPr>
              <a:t>Components of computer system programming</a:t>
            </a:r>
          </a:p>
        </p:txBody>
      </p:sp>
      <p:pic>
        <p:nvPicPr>
          <p:cNvPr id="13315" name="Picture 4"/>
          <p:cNvPicPr>
            <a:picLocks noChangeAspect="1" noChangeArrowheads="1"/>
          </p:cNvPicPr>
          <p:nvPr/>
        </p:nvPicPr>
        <p:blipFill>
          <a:blip r:embed="rId3"/>
          <a:srcRect/>
          <a:stretch>
            <a:fillRect/>
          </a:stretch>
        </p:blipFill>
        <p:spPr bwMode="auto">
          <a:xfrm>
            <a:off x="457200" y="1828800"/>
            <a:ext cx="7864475" cy="4392613"/>
          </a:xfrm>
          <a:prstGeom prst="rect">
            <a:avLst/>
          </a:prstGeom>
          <a:noFill/>
          <a:ln w="9525">
            <a:noFill/>
            <a:miter lim="800000"/>
            <a:headEnd/>
            <a:tailEnd/>
          </a:ln>
          <a:effectLst/>
        </p:spPr>
      </p:pic>
      <p:sp>
        <p:nvSpPr>
          <p:cNvPr id="13316" name="Date Placeholder 1"/>
          <p:cNvSpPr>
            <a:spLocks noGrp="1"/>
          </p:cNvSpPr>
          <p:nvPr>
            <p:ph type="dt" sz="quarter" idx="10"/>
          </p:nvPr>
        </p:nvSpPr>
        <p:spPr bwMode="auto">
          <a:noFill/>
          <a:ln>
            <a:miter lim="800000"/>
            <a:headEnd/>
            <a:tailEnd/>
          </a:ln>
        </p:spPr>
        <p:txBody>
          <a:bodyPr wrap="square" numCol="1" anchorCtr="0" compatLnSpc="1">
            <a:prstTxWarp prst="textNoShape">
              <a:avLst/>
            </a:prstTxWarp>
          </a:bodyPr>
          <a:lstStyle/>
          <a:p>
            <a:fld id="{CB786633-3855-47C5-A926-02A5B1464DFA}" type="datetime3">
              <a:rPr lang="en-US" altLang="en-US" sz="900" smtClean="0">
                <a:solidFill>
                  <a:srgbClr val="FFFFFF"/>
                </a:solidFill>
                <a:latin typeface="Times New Roman" pitchFamily="18" charset="0"/>
              </a:rPr>
              <a:pPr/>
              <a:t>29 September 2022</a:t>
            </a:fld>
            <a:endParaRPr lang="en-US" altLang="en-US" sz="900" smtClean="0">
              <a:solidFill>
                <a:srgbClr val="FFFFFF"/>
              </a:solidFill>
              <a:latin typeface="Times New Roman" pitchFamily="18" charset="0"/>
            </a:endParaRPr>
          </a:p>
        </p:txBody>
      </p:sp>
      <p:sp>
        <p:nvSpPr>
          <p:cNvPr id="3" name="Footer Placeholder 2"/>
          <p:cNvSpPr>
            <a:spLocks noGrp="1"/>
          </p:cNvSpPr>
          <p:nvPr>
            <p:ph type="ftr" sz="quarter" idx="11"/>
          </p:nvPr>
        </p:nvSpPr>
        <p:spPr/>
        <p:txBody>
          <a:bodyPr/>
          <a:lstStyle/>
          <a:p>
            <a:pPr>
              <a:defRPr/>
            </a:pPr>
            <a:r>
              <a:rPr lang="en-US"/>
              <a:t>Unit-I of System programming and operating system</a:t>
            </a:r>
          </a:p>
        </p:txBody>
      </p:sp>
      <p:sp>
        <p:nvSpPr>
          <p:cNvPr id="13318" name="Slide Number Placeholder 3"/>
          <p:cNvSpPr>
            <a:spLocks noGrp="1"/>
          </p:cNvSpPr>
          <p:nvPr>
            <p:ph type="sldNum" sz="quarter" idx="12"/>
          </p:nvPr>
        </p:nvSpPr>
        <p:spPr bwMode="auto">
          <a:noFill/>
          <a:ln>
            <a:miter lim="800000"/>
            <a:headEnd/>
            <a:tailEnd/>
          </a:ln>
        </p:spPr>
        <p:txBody>
          <a:bodyPr/>
          <a:lstStyle/>
          <a:p>
            <a:fld id="{7C9175A0-1111-4787-BAEE-D04A5C47393E}" type="slidenum">
              <a:rPr lang="en-US" altLang="en-US" sz="1000">
                <a:solidFill>
                  <a:srgbClr val="FFFFFF"/>
                </a:solidFill>
                <a:latin typeface="Times New Roman" pitchFamily="18" charset="0"/>
              </a:rPr>
              <a:pPr/>
              <a:t>18</a:t>
            </a:fld>
            <a:endParaRPr lang="en-US" altLang="en-US" sz="1000">
              <a:solidFill>
                <a:srgbClr val="FFFFFF"/>
              </a:solidFill>
              <a:latin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241300" y="198438"/>
            <a:ext cx="8788400" cy="1084262"/>
          </a:xfrm>
        </p:spPr>
        <p:txBody>
          <a:bodyPr/>
          <a:lstStyle/>
          <a:p>
            <a:r>
              <a:rPr lang="en-GB" altLang="en-US" dirty="0" smtClean="0">
                <a:solidFill>
                  <a:srgbClr val="FF0000"/>
                </a:solidFill>
              </a:rPr>
              <a:t>Introduction - Operating Systems</a:t>
            </a:r>
            <a:endParaRPr lang="en-US" altLang="en-US" dirty="0" smtClean="0">
              <a:solidFill>
                <a:srgbClr val="FF0000"/>
              </a:solidFill>
            </a:endParaRPr>
          </a:p>
        </p:txBody>
      </p:sp>
      <p:sp>
        <p:nvSpPr>
          <p:cNvPr id="8195" name="Content Placeholder 2"/>
          <p:cNvSpPr>
            <a:spLocks noGrp="1"/>
          </p:cNvSpPr>
          <p:nvPr>
            <p:ph idx="1"/>
          </p:nvPr>
        </p:nvSpPr>
        <p:spPr>
          <a:xfrm>
            <a:off x="457200" y="1504950"/>
            <a:ext cx="8229600" cy="5033963"/>
          </a:xfrm>
        </p:spPr>
        <p:txBody>
          <a:bodyPr/>
          <a:lstStyle/>
          <a:p>
            <a:pPr>
              <a:defRPr/>
            </a:pPr>
            <a:r>
              <a:rPr lang="en-US" dirty="0"/>
              <a:t>An OS is system software that manages Computer hardware, software resources, and provides common services for computer programs.</a:t>
            </a:r>
            <a:endParaRPr lang="en-US" altLang="en-US" dirty="0"/>
          </a:p>
          <a:p>
            <a:pPr>
              <a:defRPr/>
            </a:pPr>
            <a:r>
              <a:rPr lang="en-US" altLang="en-US" dirty="0"/>
              <a:t>An operating system is an interface between user and the computer hardware.</a:t>
            </a:r>
          </a:p>
          <a:p>
            <a:pPr lvl="1">
              <a:defRPr/>
            </a:pPr>
            <a:r>
              <a:rPr lang="en-US" altLang="en-US" dirty="0"/>
              <a:t>Convenience</a:t>
            </a:r>
          </a:p>
          <a:p>
            <a:pPr lvl="1">
              <a:defRPr/>
            </a:pPr>
            <a:r>
              <a:rPr lang="en-US" altLang="en-US" dirty="0"/>
              <a:t>Efficiency  </a:t>
            </a:r>
          </a:p>
          <a:p>
            <a:pPr lvl="1">
              <a:defRPr/>
            </a:pPr>
            <a:r>
              <a:rPr lang="en-US" altLang="en-US" dirty="0"/>
              <a:t>Resource allocator </a:t>
            </a:r>
          </a:p>
          <a:p>
            <a:pPr lvl="1">
              <a:defRPr/>
            </a:pPr>
            <a:r>
              <a:rPr lang="en-US" altLang="en-US" dirty="0"/>
              <a:t>Control Program</a:t>
            </a:r>
          </a:p>
          <a:p>
            <a:pPr marL="393700" lvl="1" indent="0">
              <a:buFont typeface="Wingdings 2" pitchFamily="18" charset="2"/>
              <a:buNone/>
              <a:defRPr/>
            </a:pPr>
            <a:endParaRPr lang="en-US" altLang="en-US" dirty="0"/>
          </a:p>
        </p:txBody>
      </p:sp>
      <p:sp>
        <p:nvSpPr>
          <p:cNvPr id="15364" name="Slide Number Placeholder 1"/>
          <p:cNvSpPr>
            <a:spLocks noGrp="1"/>
          </p:cNvSpPr>
          <p:nvPr>
            <p:ph type="sldNum" sz="quarter" idx="12"/>
          </p:nvPr>
        </p:nvSpPr>
        <p:spPr bwMode="auto">
          <a:noFill/>
          <a:ln>
            <a:miter lim="800000"/>
            <a:headEnd/>
            <a:tailEnd/>
          </a:ln>
        </p:spPr>
        <p:txBody>
          <a:bodyPr/>
          <a:lstStyle/>
          <a:p>
            <a:fld id="{EFE0CFFC-F847-4D5D-9116-EF2ACBF3D8E6}" type="slidenum">
              <a:rPr lang="en-US" altLang="en-US"/>
              <a:pPr/>
              <a:t>19</a:t>
            </a:fld>
            <a:endParaRPr lang="en-US" alt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endParaRPr lang="en-IN" altLang="en-US" smtClean="0"/>
          </a:p>
        </p:txBody>
      </p:sp>
      <p:sp>
        <p:nvSpPr>
          <p:cNvPr id="17411" name="Content Placeholder 2"/>
          <p:cNvSpPr>
            <a:spLocks noGrp="1"/>
          </p:cNvSpPr>
          <p:nvPr>
            <p:ph idx="1"/>
          </p:nvPr>
        </p:nvSpPr>
        <p:spPr/>
        <p:txBody>
          <a:bodyPr/>
          <a:lstStyle/>
          <a:p>
            <a:r>
              <a:rPr lang="en-US" altLang="en-US" smtClean="0"/>
              <a:t>Functions :</a:t>
            </a:r>
          </a:p>
          <a:p>
            <a:pPr lvl="1"/>
            <a:r>
              <a:rPr lang="en-US" altLang="en-US" smtClean="0"/>
              <a:t>Resource Management :</a:t>
            </a:r>
          </a:p>
          <a:p>
            <a:pPr lvl="2"/>
            <a:r>
              <a:rPr lang="en-US" altLang="en-US" smtClean="0"/>
              <a:t>CPU : Process Management </a:t>
            </a:r>
            <a:r>
              <a:rPr lang="en-US" altLang="en-US" smtClean="0">
                <a:sym typeface="Wingdings" pitchFamily="2" charset="2"/>
              </a:rPr>
              <a:t> Scheduling Algorithm</a:t>
            </a:r>
            <a:endParaRPr lang="en-US" altLang="en-US" smtClean="0"/>
          </a:p>
          <a:p>
            <a:pPr lvl="2"/>
            <a:r>
              <a:rPr lang="en-US" altLang="en-US" smtClean="0"/>
              <a:t>Memory :  how main memory allocated to process</a:t>
            </a:r>
          </a:p>
          <a:p>
            <a:pPr lvl="2"/>
            <a:r>
              <a:rPr lang="en-US" altLang="en-US" smtClean="0"/>
              <a:t>I/O device: </a:t>
            </a:r>
          </a:p>
          <a:p>
            <a:pPr lvl="2"/>
            <a:r>
              <a:rPr lang="en-US" altLang="en-US" smtClean="0"/>
              <a:t>Storage management : Secondary memory management : file management </a:t>
            </a:r>
          </a:p>
          <a:p>
            <a:endParaRPr lang="en-IN" altLang="en-US" smtClean="0"/>
          </a:p>
        </p:txBody>
      </p:sp>
      <p:sp>
        <p:nvSpPr>
          <p:cNvPr id="17412" name="Slide Number Placeholder 3"/>
          <p:cNvSpPr>
            <a:spLocks noGrp="1" noChangeArrowheads="1"/>
          </p:cNvSpPr>
          <p:nvPr>
            <p:ph type="sldNum" sz="quarter" idx="12"/>
          </p:nvPr>
        </p:nvSpPr>
        <p:spPr bwMode="auto">
          <a:noFill/>
          <a:ln>
            <a:miter lim="800000"/>
            <a:headEnd/>
            <a:tailEnd/>
          </a:ln>
        </p:spPr>
        <p:txBody>
          <a:bodyPr/>
          <a:lstStyle/>
          <a:p>
            <a:fld id="{79085623-EB04-49F5-BB7E-60CCFDDDAC4B}" type="slidenum">
              <a:rPr lang="en-US" altLang="en-US"/>
              <a:pPr/>
              <a:t>20</a:t>
            </a:fld>
            <a:endParaRPr lang="en-US" alt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815975"/>
            <a:ext cx="8229600" cy="1358900"/>
          </a:xfrm>
        </p:spPr>
        <p:txBody>
          <a:bodyPr anchor="ctr"/>
          <a:lstStyle/>
          <a:p>
            <a:r>
              <a:rPr lang="en-IN" altLang="en-US" smtClean="0"/>
              <a:t>Operating System structure</a:t>
            </a:r>
            <a:endParaRPr lang="en-US" altLang="en-US" smtClean="0"/>
          </a:p>
        </p:txBody>
      </p:sp>
      <p:sp>
        <p:nvSpPr>
          <p:cNvPr id="21507" name="Content Placeholder 2"/>
          <p:cNvSpPr>
            <a:spLocks noGrp="1"/>
          </p:cNvSpPr>
          <p:nvPr>
            <p:ph idx="1"/>
          </p:nvPr>
        </p:nvSpPr>
        <p:spPr>
          <a:xfrm>
            <a:off x="555625" y="2689225"/>
            <a:ext cx="7315200" cy="3352800"/>
          </a:xfrm>
        </p:spPr>
        <p:txBody>
          <a:bodyPr/>
          <a:lstStyle/>
          <a:p>
            <a:r>
              <a:rPr lang="en-IN" altLang="en-US" smtClean="0"/>
              <a:t>Simple or Monolithic Architecture</a:t>
            </a:r>
          </a:p>
          <a:p>
            <a:r>
              <a:rPr lang="en-IN" altLang="en-US" smtClean="0"/>
              <a:t>Layered </a:t>
            </a:r>
          </a:p>
          <a:p>
            <a:r>
              <a:rPr lang="en-IN" altLang="en-US" smtClean="0"/>
              <a:t>Microlevel Architecture</a:t>
            </a:r>
          </a:p>
          <a:p>
            <a:r>
              <a:rPr lang="en-IN" altLang="en-US" smtClean="0"/>
              <a:t>Hybrid Architecture</a:t>
            </a:r>
          </a:p>
          <a:p>
            <a:endParaRPr lang="en-US" altLang="en-US" smtClean="0"/>
          </a:p>
        </p:txBody>
      </p:sp>
      <p:sp>
        <p:nvSpPr>
          <p:cNvPr id="21508" name="Slide Number Placeholder 1"/>
          <p:cNvSpPr>
            <a:spLocks noGrp="1"/>
          </p:cNvSpPr>
          <p:nvPr>
            <p:ph type="sldNum" sz="quarter" idx="12"/>
          </p:nvPr>
        </p:nvSpPr>
        <p:spPr bwMode="auto">
          <a:noFill/>
          <a:ln>
            <a:miter lim="800000"/>
            <a:headEnd/>
            <a:tailEnd/>
          </a:ln>
        </p:spPr>
        <p:txBody>
          <a:bodyPr/>
          <a:lstStyle/>
          <a:p>
            <a:fld id="{1453FD51-C794-41D4-B59C-88C123A72375}" type="slidenum">
              <a:rPr lang="en-US" altLang="en-US"/>
              <a:pPr/>
              <a:t>21</a:t>
            </a:fld>
            <a:endParaRPr lang="en-US" altLang="en-US"/>
          </a:p>
        </p:txBody>
      </p:sp>
    </p:spTree>
  </p:cSld>
  <p:clrMapOvr>
    <a:masterClrMapping/>
  </p:clrMapOvr>
  <p:transition spd="slow"/>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014413" y="1228725"/>
            <a:ext cx="6380162" cy="576263"/>
          </a:xfrm>
        </p:spPr>
        <p:txBody>
          <a:bodyPr>
            <a:normAutofit fontScale="90000"/>
          </a:bodyPr>
          <a:lstStyle/>
          <a:p>
            <a:pPr eaLnBrk="1" fontAlgn="auto" hangingPunct="1">
              <a:spcAft>
                <a:spcPts val="0"/>
              </a:spcAft>
              <a:defRPr/>
            </a:pPr>
            <a:r>
              <a:rPr lang="en-US" dirty="0">
                <a:solidFill>
                  <a:srgbClr val="FF0000"/>
                </a:solidFill>
              </a:rPr>
              <a:t>Process Management </a:t>
            </a:r>
          </a:p>
        </p:txBody>
      </p:sp>
      <p:sp>
        <p:nvSpPr>
          <p:cNvPr id="23555" name="Rectangle 3"/>
          <p:cNvSpPr>
            <a:spLocks noGrp="1"/>
          </p:cNvSpPr>
          <p:nvPr>
            <p:ph idx="1"/>
          </p:nvPr>
        </p:nvSpPr>
        <p:spPr>
          <a:xfrm>
            <a:off x="757238" y="2592388"/>
            <a:ext cx="7370762" cy="3822700"/>
          </a:xfrm>
        </p:spPr>
        <p:txBody>
          <a:bodyPr/>
          <a:lstStyle/>
          <a:p>
            <a:pPr eaLnBrk="1" hangingPunct="1"/>
            <a:r>
              <a:rPr lang="en-US" altLang="en-US" sz="3100" smtClean="0"/>
              <a:t>Process Concept</a:t>
            </a:r>
          </a:p>
          <a:p>
            <a:pPr eaLnBrk="1" hangingPunct="1"/>
            <a:r>
              <a:rPr lang="en-US" altLang="en-US" sz="3100" smtClean="0"/>
              <a:t>Process Scheduling</a:t>
            </a:r>
          </a:p>
          <a:p>
            <a:pPr eaLnBrk="1" hangingPunct="1"/>
            <a:r>
              <a:rPr lang="en-US" altLang="en-US" sz="3100" smtClean="0"/>
              <a:t>Operations on Processes</a:t>
            </a:r>
          </a:p>
        </p:txBody>
      </p:sp>
      <p:sp>
        <p:nvSpPr>
          <p:cNvPr id="23556" name="Slide Number Placeholder 1"/>
          <p:cNvSpPr>
            <a:spLocks noGrp="1"/>
          </p:cNvSpPr>
          <p:nvPr>
            <p:ph type="sldNum" sz="quarter" idx="12"/>
          </p:nvPr>
        </p:nvSpPr>
        <p:spPr bwMode="auto">
          <a:noFill/>
          <a:ln>
            <a:miter lim="800000"/>
            <a:headEnd/>
            <a:tailEnd/>
          </a:ln>
        </p:spPr>
        <p:txBody>
          <a:bodyPr/>
          <a:lstStyle/>
          <a:p>
            <a:fld id="{83D1B4EC-8037-48F2-A13B-6D52664F20D5}" type="slidenum">
              <a:rPr lang="en-US" altLang="en-US"/>
              <a:pPr/>
              <a:t>22</a:t>
            </a:fld>
            <a:endParaRPr lang="en-US" alt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252538" y="501650"/>
            <a:ext cx="6107112" cy="576263"/>
          </a:xfrm>
        </p:spPr>
        <p:txBody>
          <a:bodyPr>
            <a:normAutofit fontScale="90000"/>
          </a:bodyPr>
          <a:lstStyle/>
          <a:p>
            <a:pPr eaLnBrk="1" fontAlgn="auto" hangingPunct="1">
              <a:spcAft>
                <a:spcPts val="0"/>
              </a:spcAft>
              <a:defRPr/>
            </a:pPr>
            <a:r>
              <a:rPr lang="en-US" dirty="0"/>
              <a:t>Process Concept</a:t>
            </a:r>
          </a:p>
        </p:txBody>
      </p:sp>
      <p:sp>
        <p:nvSpPr>
          <p:cNvPr id="6147" name="Rectangle 3"/>
          <p:cNvSpPr>
            <a:spLocks noGrp="1" noChangeArrowheads="1"/>
          </p:cNvSpPr>
          <p:nvPr>
            <p:ph idx="1"/>
          </p:nvPr>
        </p:nvSpPr>
        <p:spPr>
          <a:xfrm>
            <a:off x="976313" y="1401763"/>
            <a:ext cx="7200900" cy="4630737"/>
          </a:xfrm>
        </p:spPr>
        <p:txBody>
          <a:bodyPr>
            <a:normAutofit/>
          </a:bodyPr>
          <a:lstStyle/>
          <a:p>
            <a:pPr marL="274292" indent="-274292" eaLnBrk="1" fontAlgn="auto" hangingPunct="1">
              <a:lnSpc>
                <a:spcPct val="90000"/>
              </a:lnSpc>
              <a:spcAft>
                <a:spcPts val="0"/>
              </a:spcAft>
              <a:buClr>
                <a:schemeClr val="accent3"/>
              </a:buClr>
              <a:buFont typeface="Wingdings 2"/>
              <a:buChar char=""/>
              <a:defRPr/>
            </a:pPr>
            <a:r>
              <a:rPr lang="en-US" altLang="en-US" dirty="0"/>
              <a:t>Process is a program in execution.</a:t>
            </a:r>
          </a:p>
          <a:p>
            <a:pPr marL="274292" indent="-274292" eaLnBrk="1" fontAlgn="auto" hangingPunct="1">
              <a:lnSpc>
                <a:spcPct val="90000"/>
              </a:lnSpc>
              <a:spcAft>
                <a:spcPts val="0"/>
              </a:spcAft>
              <a:buClr>
                <a:schemeClr val="accent3"/>
              </a:buClr>
              <a:buFont typeface="Wingdings 2"/>
              <a:buChar char=""/>
              <a:defRPr/>
            </a:pPr>
            <a:r>
              <a:rPr lang="en-US" sz="2800" dirty="0">
                <a:solidFill>
                  <a:srgbClr val="7030A0"/>
                </a:solidFill>
              </a:rPr>
              <a:t>Program is passive entity, process is active </a:t>
            </a:r>
          </a:p>
          <a:p>
            <a:pPr marL="0" indent="0" eaLnBrk="1" fontAlgn="auto" hangingPunct="1">
              <a:lnSpc>
                <a:spcPct val="90000"/>
              </a:lnSpc>
              <a:spcAft>
                <a:spcPts val="0"/>
              </a:spcAft>
              <a:buClr>
                <a:schemeClr val="accent3"/>
              </a:buClr>
              <a:buFont typeface="Wingdings 2" pitchFamily="18" charset="2"/>
              <a:buNone/>
              <a:defRPr/>
            </a:pPr>
            <a:endParaRPr lang="en-US" dirty="0"/>
          </a:p>
          <a:p>
            <a:pPr marL="274292" indent="-274292" eaLnBrk="1" fontAlgn="auto" hangingPunct="1">
              <a:lnSpc>
                <a:spcPct val="90000"/>
              </a:lnSpc>
              <a:spcAft>
                <a:spcPts val="0"/>
              </a:spcAft>
              <a:buClr>
                <a:schemeClr val="accent3"/>
              </a:buClr>
              <a:buFont typeface="Wingdings 2"/>
              <a:buChar char=""/>
              <a:defRPr/>
            </a:pPr>
            <a:r>
              <a:rPr lang="en-US" dirty="0"/>
              <a:t>A process includes:</a:t>
            </a:r>
          </a:p>
          <a:p>
            <a:pPr marL="640016" lvl="1" indent="-246863" eaLnBrk="1" fontAlgn="auto" hangingPunct="1">
              <a:lnSpc>
                <a:spcPct val="90000"/>
              </a:lnSpc>
              <a:spcAft>
                <a:spcPts val="0"/>
              </a:spcAft>
              <a:buFont typeface="Wingdings 2"/>
              <a:buChar char=""/>
              <a:defRPr/>
            </a:pPr>
            <a:r>
              <a:rPr lang="en-US" dirty="0"/>
              <a:t>Text section</a:t>
            </a:r>
          </a:p>
          <a:p>
            <a:pPr marL="640016" lvl="1" indent="-246863" eaLnBrk="1" fontAlgn="auto" hangingPunct="1">
              <a:lnSpc>
                <a:spcPct val="90000"/>
              </a:lnSpc>
              <a:spcAft>
                <a:spcPts val="0"/>
              </a:spcAft>
              <a:buFont typeface="Wingdings 2"/>
              <a:buChar char=""/>
              <a:defRPr/>
            </a:pPr>
            <a:r>
              <a:rPr lang="en-US" dirty="0"/>
              <a:t>program counter </a:t>
            </a:r>
          </a:p>
          <a:p>
            <a:pPr marL="640016" lvl="1" indent="-246863" eaLnBrk="1" fontAlgn="auto" hangingPunct="1">
              <a:lnSpc>
                <a:spcPct val="90000"/>
              </a:lnSpc>
              <a:spcAft>
                <a:spcPts val="0"/>
              </a:spcAft>
              <a:buFont typeface="Wingdings 2"/>
              <a:buChar char=""/>
              <a:defRPr/>
            </a:pPr>
            <a:r>
              <a:rPr lang="en-US" dirty="0"/>
              <a:t>stack</a:t>
            </a:r>
          </a:p>
          <a:p>
            <a:pPr marL="640016" lvl="1" indent="-246863" eaLnBrk="1" fontAlgn="auto" hangingPunct="1">
              <a:lnSpc>
                <a:spcPct val="90000"/>
              </a:lnSpc>
              <a:spcAft>
                <a:spcPts val="0"/>
              </a:spcAft>
              <a:buFont typeface="Wingdings 2"/>
              <a:buChar char=""/>
              <a:defRPr/>
            </a:pPr>
            <a:r>
              <a:rPr lang="en-US" dirty="0"/>
              <a:t>data section</a:t>
            </a:r>
          </a:p>
          <a:p>
            <a:pPr marL="640016" lvl="1" indent="-246863" eaLnBrk="1" fontAlgn="auto" hangingPunct="1">
              <a:lnSpc>
                <a:spcPct val="90000"/>
              </a:lnSpc>
              <a:spcAft>
                <a:spcPts val="0"/>
              </a:spcAft>
              <a:buFont typeface="Wingdings 2"/>
              <a:buChar char=""/>
              <a:defRPr/>
            </a:pPr>
            <a:r>
              <a:rPr lang="en-US" dirty="0"/>
              <a:t>Heap</a:t>
            </a:r>
          </a:p>
        </p:txBody>
      </p:sp>
      <p:sp>
        <p:nvSpPr>
          <p:cNvPr id="25604" name="Slide Number Placeholder 1"/>
          <p:cNvSpPr>
            <a:spLocks noGrp="1"/>
          </p:cNvSpPr>
          <p:nvPr>
            <p:ph type="sldNum" sz="quarter" idx="12"/>
          </p:nvPr>
        </p:nvSpPr>
        <p:spPr bwMode="auto">
          <a:noFill/>
          <a:ln>
            <a:miter lim="800000"/>
            <a:headEnd/>
            <a:tailEnd/>
          </a:ln>
        </p:spPr>
        <p:txBody>
          <a:bodyPr/>
          <a:lstStyle/>
          <a:p>
            <a:fld id="{C2EF0297-FD39-4F32-88D0-EEE2F28C8041}" type="slidenum">
              <a:rPr lang="en-US" altLang="en-US"/>
              <a:pPr/>
              <a:t>23</a:t>
            </a:fld>
            <a:endParaRPr lang="en-US" alt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Rectangle 2"/>
          <p:cNvPicPr>
            <a:picLocks noGrp="1" noChangeArrowheads="1"/>
          </p:cNvPicPr>
          <p:nvPr>
            <p:ph type="title"/>
          </p:nvPr>
        </p:nvPicPr>
        <p:blipFill>
          <a:blip r:embed="rId3"/>
          <a:srcRect/>
          <a:stretch>
            <a:fillRect/>
          </a:stretch>
        </p:blipFill>
        <p:spPr>
          <a:xfrm>
            <a:off x="76200" y="228600"/>
            <a:ext cx="8699500" cy="1524000"/>
          </a:xfrm>
        </p:spPr>
      </p:pic>
      <p:pic>
        <p:nvPicPr>
          <p:cNvPr id="27651" name="Picture 4"/>
          <p:cNvPicPr>
            <a:picLocks noChangeAspect="1" noChangeArrowheads="1"/>
          </p:cNvPicPr>
          <p:nvPr/>
        </p:nvPicPr>
        <p:blipFill>
          <a:blip r:embed="rId4"/>
          <a:srcRect/>
          <a:stretch>
            <a:fillRect/>
          </a:stretch>
        </p:blipFill>
        <p:spPr bwMode="auto">
          <a:xfrm>
            <a:off x="692150" y="1604963"/>
            <a:ext cx="2911475" cy="4598987"/>
          </a:xfrm>
          <a:prstGeom prst="rect">
            <a:avLst/>
          </a:prstGeom>
          <a:noFill/>
          <a:ln w="9525">
            <a:noFill/>
            <a:miter lim="800000"/>
            <a:headEnd/>
            <a:tailEnd/>
          </a:ln>
        </p:spPr>
      </p:pic>
      <p:sp>
        <p:nvSpPr>
          <p:cNvPr id="27652" name="Slide Number Placeholder 1"/>
          <p:cNvSpPr>
            <a:spLocks noGrp="1"/>
          </p:cNvSpPr>
          <p:nvPr>
            <p:ph type="sldNum" sz="quarter" idx="12"/>
          </p:nvPr>
        </p:nvSpPr>
        <p:spPr bwMode="auto">
          <a:noFill/>
          <a:ln>
            <a:miter lim="800000"/>
            <a:headEnd/>
            <a:tailEnd/>
          </a:ln>
        </p:spPr>
        <p:txBody>
          <a:bodyPr/>
          <a:lstStyle/>
          <a:p>
            <a:fld id="{60899547-2897-4105-8BEC-A6832AE5D94D}" type="slidenum">
              <a:rPr lang="en-US" altLang="en-US"/>
              <a:pPr/>
              <a:t>24</a:t>
            </a:fld>
            <a:endParaRPr lang="en-US" altLang="en-US"/>
          </a:p>
        </p:txBody>
      </p:sp>
      <p:cxnSp>
        <p:nvCxnSpPr>
          <p:cNvPr id="4" name="Straight Arrow Connector 3"/>
          <p:cNvCxnSpPr/>
          <p:nvPr/>
        </p:nvCxnSpPr>
        <p:spPr>
          <a:xfrm>
            <a:off x="3449638" y="5715000"/>
            <a:ext cx="1149350" cy="301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654" name="TextBox 7"/>
          <p:cNvSpPr txBox="1">
            <a:spLocks noChangeArrowheads="1"/>
          </p:cNvSpPr>
          <p:nvPr/>
        </p:nvSpPr>
        <p:spPr bwMode="auto">
          <a:xfrm>
            <a:off x="4576763" y="5545138"/>
            <a:ext cx="1784350" cy="369887"/>
          </a:xfrm>
          <a:prstGeom prst="rect">
            <a:avLst/>
          </a:prstGeom>
          <a:noFill/>
          <a:ln w="9525">
            <a:noFill/>
            <a:miter lim="800000"/>
            <a:headEnd/>
            <a:tailEnd/>
          </a:ln>
        </p:spPr>
        <p:txBody>
          <a:bodyPr wrap="none">
            <a:spAutoFit/>
          </a:bodyPr>
          <a:lstStyle/>
          <a:p>
            <a:r>
              <a:rPr lang="en-IN" altLang="en-US"/>
              <a:t>Program code</a:t>
            </a:r>
          </a:p>
        </p:txBody>
      </p:sp>
      <p:cxnSp>
        <p:nvCxnSpPr>
          <p:cNvPr id="11" name="Straight Arrow Connector 10"/>
          <p:cNvCxnSpPr/>
          <p:nvPr/>
        </p:nvCxnSpPr>
        <p:spPr>
          <a:xfrm>
            <a:off x="3449638" y="2041525"/>
            <a:ext cx="1149350" cy="31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656" name="TextBox 11"/>
          <p:cNvSpPr txBox="1">
            <a:spLocks noChangeArrowheads="1"/>
          </p:cNvSpPr>
          <p:nvPr/>
        </p:nvSpPr>
        <p:spPr bwMode="auto">
          <a:xfrm>
            <a:off x="4576763" y="1873250"/>
            <a:ext cx="2006600" cy="368300"/>
          </a:xfrm>
          <a:prstGeom prst="rect">
            <a:avLst/>
          </a:prstGeom>
          <a:noFill/>
          <a:ln w="9525">
            <a:noFill/>
            <a:miter lim="800000"/>
            <a:headEnd/>
            <a:tailEnd/>
          </a:ln>
        </p:spPr>
        <p:txBody>
          <a:bodyPr wrap="none">
            <a:spAutoFit/>
          </a:bodyPr>
          <a:lstStyle/>
          <a:p>
            <a:r>
              <a:rPr lang="en-IN" altLang="en-US"/>
              <a:t>Temporary data</a:t>
            </a:r>
          </a:p>
        </p:txBody>
      </p:sp>
      <p:cxnSp>
        <p:nvCxnSpPr>
          <p:cNvPr id="13" name="Straight Arrow Connector 12"/>
          <p:cNvCxnSpPr/>
          <p:nvPr/>
        </p:nvCxnSpPr>
        <p:spPr>
          <a:xfrm>
            <a:off x="3584575" y="5040313"/>
            <a:ext cx="1149350" cy="31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658" name="TextBox 13"/>
          <p:cNvSpPr txBox="1">
            <a:spLocks noChangeArrowheads="1"/>
          </p:cNvSpPr>
          <p:nvPr/>
        </p:nvSpPr>
        <p:spPr bwMode="auto">
          <a:xfrm>
            <a:off x="4711700" y="4872038"/>
            <a:ext cx="2030413" cy="368300"/>
          </a:xfrm>
          <a:prstGeom prst="rect">
            <a:avLst/>
          </a:prstGeom>
          <a:noFill/>
          <a:ln w="9525">
            <a:noFill/>
            <a:miter lim="800000"/>
            <a:headEnd/>
            <a:tailEnd/>
          </a:ln>
        </p:spPr>
        <p:txBody>
          <a:bodyPr wrap="none">
            <a:spAutoFit/>
          </a:bodyPr>
          <a:lstStyle/>
          <a:p>
            <a:r>
              <a:rPr lang="en-IN" altLang="en-US"/>
              <a:t>Global variables</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820738" y="420688"/>
            <a:ext cx="7519987" cy="576262"/>
          </a:xfrm>
        </p:spPr>
        <p:txBody>
          <a:bodyPr>
            <a:normAutofit fontScale="90000"/>
          </a:bodyPr>
          <a:lstStyle/>
          <a:p>
            <a:pPr eaLnBrk="1" fontAlgn="auto" hangingPunct="1">
              <a:spcAft>
                <a:spcPts val="0"/>
              </a:spcAft>
              <a:defRPr/>
            </a:pPr>
            <a:r>
              <a:rPr lang="en-US" dirty="0"/>
              <a:t>Process Control Block (PCB)</a:t>
            </a:r>
          </a:p>
        </p:txBody>
      </p:sp>
      <p:sp>
        <p:nvSpPr>
          <p:cNvPr id="29699" name="Rectangle 3"/>
          <p:cNvSpPr>
            <a:spLocks noGrp="1"/>
          </p:cNvSpPr>
          <p:nvPr>
            <p:ph idx="1"/>
          </p:nvPr>
        </p:nvSpPr>
        <p:spPr>
          <a:xfrm>
            <a:off x="176213" y="1017588"/>
            <a:ext cx="8967787" cy="4298950"/>
          </a:xfrm>
        </p:spPr>
        <p:txBody>
          <a:bodyPr/>
          <a:lstStyle/>
          <a:p>
            <a:pPr eaLnBrk="1" hangingPunct="1">
              <a:buFont typeface="Monotype Sorts" pitchFamily="2" charset="2"/>
              <a:buNone/>
            </a:pPr>
            <a:r>
              <a:rPr lang="en-US" altLang="en-US" sz="2400" smtClean="0"/>
              <a:t>PCB stores data needed for correct and efficient process management.</a:t>
            </a:r>
            <a:endParaRPr lang="en-US" altLang="en-US" sz="2400" i="1" smtClean="0"/>
          </a:p>
          <a:p>
            <a:pPr lvl="1"/>
            <a:r>
              <a:rPr lang="en-US" altLang="en-US" sz="2200" smtClean="0"/>
              <a:t>Process identification, Process state, Process control</a:t>
            </a:r>
          </a:p>
          <a:p>
            <a:pPr lvl="1" eaLnBrk="1" hangingPunct="1">
              <a:buFont typeface="Wingdings 2" pitchFamily="18" charset="2"/>
              <a:buNone/>
            </a:pPr>
            <a:r>
              <a:rPr lang="en-US" altLang="en-US" sz="2300" smtClean="0"/>
              <a:t>Information associated with each process</a:t>
            </a:r>
          </a:p>
          <a:p>
            <a:pPr lvl="1" eaLnBrk="1" hangingPunct="1"/>
            <a:r>
              <a:rPr lang="en-US" altLang="en-US" sz="2300" smtClean="0"/>
              <a:t>Process Id</a:t>
            </a:r>
          </a:p>
          <a:p>
            <a:pPr lvl="1" eaLnBrk="1" hangingPunct="1"/>
            <a:r>
              <a:rPr lang="en-US" altLang="en-US" sz="2300" smtClean="0"/>
              <a:t>Process state</a:t>
            </a:r>
          </a:p>
          <a:p>
            <a:pPr lvl="1" eaLnBrk="1" hangingPunct="1"/>
            <a:r>
              <a:rPr lang="en-US" altLang="en-US" sz="2300" smtClean="0"/>
              <a:t>Program counter</a:t>
            </a:r>
          </a:p>
          <a:p>
            <a:pPr lvl="1" eaLnBrk="1" hangingPunct="1"/>
            <a:r>
              <a:rPr lang="en-US" altLang="en-US" sz="2300" smtClean="0"/>
              <a:t>CPU registers</a:t>
            </a:r>
          </a:p>
          <a:p>
            <a:pPr lvl="1" eaLnBrk="1" hangingPunct="1"/>
            <a:r>
              <a:rPr lang="en-US" altLang="en-US" sz="2300" smtClean="0"/>
              <a:t>CPU scheduling information</a:t>
            </a:r>
          </a:p>
          <a:p>
            <a:pPr lvl="1" eaLnBrk="1" hangingPunct="1"/>
            <a:r>
              <a:rPr lang="en-US" altLang="en-US" sz="2300" smtClean="0"/>
              <a:t>Memory-management information</a:t>
            </a:r>
          </a:p>
          <a:p>
            <a:pPr lvl="1" eaLnBrk="1" hangingPunct="1"/>
            <a:r>
              <a:rPr lang="en-US" altLang="en-US" sz="2300" smtClean="0"/>
              <a:t>Accounting information- </a:t>
            </a:r>
            <a:r>
              <a:rPr lang="en-US" altLang="en-US" sz="2200" smtClean="0"/>
              <a:t>amount of CPU used for process execution, time limits, execution ID</a:t>
            </a:r>
          </a:p>
          <a:p>
            <a:pPr lvl="1" eaLnBrk="1" hangingPunct="1"/>
            <a:r>
              <a:rPr lang="en-US" altLang="en-US" sz="2300" smtClean="0"/>
              <a:t>I/O status information</a:t>
            </a:r>
          </a:p>
          <a:p>
            <a:pPr eaLnBrk="1" hangingPunct="1"/>
            <a:endParaRPr lang="en-US" altLang="en-US" sz="2500" smtClean="0"/>
          </a:p>
        </p:txBody>
      </p:sp>
      <p:sp>
        <p:nvSpPr>
          <p:cNvPr id="29700" name="Slide Number Placeholder 1"/>
          <p:cNvSpPr>
            <a:spLocks noGrp="1"/>
          </p:cNvSpPr>
          <p:nvPr>
            <p:ph type="sldNum" sz="quarter" idx="12"/>
          </p:nvPr>
        </p:nvSpPr>
        <p:spPr bwMode="auto">
          <a:noFill/>
          <a:ln>
            <a:miter lim="800000"/>
            <a:headEnd/>
            <a:tailEnd/>
          </a:ln>
        </p:spPr>
        <p:txBody>
          <a:bodyPr/>
          <a:lstStyle/>
          <a:p>
            <a:fld id="{206A5595-6093-4C20-84E8-B9EBA6319D49}" type="slidenum">
              <a:rPr lang="en-US" altLang="en-US"/>
              <a:pPr/>
              <a:t>25</a:t>
            </a:fld>
            <a:endParaRPr lang="en-US" alt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Rectangle 2"/>
          <p:cNvPicPr>
            <a:picLocks noGrp="1" noChangeArrowheads="1"/>
          </p:cNvPicPr>
          <p:nvPr>
            <p:ph type="title"/>
          </p:nvPr>
        </p:nvPicPr>
        <p:blipFill>
          <a:blip r:embed="rId3"/>
          <a:srcRect/>
          <a:stretch>
            <a:fillRect/>
          </a:stretch>
        </p:blipFill>
        <p:spPr>
          <a:xfrm>
            <a:off x="596900" y="863600"/>
            <a:ext cx="8102600" cy="1193800"/>
          </a:xfrm>
        </p:spPr>
      </p:pic>
      <p:pic>
        <p:nvPicPr>
          <p:cNvPr id="31747" name="Picture 9"/>
          <p:cNvPicPr>
            <a:picLocks noChangeAspect="1" noChangeArrowheads="1"/>
          </p:cNvPicPr>
          <p:nvPr/>
        </p:nvPicPr>
        <p:blipFill>
          <a:blip r:embed="rId4"/>
          <a:srcRect/>
          <a:stretch>
            <a:fillRect/>
          </a:stretch>
        </p:blipFill>
        <p:spPr bwMode="auto">
          <a:xfrm>
            <a:off x="3668713" y="2144713"/>
            <a:ext cx="2513012" cy="4035425"/>
          </a:xfrm>
          <a:prstGeom prst="rect">
            <a:avLst/>
          </a:prstGeom>
          <a:noFill/>
          <a:ln w="9525">
            <a:noFill/>
            <a:miter lim="800000"/>
            <a:headEnd/>
            <a:tailEnd/>
          </a:ln>
        </p:spPr>
      </p:pic>
      <p:sp>
        <p:nvSpPr>
          <p:cNvPr id="31748" name="Slide Number Placeholder 1"/>
          <p:cNvSpPr>
            <a:spLocks noGrp="1"/>
          </p:cNvSpPr>
          <p:nvPr>
            <p:ph type="sldNum" sz="quarter" idx="12"/>
          </p:nvPr>
        </p:nvSpPr>
        <p:spPr bwMode="auto">
          <a:noFill/>
          <a:ln>
            <a:miter lim="800000"/>
            <a:headEnd/>
            <a:tailEnd/>
          </a:ln>
        </p:spPr>
        <p:txBody>
          <a:bodyPr/>
          <a:lstStyle/>
          <a:p>
            <a:fld id="{11DFCEF0-36B2-406F-9F08-E200BDB8DDC5}" type="slidenum">
              <a:rPr lang="en-US" altLang="en-US"/>
              <a:pPr/>
              <a:t>26</a:t>
            </a:fld>
            <a:endParaRPr lang="en-US" alt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243013" y="1130300"/>
            <a:ext cx="6251575" cy="576263"/>
          </a:xfrm>
        </p:spPr>
        <p:txBody>
          <a:bodyPr>
            <a:normAutofit fontScale="90000"/>
          </a:bodyPr>
          <a:lstStyle/>
          <a:p>
            <a:pPr eaLnBrk="1" fontAlgn="auto" hangingPunct="1">
              <a:spcAft>
                <a:spcPts val="0"/>
              </a:spcAft>
              <a:defRPr/>
            </a:pPr>
            <a:r>
              <a:rPr lang="en-US" dirty="0"/>
              <a:t>Process State</a:t>
            </a:r>
          </a:p>
        </p:txBody>
      </p:sp>
      <p:sp>
        <p:nvSpPr>
          <p:cNvPr id="33795" name="Rectangle 3"/>
          <p:cNvSpPr>
            <a:spLocks noGrp="1"/>
          </p:cNvSpPr>
          <p:nvPr>
            <p:ph idx="1"/>
          </p:nvPr>
        </p:nvSpPr>
        <p:spPr>
          <a:xfrm>
            <a:off x="682625" y="2078038"/>
            <a:ext cx="7370763" cy="3868737"/>
          </a:xfrm>
        </p:spPr>
        <p:txBody>
          <a:bodyPr/>
          <a:lstStyle/>
          <a:p>
            <a:pPr eaLnBrk="1" hangingPunct="1"/>
            <a:r>
              <a:rPr lang="en-US" altLang="en-US" sz="2000" smtClean="0"/>
              <a:t>As a process executes, it changes </a:t>
            </a:r>
            <a:r>
              <a:rPr lang="en-US" altLang="en-US" sz="2000" i="1" smtClean="0"/>
              <a:t>state</a:t>
            </a:r>
            <a:endParaRPr lang="en-US" altLang="en-US" sz="2000" smtClean="0"/>
          </a:p>
          <a:p>
            <a:pPr lvl="1" eaLnBrk="1" hangingPunct="1"/>
            <a:r>
              <a:rPr lang="en-US" altLang="en-US" sz="2000" b="1" smtClean="0"/>
              <a:t>new</a:t>
            </a:r>
            <a:r>
              <a:rPr lang="en-US" altLang="en-US" sz="2000" smtClean="0"/>
              <a:t>:  The process is being created</a:t>
            </a:r>
          </a:p>
          <a:p>
            <a:pPr lvl="1" eaLnBrk="1" hangingPunct="1"/>
            <a:r>
              <a:rPr lang="en-US" altLang="en-US" sz="2000" b="1" smtClean="0"/>
              <a:t>ready</a:t>
            </a:r>
            <a:r>
              <a:rPr lang="en-US" altLang="en-US" sz="2000" smtClean="0"/>
              <a:t>:  The process is waiting to be assigned to a processor</a:t>
            </a:r>
          </a:p>
          <a:p>
            <a:pPr lvl="1" eaLnBrk="1" hangingPunct="1"/>
            <a:r>
              <a:rPr lang="en-US" altLang="en-US" sz="2000" b="1" smtClean="0"/>
              <a:t>running</a:t>
            </a:r>
            <a:r>
              <a:rPr lang="en-US" altLang="en-US" sz="2000" smtClean="0"/>
              <a:t>:  Instructions are being executed</a:t>
            </a:r>
          </a:p>
          <a:p>
            <a:pPr lvl="1" eaLnBrk="1" hangingPunct="1"/>
            <a:r>
              <a:rPr lang="en-US" altLang="en-US" sz="2000" b="1" smtClean="0"/>
              <a:t>waiting</a:t>
            </a:r>
            <a:r>
              <a:rPr lang="en-US" altLang="en-US" sz="2000" smtClean="0"/>
              <a:t>:  The process is waiting for some event to occur</a:t>
            </a:r>
          </a:p>
          <a:p>
            <a:pPr lvl="1" eaLnBrk="1" hangingPunct="1"/>
            <a:r>
              <a:rPr lang="en-US" altLang="en-US" sz="2000" b="1" smtClean="0"/>
              <a:t>terminated</a:t>
            </a:r>
            <a:r>
              <a:rPr lang="en-US" altLang="en-US" sz="2000" smtClean="0"/>
              <a:t>:  The process has finished execution</a:t>
            </a:r>
          </a:p>
        </p:txBody>
      </p:sp>
      <p:sp>
        <p:nvSpPr>
          <p:cNvPr id="33796" name="Slide Number Placeholder 1"/>
          <p:cNvSpPr>
            <a:spLocks noGrp="1"/>
          </p:cNvSpPr>
          <p:nvPr>
            <p:ph type="sldNum" sz="quarter" idx="12"/>
          </p:nvPr>
        </p:nvSpPr>
        <p:spPr bwMode="auto">
          <a:noFill/>
          <a:ln>
            <a:miter lim="800000"/>
            <a:headEnd/>
            <a:tailEnd/>
          </a:ln>
        </p:spPr>
        <p:txBody>
          <a:bodyPr/>
          <a:lstStyle/>
          <a:p>
            <a:fld id="{9E05099C-887B-4F2D-B9DD-CC6AFC348DF1}" type="slidenum">
              <a:rPr lang="en-US" altLang="en-US"/>
              <a:pPr/>
              <a:t>27</a:t>
            </a:fld>
            <a:endParaRPr lang="en-US" alt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742950" y="660400"/>
            <a:ext cx="7947025" cy="576263"/>
          </a:xfrm>
        </p:spPr>
        <p:txBody>
          <a:bodyPr>
            <a:normAutofit fontScale="90000"/>
          </a:bodyPr>
          <a:lstStyle/>
          <a:p>
            <a:pPr eaLnBrk="1" fontAlgn="auto" hangingPunct="1">
              <a:spcAft>
                <a:spcPts val="0"/>
              </a:spcAft>
              <a:defRPr/>
            </a:pPr>
            <a:r>
              <a:rPr lang="en-US" dirty="0"/>
              <a:t>Diagram of  5 Process State model</a:t>
            </a:r>
          </a:p>
        </p:txBody>
      </p:sp>
      <p:pic>
        <p:nvPicPr>
          <p:cNvPr id="35843" name="Picture 9"/>
          <p:cNvPicPr>
            <a:picLocks noChangeAspect="1" noChangeArrowheads="1"/>
          </p:cNvPicPr>
          <p:nvPr/>
        </p:nvPicPr>
        <p:blipFill>
          <a:blip r:embed="rId3"/>
          <a:srcRect/>
          <a:stretch>
            <a:fillRect/>
          </a:stretch>
        </p:blipFill>
        <p:spPr bwMode="auto">
          <a:xfrm>
            <a:off x="941388" y="2063750"/>
            <a:ext cx="7550150" cy="3009900"/>
          </a:xfrm>
          <a:prstGeom prst="rect">
            <a:avLst/>
          </a:prstGeom>
          <a:noFill/>
          <a:ln w="9525">
            <a:noFill/>
            <a:miter lim="800000"/>
            <a:headEnd/>
            <a:tailEnd/>
          </a:ln>
        </p:spPr>
      </p:pic>
      <p:sp>
        <p:nvSpPr>
          <p:cNvPr id="35844" name="Slide Number Placeholder 1"/>
          <p:cNvSpPr>
            <a:spLocks noGrp="1"/>
          </p:cNvSpPr>
          <p:nvPr>
            <p:ph type="sldNum" sz="quarter" idx="12"/>
          </p:nvPr>
        </p:nvSpPr>
        <p:spPr bwMode="auto">
          <a:noFill/>
          <a:ln>
            <a:miter lim="800000"/>
            <a:headEnd/>
            <a:tailEnd/>
          </a:ln>
        </p:spPr>
        <p:txBody>
          <a:bodyPr/>
          <a:lstStyle/>
          <a:p>
            <a:fld id="{39EE3DC4-8962-4D53-9AF9-BD03B249D48B}" type="slidenum">
              <a:rPr lang="en-US" altLang="en-US"/>
              <a:pPr/>
              <a:t>28</a:t>
            </a:fld>
            <a:endParaRPr lang="en-US" alt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637567"/>
          </a:xfrm>
        </p:spPr>
        <p:txBody>
          <a:bodyPr/>
          <a:lstStyle/>
          <a:p>
            <a:pPr algn="ctr"/>
            <a:r>
              <a:rPr lang="en-US" sz="4000" dirty="0" smtClean="0">
                <a:solidFill>
                  <a:srgbClr val="FF0000"/>
                </a:solidFill>
                <a:latin typeface="Times New Roman" pitchFamily="18" charset="0"/>
                <a:cs typeface="Times New Roman" pitchFamily="18" charset="0"/>
              </a:rPr>
              <a:t>7-state Model</a:t>
            </a:r>
            <a:endParaRPr lang="en-US" sz="40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72374" y="1935163"/>
            <a:ext cx="8638162" cy="4389437"/>
          </a:xfrm>
        </p:spPr>
        <p:txBody>
          <a:bodyPr/>
          <a:lstStyle/>
          <a:p>
            <a:pPr algn="just"/>
            <a:r>
              <a:rPr lang="en-US" sz="2400" b="1" dirty="0" smtClean="0">
                <a:latin typeface="Times New Roman" pitchFamily="18" charset="0"/>
                <a:cs typeface="Times New Roman" pitchFamily="18" charset="0"/>
              </a:rPr>
              <a:t>Suspend ready –</a:t>
            </a:r>
            <a:r>
              <a:rPr lang="en-US" sz="2400" dirty="0" smtClean="0">
                <a:latin typeface="Times New Roman" pitchFamily="18" charset="0"/>
                <a:cs typeface="Times New Roman" pitchFamily="18" charset="0"/>
              </a:rPr>
              <a:t> Process that was initially in the ready state but was swapped out of main memory(refer Virtual Memory topic) and placed onto external storage by scheduler is said to be in suspend ready state. The process will transition back to ready state whenever the process is again brought onto the main memory.</a:t>
            </a:r>
          </a:p>
          <a:p>
            <a:pPr algn="just"/>
            <a:r>
              <a:rPr lang="en-US" sz="2400" b="1" dirty="0" smtClean="0">
                <a:latin typeface="Times New Roman" pitchFamily="18" charset="0"/>
                <a:cs typeface="Times New Roman" pitchFamily="18" charset="0"/>
              </a:rPr>
              <a:t>Suspend wait or suspend blocked –</a:t>
            </a:r>
            <a:r>
              <a:rPr lang="en-US" sz="2400" dirty="0" smtClean="0">
                <a:latin typeface="Times New Roman" pitchFamily="18" charset="0"/>
                <a:cs typeface="Times New Roman" pitchFamily="18" charset="0"/>
              </a:rPr>
              <a:t> Similar to suspend ready but uses the process which was performing I/O operation and lack of main memory caused them to move to secondary memory. When work is finished it may go to suspend ready.</a:t>
            </a:r>
          </a:p>
          <a:p>
            <a:pPr algn="just"/>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2F3868F3-13FB-4339-8B49-CB7D1F0867D4}" type="slidenum">
              <a:rPr lang="en-US" altLang="en-US" smtClean="0"/>
              <a:pPr/>
              <a:t>29</a:t>
            </a:fld>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637567"/>
          </a:xfrm>
        </p:spPr>
        <p:txBody>
          <a:bodyPr/>
          <a:lstStyle/>
          <a:p>
            <a:r>
              <a:rPr lang="en-US" sz="4400" dirty="0" smtClean="0">
                <a:solidFill>
                  <a:srgbClr val="FF0000"/>
                </a:solidFill>
                <a:latin typeface="Times New Roman" pitchFamily="18" charset="0"/>
                <a:cs typeface="Times New Roman" pitchFamily="18" charset="0"/>
              </a:rPr>
              <a:t>Suspended Ready</a:t>
            </a:r>
            <a:endParaRPr lang="en-US" sz="44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321013" y="1604423"/>
            <a:ext cx="8511702" cy="4699100"/>
          </a:xfrm>
        </p:spPr>
        <p:txBody>
          <a:bodyPr/>
          <a:lstStyle/>
          <a:p>
            <a:pPr algn="just"/>
            <a:r>
              <a:rPr lang="en-US" sz="2400" dirty="0" smtClean="0">
                <a:latin typeface="Times New Roman" pitchFamily="18" charset="0"/>
                <a:cs typeface="Times New Roman" pitchFamily="18" charset="0"/>
              </a:rPr>
              <a:t>A process in the ready state, which is moved to secondary memory from the main memory due to lack of the resources (mainly primary memory) is called in the suspend ready state.</a:t>
            </a:r>
          </a:p>
          <a:p>
            <a:pPr algn="just">
              <a:buNone/>
            </a:pP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If the main memory is full and a higher priority process comes for the execution then the OS have to make the room for the process in the main memory by throwing the lower priority process out into the secondary memory. The suspend ready processes remain in the secondary memory until the main memory gets available.</a:t>
            </a:r>
          </a:p>
          <a:p>
            <a:pPr algn="just"/>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2F3868F3-13FB-4339-8B49-CB7D1F0867D4}" type="slidenum">
              <a:rPr lang="en-US" altLang="en-US" smtClean="0"/>
              <a:pPr/>
              <a:t>30</a:t>
            </a:fld>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657022"/>
          </a:xfrm>
        </p:spPr>
        <p:txBody>
          <a:bodyPr/>
          <a:lstStyle/>
          <a:p>
            <a:pPr algn="ctr"/>
            <a:r>
              <a:rPr lang="en-US" sz="4400" dirty="0" smtClean="0">
                <a:solidFill>
                  <a:srgbClr val="FF0000"/>
                </a:solidFill>
                <a:latin typeface="Times New Roman" pitchFamily="18" charset="0"/>
                <a:cs typeface="Times New Roman" pitchFamily="18" charset="0"/>
              </a:rPr>
              <a:t>Suspended Wait</a:t>
            </a:r>
            <a:endParaRPr lang="en-US" sz="44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72374" y="1935163"/>
            <a:ext cx="8579796" cy="4389437"/>
          </a:xfrm>
        </p:spPr>
        <p:txBody>
          <a:bodyPr/>
          <a:lstStyle/>
          <a:p>
            <a:pPr algn="just"/>
            <a:r>
              <a:rPr lang="en-US" sz="2800" dirty="0" smtClean="0">
                <a:latin typeface="Times New Roman" pitchFamily="18" charset="0"/>
                <a:cs typeface="Times New Roman" pitchFamily="18" charset="0"/>
              </a:rPr>
              <a:t>Instead of removing the process from the ready queue, it's better to remove the blocked process which is waiting for some resources in the main memory. Since it is already waiting for some resource to get available hence it is better if it waits in the secondary memory and make room for the higher priority process. These processes complete their execution once the main memory gets available and their wait is finished.</a:t>
            </a:r>
            <a:endParaRPr lang="en-US" sz="2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2F3868F3-13FB-4339-8B49-CB7D1F0867D4}" type="slidenum">
              <a:rPr lang="en-US" altLang="en-US" smtClean="0"/>
              <a:pPr/>
              <a:t>31</a:t>
            </a:fld>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418290" y="369651"/>
            <a:ext cx="8229600" cy="856034"/>
          </a:xfrm>
        </p:spPr>
        <p:txBody>
          <a:bodyPr/>
          <a:lstStyle/>
          <a:p>
            <a:pPr algn="ctr"/>
            <a:r>
              <a:rPr lang="en-US" dirty="0" smtClean="0">
                <a:solidFill>
                  <a:srgbClr val="FF0000"/>
                </a:solidFill>
              </a:rPr>
              <a:t>7 state model</a:t>
            </a:r>
            <a:endParaRPr lang="en-IN" dirty="0" smtClean="0">
              <a:solidFill>
                <a:srgbClr val="FF0000"/>
              </a:solidFill>
            </a:endParaRPr>
          </a:p>
        </p:txBody>
      </p:sp>
      <p:pic>
        <p:nvPicPr>
          <p:cNvPr id="37891" name="Content Placeholder 4"/>
          <p:cNvPicPr>
            <a:picLocks noGrp="1" noChangeAspect="1" noChangeArrowheads="1"/>
          </p:cNvPicPr>
          <p:nvPr>
            <p:ph idx="1"/>
          </p:nvPr>
        </p:nvPicPr>
        <p:blipFill>
          <a:blip r:embed="rId3"/>
          <a:srcRect/>
          <a:stretch>
            <a:fillRect/>
          </a:stretch>
        </p:blipFill>
        <p:spPr>
          <a:xfrm>
            <a:off x="-31072" y="1225686"/>
            <a:ext cx="9175071" cy="5175114"/>
          </a:xfrm>
        </p:spPr>
      </p:pic>
      <p:sp>
        <p:nvSpPr>
          <p:cNvPr id="37892" name="Slide Number Placeholder 3"/>
          <p:cNvSpPr>
            <a:spLocks noGrp="1" noChangeArrowheads="1"/>
          </p:cNvSpPr>
          <p:nvPr>
            <p:ph type="sldNum" sz="quarter" idx="12"/>
          </p:nvPr>
        </p:nvSpPr>
        <p:spPr bwMode="auto">
          <a:noFill/>
          <a:ln>
            <a:miter lim="800000"/>
            <a:headEnd/>
            <a:tailEnd/>
          </a:ln>
        </p:spPr>
        <p:txBody>
          <a:bodyPr/>
          <a:lstStyle/>
          <a:p>
            <a:fld id="{74323A47-E755-4498-A5F2-FDDB32227EBC}" type="slidenum">
              <a:rPr lang="en-US" altLang="en-US"/>
              <a:pPr/>
              <a:t>32</a:t>
            </a:fld>
            <a:endParaRPr lang="en-US" alt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7 state diagram.png"/>
          <p:cNvPicPr>
            <a:picLocks noGrp="1" noChangeAspect="1"/>
          </p:cNvPicPr>
          <p:nvPr>
            <p:ph idx="1"/>
          </p:nvPr>
        </p:nvPicPr>
        <p:blipFill>
          <a:blip r:embed="rId2"/>
          <a:stretch>
            <a:fillRect/>
          </a:stretch>
        </p:blipFill>
        <p:spPr>
          <a:xfrm>
            <a:off x="0" y="603115"/>
            <a:ext cx="9050492" cy="5817140"/>
          </a:xfrm>
        </p:spPr>
      </p:pic>
      <p:sp>
        <p:nvSpPr>
          <p:cNvPr id="4" name="Slide Number Placeholder 3"/>
          <p:cNvSpPr>
            <a:spLocks noGrp="1"/>
          </p:cNvSpPr>
          <p:nvPr>
            <p:ph type="sldNum" sz="quarter" idx="12"/>
          </p:nvPr>
        </p:nvSpPr>
        <p:spPr/>
        <p:txBody>
          <a:bodyPr/>
          <a:lstStyle/>
          <a:p>
            <a:fld id="{2F3868F3-13FB-4339-8B49-CB7D1F0867D4}" type="slidenum">
              <a:rPr lang="en-US" altLang="en-US" smtClean="0"/>
              <a:pPr/>
              <a:t>33</a:t>
            </a:fld>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
            <a:ext cx="8229600" cy="1031132"/>
          </a:xfrm>
        </p:spPr>
        <p:txBody>
          <a:bodyPr/>
          <a:lstStyle/>
          <a:p>
            <a:pPr algn="ctr"/>
            <a:r>
              <a:rPr lang="en-US" sz="4400" dirty="0" smtClean="0">
                <a:solidFill>
                  <a:srgbClr val="FF0000"/>
                </a:solidFill>
                <a:latin typeface="Times New Roman" pitchFamily="18" charset="0"/>
                <a:cs typeface="Times New Roman" pitchFamily="18" charset="0"/>
              </a:rPr>
              <a:t>Types of Scheduler</a:t>
            </a:r>
            <a:endParaRPr lang="en-US" sz="44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43192" y="1215316"/>
            <a:ext cx="8628434" cy="5166029"/>
          </a:xfrm>
        </p:spPr>
        <p:txBody>
          <a:bodyPr/>
          <a:lstStyle/>
          <a:p>
            <a:pPr algn="just"/>
            <a:r>
              <a:rPr lang="en-US" sz="2400" b="1" dirty="0" smtClean="0">
                <a:latin typeface="Times New Roman" pitchFamily="18" charset="0"/>
                <a:cs typeface="Times New Roman" pitchFamily="18" charset="0"/>
              </a:rPr>
              <a:t>Long term – performance –</a:t>
            </a:r>
            <a:r>
              <a:rPr lang="en-US" sz="2400" dirty="0" smtClean="0">
                <a:latin typeface="Times New Roman" pitchFamily="18" charset="0"/>
                <a:cs typeface="Times New Roman" pitchFamily="18" charset="0"/>
              </a:rPr>
              <a:t> Makes a decision about how many processes should be made to stay in the ready state, this decides the degree of multiprogramming. Once a decision is taken it lasts for a long time hence called long term scheduler.</a:t>
            </a:r>
          </a:p>
          <a:p>
            <a:pPr algn="just"/>
            <a:r>
              <a:rPr lang="en-US" sz="2400" b="1" dirty="0" smtClean="0">
                <a:latin typeface="Times New Roman" pitchFamily="18" charset="0"/>
                <a:cs typeface="Times New Roman" pitchFamily="18" charset="0"/>
              </a:rPr>
              <a:t>Short term – Context switching time –</a:t>
            </a:r>
            <a:r>
              <a:rPr lang="en-US" sz="2400" dirty="0" smtClean="0">
                <a:latin typeface="Times New Roman" pitchFamily="18" charset="0"/>
                <a:cs typeface="Times New Roman" pitchFamily="18" charset="0"/>
              </a:rPr>
              <a:t> Short term scheduler will decide which process to be executed next and then it will call dispatcher. A dispatcher is a software that moves process from ready to run and vice versa. In other words, it is context switching.</a:t>
            </a:r>
          </a:p>
          <a:p>
            <a:pPr algn="just"/>
            <a:r>
              <a:rPr lang="en-US" sz="2400" b="1" dirty="0" smtClean="0">
                <a:latin typeface="Times New Roman" pitchFamily="18" charset="0"/>
                <a:cs typeface="Times New Roman" pitchFamily="18" charset="0"/>
              </a:rPr>
              <a:t>Medium term – Swapping time –</a:t>
            </a:r>
            <a:r>
              <a:rPr lang="en-US" sz="2400" dirty="0" smtClean="0">
                <a:latin typeface="Times New Roman" pitchFamily="18" charset="0"/>
                <a:cs typeface="Times New Roman" pitchFamily="18" charset="0"/>
              </a:rPr>
              <a:t> Suspension decision is taken by medium term scheduler. Medium term scheduler is used for swapping that is moving the process from main memory to secondary and vice versa.</a:t>
            </a:r>
          </a:p>
          <a:p>
            <a:pPr algn="just"/>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2F3868F3-13FB-4339-8B49-CB7D1F0867D4}" type="slidenum">
              <a:rPr lang="en-US" altLang="en-US" smtClean="0"/>
              <a:pPr/>
              <a:t>34</a:t>
            </a:fld>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Rectangle 2"/>
          <p:cNvPicPr>
            <a:picLocks noGrp="1" noChangeArrowheads="1"/>
          </p:cNvPicPr>
          <p:nvPr>
            <p:ph type="title"/>
          </p:nvPr>
        </p:nvPicPr>
        <p:blipFill>
          <a:blip r:embed="rId3"/>
          <a:srcRect/>
          <a:stretch>
            <a:fillRect/>
          </a:stretch>
        </p:blipFill>
        <p:spPr>
          <a:xfrm>
            <a:off x="0" y="635000"/>
            <a:ext cx="9144000" cy="1206500"/>
          </a:xfrm>
        </p:spPr>
      </p:pic>
      <p:pic>
        <p:nvPicPr>
          <p:cNvPr id="39939" name="Picture 9"/>
          <p:cNvPicPr>
            <a:picLocks noChangeAspect="1" noChangeArrowheads="1"/>
          </p:cNvPicPr>
          <p:nvPr/>
        </p:nvPicPr>
        <p:blipFill>
          <a:blip r:embed="rId4"/>
          <a:srcRect/>
          <a:stretch>
            <a:fillRect/>
          </a:stretch>
        </p:blipFill>
        <p:spPr bwMode="auto">
          <a:xfrm>
            <a:off x="2197100" y="1919288"/>
            <a:ext cx="6156325" cy="4133850"/>
          </a:xfrm>
          <a:prstGeom prst="rect">
            <a:avLst/>
          </a:prstGeom>
          <a:noFill/>
          <a:ln w="9525">
            <a:noFill/>
            <a:miter lim="800000"/>
            <a:headEnd/>
            <a:tailEnd/>
          </a:ln>
        </p:spPr>
      </p:pic>
      <p:sp>
        <p:nvSpPr>
          <p:cNvPr id="39940" name="Slide Number Placeholder 1"/>
          <p:cNvSpPr>
            <a:spLocks noGrp="1"/>
          </p:cNvSpPr>
          <p:nvPr>
            <p:ph type="sldNum" sz="quarter" idx="12"/>
          </p:nvPr>
        </p:nvSpPr>
        <p:spPr bwMode="auto">
          <a:noFill/>
          <a:ln>
            <a:miter lim="800000"/>
            <a:headEnd/>
            <a:tailEnd/>
          </a:ln>
        </p:spPr>
        <p:txBody>
          <a:bodyPr/>
          <a:lstStyle/>
          <a:p>
            <a:fld id="{062FA538-6C86-471C-B2D3-3C02171CBB53}" type="slidenum">
              <a:rPr lang="en-US" altLang="en-US"/>
              <a:pPr/>
              <a:t>35</a:t>
            </a:fld>
            <a:endParaRPr lang="en-US" altLang="en-US"/>
          </a:p>
        </p:txBody>
      </p:sp>
    </p:spTree>
  </p:cSld>
  <p:clrMapOvr>
    <a:masterClrMapping/>
  </p:clrMapOvr>
  <p:transition spd="slow"/>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751013" y="1520825"/>
            <a:ext cx="6132512" cy="506413"/>
          </a:xfrm>
        </p:spPr>
        <p:txBody>
          <a:bodyPr tIns="13335" rtlCol="0">
            <a:spAutoFit/>
          </a:bodyPr>
          <a:lstStyle/>
          <a:p>
            <a:pPr marL="12700">
              <a:spcBef>
                <a:spcPts val="105"/>
              </a:spcBef>
              <a:defRPr/>
            </a:pPr>
            <a:r>
              <a:rPr sz="3200" spc="320" dirty="0"/>
              <a:t>What </a:t>
            </a:r>
            <a:r>
              <a:rPr sz="3200" spc="80" dirty="0"/>
              <a:t>is </a:t>
            </a:r>
            <a:r>
              <a:rPr sz="3200" spc="225" dirty="0"/>
              <a:t>Thread</a:t>
            </a:r>
            <a:r>
              <a:rPr sz="3200" spc="-315" dirty="0"/>
              <a:t> </a:t>
            </a:r>
            <a:r>
              <a:rPr sz="3200" spc="-70" dirty="0"/>
              <a:t>?</a:t>
            </a:r>
            <a:endParaRPr sz="3200" dirty="0"/>
          </a:p>
        </p:txBody>
      </p:sp>
      <p:sp>
        <p:nvSpPr>
          <p:cNvPr id="41987" name="object 6"/>
          <p:cNvSpPr txBox="1">
            <a:spLocks noChangeArrowheads="1"/>
          </p:cNvSpPr>
          <p:nvPr/>
        </p:nvSpPr>
        <p:spPr bwMode="auto">
          <a:xfrm>
            <a:off x="850900" y="2584450"/>
            <a:ext cx="7446963" cy="3232150"/>
          </a:xfrm>
          <a:prstGeom prst="rect">
            <a:avLst/>
          </a:prstGeom>
          <a:noFill/>
          <a:ln w="9525">
            <a:noFill/>
            <a:miter lim="800000"/>
            <a:headEnd/>
            <a:tailEnd/>
          </a:ln>
        </p:spPr>
        <p:txBody>
          <a:bodyPr lIns="0" tIns="12700" rIns="0" bIns="0">
            <a:spAutoFit/>
          </a:bodyPr>
          <a:lstStyle/>
          <a:p>
            <a:pPr marL="355600" indent="-342900" algn="just">
              <a:spcBef>
                <a:spcPts val="100"/>
              </a:spcBef>
              <a:buFont typeface="Arial" pitchFamily="34" charset="0"/>
              <a:buChar char="•"/>
            </a:pPr>
            <a:r>
              <a:rPr lang="en-US" altLang="en-US" sz="2000">
                <a:latin typeface="Arial" pitchFamily="34" charset="0"/>
                <a:cs typeface="Arial" pitchFamily="34" charset="0"/>
              </a:rPr>
              <a:t>Thread is basic unit of CPU Utilization </a:t>
            </a:r>
          </a:p>
          <a:p>
            <a:pPr marL="355600" indent="-342900" algn="just">
              <a:spcBef>
                <a:spcPts val="100"/>
              </a:spcBef>
              <a:buFont typeface="Arial" pitchFamily="34" charset="0"/>
              <a:buChar char="•"/>
            </a:pPr>
            <a:endParaRPr lang="en-US" altLang="en-US" sz="2000">
              <a:latin typeface="Arial" pitchFamily="34" charset="0"/>
              <a:cs typeface="Arial" pitchFamily="34" charset="0"/>
            </a:endParaRPr>
          </a:p>
          <a:p>
            <a:pPr marL="355600" indent="-342900" algn="just">
              <a:spcBef>
                <a:spcPts val="100"/>
              </a:spcBef>
              <a:buFont typeface="Arial" pitchFamily="34" charset="0"/>
              <a:buChar char="•"/>
            </a:pPr>
            <a:r>
              <a:rPr lang="en-US" altLang="en-US" sz="2000">
                <a:latin typeface="Arial" pitchFamily="34" charset="0"/>
                <a:cs typeface="Arial" pitchFamily="34" charset="0"/>
              </a:rPr>
              <a:t>A thread is a flow of execution through the  process code, with its own program counter,  system registers and stack.</a:t>
            </a:r>
          </a:p>
          <a:p>
            <a:pPr marL="355600" indent="-342900" algn="just">
              <a:spcBef>
                <a:spcPts val="100"/>
              </a:spcBef>
              <a:buFont typeface="Arial" pitchFamily="34" charset="0"/>
              <a:buChar char="•"/>
            </a:pPr>
            <a:endParaRPr lang="en-US" altLang="en-US" sz="2000">
              <a:latin typeface="Arial" pitchFamily="34" charset="0"/>
              <a:cs typeface="Arial" pitchFamily="34" charset="0"/>
            </a:endParaRPr>
          </a:p>
          <a:p>
            <a:pPr marL="355600" indent="-342900" algn="just">
              <a:spcBef>
                <a:spcPts val="100"/>
              </a:spcBef>
              <a:buFont typeface="Arial" pitchFamily="34" charset="0"/>
              <a:buChar char="•"/>
            </a:pPr>
            <a:r>
              <a:rPr lang="en-US" altLang="en-US" sz="2000">
                <a:latin typeface="Arial" pitchFamily="34" charset="0"/>
                <a:cs typeface="Arial" pitchFamily="34" charset="0"/>
              </a:rPr>
              <a:t>It provides a  way to improve application performance  through </a:t>
            </a:r>
            <a:r>
              <a:rPr lang="en-US" altLang="en-US" sz="2000" b="1">
                <a:latin typeface="Arial" pitchFamily="34" charset="0"/>
                <a:cs typeface="Arial" pitchFamily="34" charset="0"/>
              </a:rPr>
              <a:t>parallelism.</a:t>
            </a:r>
          </a:p>
          <a:p>
            <a:pPr marL="355600" indent="-342900" algn="just">
              <a:spcBef>
                <a:spcPts val="100"/>
              </a:spcBef>
              <a:buFont typeface="Arial" pitchFamily="34" charset="0"/>
              <a:buChar char="•"/>
            </a:pPr>
            <a:endParaRPr lang="en-US" altLang="en-US" sz="2000">
              <a:latin typeface="Arial" pitchFamily="34" charset="0"/>
              <a:cs typeface="Arial" pitchFamily="34" charset="0"/>
            </a:endParaRPr>
          </a:p>
          <a:p>
            <a:pPr marL="355600" indent="-342900" algn="just">
              <a:spcBef>
                <a:spcPts val="600"/>
              </a:spcBef>
              <a:buFont typeface="Arial" pitchFamily="34" charset="0"/>
              <a:buChar char="•"/>
            </a:pPr>
            <a:r>
              <a:rPr lang="en-US" altLang="en-US" sz="2000">
                <a:latin typeface="Arial" pitchFamily="34" charset="0"/>
                <a:cs typeface="Arial" pitchFamily="34" charset="0"/>
              </a:rPr>
              <a:t>Each thread belongs to exactly one process  and no thread can exist outside a process.</a:t>
            </a:r>
          </a:p>
        </p:txBody>
      </p:sp>
      <p:sp>
        <p:nvSpPr>
          <p:cNvPr id="41988" name="object 7"/>
          <p:cNvSpPr>
            <a:spLocks noChangeArrowheads="1"/>
          </p:cNvSpPr>
          <p:nvPr/>
        </p:nvSpPr>
        <p:spPr bwMode="auto">
          <a:xfrm>
            <a:off x="8223250" y="6594475"/>
            <a:ext cx="920750" cy="263525"/>
          </a:xfrm>
          <a:prstGeom prst="rect">
            <a:avLst/>
          </a:prstGeom>
          <a:blipFill dpi="0" rotWithShape="1">
            <a:blip r:embed="rId2"/>
            <a:srcRect/>
            <a:stretch>
              <a:fillRect/>
            </a:stretch>
          </a:blipFill>
          <a:ln w="9525">
            <a:noFill/>
            <a:miter lim="800000"/>
            <a:headEnd/>
            <a:tailEnd/>
          </a:ln>
        </p:spPr>
        <p:txBody>
          <a:bodyPr lIns="0" tIns="0" rIns="0" bIns="0"/>
          <a:lstStyle/>
          <a:p>
            <a:endParaRPr lang="en-US" altLang="en-US"/>
          </a:p>
        </p:txBody>
      </p:sp>
      <p:sp>
        <p:nvSpPr>
          <p:cNvPr id="41989" name="Slide Number Placeholder 1"/>
          <p:cNvSpPr>
            <a:spLocks noGrp="1"/>
          </p:cNvSpPr>
          <p:nvPr>
            <p:ph type="sldNum" sz="quarter" idx="12"/>
          </p:nvPr>
        </p:nvSpPr>
        <p:spPr bwMode="auto">
          <a:noFill/>
          <a:ln>
            <a:miter lim="800000"/>
            <a:headEnd/>
            <a:tailEnd/>
          </a:ln>
        </p:spPr>
        <p:txBody>
          <a:bodyPr/>
          <a:lstStyle/>
          <a:p>
            <a:fld id="{183BC78D-32D2-41EB-9CC8-2C34B9693E67}" type="slidenum">
              <a:rPr lang="en-US" altLang="en-US"/>
              <a:pPr/>
              <a:t>36</a:t>
            </a:fld>
            <a:endParaRPr lang="en-US" altLang="en-US"/>
          </a:p>
        </p:txBody>
      </p:sp>
    </p:spTree>
  </p:cSld>
  <p:clrMapOvr>
    <a:masterClrMapping/>
  </p:clrMapOvr>
  <p:transition spd="slow"/>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object 3"/>
          <p:cNvPicPr>
            <a:picLocks noGrp="1" noChangeArrowheads="1"/>
          </p:cNvPicPr>
          <p:nvPr>
            <p:ph type="title"/>
          </p:nvPr>
        </p:nvPicPr>
        <p:blipFill>
          <a:blip r:embed="rId2"/>
          <a:srcRect/>
          <a:stretch>
            <a:fillRect/>
          </a:stretch>
        </p:blipFill>
        <p:spPr>
          <a:xfrm>
            <a:off x="152400" y="660400"/>
            <a:ext cx="8572500" cy="1511300"/>
          </a:xfrm>
        </p:spPr>
      </p:pic>
      <p:sp>
        <p:nvSpPr>
          <p:cNvPr id="43011" name="object 4"/>
          <p:cNvSpPr>
            <a:spLocks noChangeArrowheads="1"/>
          </p:cNvSpPr>
          <p:nvPr/>
        </p:nvSpPr>
        <p:spPr bwMode="auto">
          <a:xfrm>
            <a:off x="976313" y="2278063"/>
            <a:ext cx="6886575" cy="3971925"/>
          </a:xfrm>
          <a:prstGeom prst="rect">
            <a:avLst/>
          </a:prstGeom>
          <a:blipFill dpi="0" rotWithShape="1">
            <a:blip r:embed="rId3"/>
            <a:srcRect/>
            <a:stretch>
              <a:fillRect/>
            </a:stretch>
          </a:blipFill>
          <a:ln w="9525">
            <a:noFill/>
            <a:miter lim="800000"/>
            <a:headEnd/>
            <a:tailEnd/>
          </a:ln>
        </p:spPr>
        <p:txBody>
          <a:bodyPr lIns="0" tIns="0" rIns="0" bIns="0"/>
          <a:lstStyle/>
          <a:p>
            <a:endParaRPr lang="en-US" altLang="en-US"/>
          </a:p>
        </p:txBody>
      </p:sp>
      <p:sp>
        <p:nvSpPr>
          <p:cNvPr id="43012" name="object 5"/>
          <p:cNvSpPr>
            <a:spLocks noChangeArrowheads="1"/>
          </p:cNvSpPr>
          <p:nvPr/>
        </p:nvSpPr>
        <p:spPr bwMode="auto">
          <a:xfrm>
            <a:off x="8223250" y="6594475"/>
            <a:ext cx="920750" cy="263525"/>
          </a:xfrm>
          <a:prstGeom prst="rect">
            <a:avLst/>
          </a:prstGeom>
          <a:blipFill dpi="0" rotWithShape="1">
            <a:blip r:embed="rId4"/>
            <a:srcRect/>
            <a:stretch>
              <a:fillRect/>
            </a:stretch>
          </a:blipFill>
          <a:ln w="9525">
            <a:noFill/>
            <a:miter lim="800000"/>
            <a:headEnd/>
            <a:tailEnd/>
          </a:ln>
        </p:spPr>
        <p:txBody>
          <a:bodyPr lIns="0" tIns="0" rIns="0" bIns="0"/>
          <a:lstStyle/>
          <a:p>
            <a:endParaRPr lang="en-US" altLang="en-US"/>
          </a:p>
        </p:txBody>
      </p:sp>
      <p:sp>
        <p:nvSpPr>
          <p:cNvPr id="43013" name="Slide Number Placeholder 1"/>
          <p:cNvSpPr>
            <a:spLocks noGrp="1"/>
          </p:cNvSpPr>
          <p:nvPr>
            <p:ph type="sldNum" sz="quarter" idx="12"/>
          </p:nvPr>
        </p:nvSpPr>
        <p:spPr bwMode="auto">
          <a:noFill/>
          <a:ln>
            <a:miter lim="800000"/>
            <a:headEnd/>
            <a:tailEnd/>
          </a:ln>
        </p:spPr>
        <p:txBody>
          <a:bodyPr/>
          <a:lstStyle/>
          <a:p>
            <a:fld id="{7FA4F02F-6B91-4BA8-A035-F3510EF9FDC4}" type="slidenum">
              <a:rPr lang="en-US" altLang="en-US"/>
              <a:pPr/>
              <a:t>37</a:t>
            </a:fld>
            <a:endParaRPr lang="en-US" altLang="en-US"/>
          </a:p>
        </p:txBody>
      </p:sp>
    </p:spTree>
  </p:cSld>
  <p:clrMapOvr>
    <a:masterClrMapping/>
  </p:clrMapOvr>
  <p:transition spd="slow"/>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305800" cy="1143000"/>
          </a:xfrm>
        </p:spPr>
        <p:txBody>
          <a:bodyPr/>
          <a:lstStyle/>
          <a:p>
            <a:pPr>
              <a:defRPr/>
            </a:pPr>
            <a:endParaRPr lang="en-US"/>
          </a:p>
        </p:txBody>
      </p:sp>
      <p:sp>
        <p:nvSpPr>
          <p:cNvPr id="44035" name="Slide Number Placeholder 2"/>
          <p:cNvSpPr>
            <a:spLocks noGrp="1"/>
          </p:cNvSpPr>
          <p:nvPr>
            <p:ph type="sldNum" sz="quarter" idx="12"/>
          </p:nvPr>
        </p:nvSpPr>
        <p:spPr bwMode="auto">
          <a:noFill/>
          <a:ln>
            <a:miter lim="800000"/>
            <a:headEnd/>
            <a:tailEnd/>
          </a:ln>
        </p:spPr>
        <p:txBody>
          <a:bodyPr/>
          <a:lstStyle/>
          <a:p>
            <a:fld id="{76DF4CA7-9C83-42A9-81C4-DAA32C82A538}" type="slidenum">
              <a:rPr lang="en-US" altLang="en-US"/>
              <a:pPr/>
              <a:t>38</a:t>
            </a:fld>
            <a:endParaRPr lang="en-US" altLang="en-US"/>
          </a:p>
        </p:txBody>
      </p:sp>
      <p:sp>
        <p:nvSpPr>
          <p:cNvPr id="44036" name="TextBox 3"/>
          <p:cNvSpPr txBox="1">
            <a:spLocks noChangeArrowheads="1"/>
          </p:cNvSpPr>
          <p:nvPr/>
        </p:nvSpPr>
        <p:spPr bwMode="auto">
          <a:xfrm>
            <a:off x="574675" y="2389188"/>
            <a:ext cx="8318500" cy="4400550"/>
          </a:xfrm>
          <a:prstGeom prst="rect">
            <a:avLst/>
          </a:prstGeom>
          <a:noFill/>
          <a:ln w="9525">
            <a:noFill/>
            <a:miter lim="800000"/>
            <a:headEnd/>
            <a:tailEnd/>
          </a:ln>
        </p:spPr>
        <p:txBody>
          <a:bodyPr>
            <a:spAutoFit/>
          </a:bodyPr>
          <a:lstStyle/>
          <a:p>
            <a:r>
              <a:rPr lang="en-US" altLang="en-US" sz="2800">
                <a:latin typeface="Times New Roman" pitchFamily="18" charset="0"/>
                <a:cs typeface="Times New Roman" pitchFamily="18" charset="0"/>
              </a:rPr>
              <a:t>Ex. A web browser might have one thread display 	images or text while another thread retrieves data 	from the network.</a:t>
            </a:r>
          </a:p>
          <a:p>
            <a:r>
              <a:rPr lang="en-US" altLang="en-US" sz="2800">
                <a:latin typeface="Times New Roman" pitchFamily="18" charset="0"/>
                <a:cs typeface="Times New Roman" pitchFamily="18" charset="0"/>
              </a:rPr>
              <a:t>Ex. A word processor may have a thread for displaying 	graphics, another thread for responding to 	keystrokes from the user, and a third thread for 	performing spelling and grammar checking in the 	background.</a:t>
            </a:r>
          </a:p>
          <a:p>
            <a:r>
              <a:rPr lang="en-US" altLang="en-US" sz="2800">
                <a:latin typeface="Times New Roman" pitchFamily="18" charset="0"/>
                <a:cs typeface="Times New Roman" pitchFamily="18" charset="0"/>
              </a:rPr>
              <a:t>Ex. A busy web server may have several clients 	concurrently accessing it. </a:t>
            </a:r>
          </a:p>
        </p:txBody>
      </p:sp>
    </p:spTree>
  </p:cSld>
  <p:clrMapOvr>
    <a:masterClrMapping/>
  </p:clrMapOvr>
  <p:transition spd="slow"/>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44600" y="490538"/>
            <a:ext cx="6675438" cy="1120775"/>
          </a:xfrm>
        </p:spPr>
        <p:txBody>
          <a:bodyPr tIns="13335" rtlCol="0">
            <a:spAutoFit/>
          </a:bodyPr>
          <a:lstStyle/>
          <a:p>
            <a:pPr marL="12700">
              <a:spcBef>
                <a:spcPts val="105"/>
              </a:spcBef>
              <a:defRPr/>
            </a:pPr>
            <a:r>
              <a:rPr sz="3600" spc="120" dirty="0"/>
              <a:t>Difference </a:t>
            </a:r>
            <a:r>
              <a:rPr sz="3600" spc="165" dirty="0"/>
              <a:t>between </a:t>
            </a:r>
            <a:r>
              <a:rPr sz="3600" spc="55" dirty="0"/>
              <a:t>Process </a:t>
            </a:r>
            <a:r>
              <a:rPr sz="3600" spc="145" dirty="0"/>
              <a:t>and </a:t>
            </a:r>
            <a:r>
              <a:rPr sz="3600" spc="114" dirty="0"/>
              <a:t>Threads</a:t>
            </a:r>
            <a:r>
              <a:rPr sz="3600" spc="-345" dirty="0"/>
              <a:t> </a:t>
            </a:r>
            <a:endParaRPr sz="3600" spc="-75" dirty="0"/>
          </a:p>
        </p:txBody>
      </p:sp>
      <p:graphicFrame>
        <p:nvGraphicFramePr>
          <p:cNvPr id="3" name="object 3"/>
          <p:cNvGraphicFramePr>
            <a:graphicFrameLocks noGrp="1"/>
          </p:cNvGraphicFramePr>
          <p:nvPr/>
        </p:nvGraphicFramePr>
        <p:xfrm>
          <a:off x="1041400" y="1654175"/>
          <a:ext cx="7256463" cy="4895852"/>
        </p:xfrm>
        <a:graphic>
          <a:graphicData uri="http://schemas.openxmlformats.org/drawingml/2006/table">
            <a:tbl>
              <a:tblPr/>
              <a:tblGrid>
                <a:gridCol w="550863"/>
                <a:gridCol w="3344862"/>
                <a:gridCol w="3360738"/>
              </a:tblGrid>
              <a:tr h="365125">
                <a:tc>
                  <a:txBody>
                    <a:bodyPr/>
                    <a:lstStyle>
                      <a:lvl1pPr>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defRPr>
                      </a:lvl1pPr>
                      <a:lvl2pPr>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defRPr>
                      </a:lvl4pPr>
                      <a:lvl5pPr>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defRPr>
                      </a:lvl5pPr>
                      <a:lvl6pPr marL="22844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6pPr>
                      <a:lvl7pPr marL="27416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7pPr>
                      <a:lvl8pPr marL="31988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8pPr>
                      <a:lvl9pPr marL="36560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9pPr>
                    </a:lstStyle>
                    <a:p>
                      <a:pPr marL="0" marR="0" lvl="0" indent="0" algn="ctr" defTabSz="914400" rtl="0" eaLnBrk="1" fontAlgn="base" latinLnBrk="0" hangingPunct="1">
                        <a:lnSpc>
                          <a:spcPct val="100000"/>
                        </a:lnSpc>
                        <a:spcBef>
                          <a:spcPts val="338"/>
                        </a:spcBef>
                        <a:spcAft>
                          <a:spcPct val="0"/>
                        </a:spcAft>
                        <a:buClrTx/>
                        <a:buSzTx/>
                        <a:buFontTx/>
                        <a:buNone/>
                        <a:tabLst/>
                      </a:pPr>
                      <a:r>
                        <a:rPr kumimoji="0" lang="en-US" sz="14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S.N.</a:t>
                      </a:r>
                    </a:p>
                  </a:txBody>
                  <a:tcPr marL="0" marR="0" marT="43180" marB="0" horzOverflow="overflow">
                    <a:lnL w="12700" cap="flat" cmpd="sng" algn="ctr">
                      <a:solidFill>
                        <a:srgbClr val="56A7B5"/>
                      </a:solidFill>
                      <a:prstDash val="solid"/>
                      <a:round/>
                      <a:headEnd type="none" w="med" len="med"/>
                      <a:tailEnd type="none" w="med" len="med"/>
                    </a:lnL>
                    <a:lnR w="12700" cap="flat" cmpd="sng" algn="ctr">
                      <a:solidFill>
                        <a:srgbClr val="56A7B5"/>
                      </a:solidFill>
                      <a:prstDash val="solid"/>
                      <a:round/>
                      <a:headEnd type="none" w="med" len="med"/>
                      <a:tailEnd type="none" w="med" len="med"/>
                    </a:lnR>
                    <a:lnT w="12700" cap="flat" cmpd="sng" algn="ctr">
                      <a:solidFill>
                        <a:srgbClr val="56A7B5"/>
                      </a:solidFill>
                      <a:prstDash val="solid"/>
                      <a:round/>
                      <a:headEnd type="none" w="med" len="med"/>
                      <a:tailEnd type="none" w="med" len="med"/>
                    </a:lnT>
                    <a:lnB w="28575" cap="flat" cmpd="sng" algn="ctr">
                      <a:solidFill>
                        <a:srgbClr val="56A7B5"/>
                      </a:solidFill>
                      <a:prstDash val="solid"/>
                      <a:round/>
                      <a:headEnd type="none" w="med" len="med"/>
                      <a:tailEnd type="none" w="med" len="med"/>
                    </a:lnB>
                    <a:lnTlToBr>
                      <a:noFill/>
                    </a:lnTlToBr>
                    <a:lnBlToTr>
                      <a:noFill/>
                    </a:lnBlToTr>
                    <a:noFill/>
                  </a:tcPr>
                </a:tc>
                <a:tc>
                  <a:txBody>
                    <a:bodyPr/>
                    <a:lstStyle>
                      <a:lvl1pPr>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defRPr>
                      </a:lvl1pPr>
                      <a:lvl2pPr>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defRPr>
                      </a:lvl4pPr>
                      <a:lvl5pPr>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defRPr>
                      </a:lvl5pPr>
                      <a:lvl6pPr marL="22844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6pPr>
                      <a:lvl7pPr marL="27416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7pPr>
                      <a:lvl8pPr marL="31988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8pPr>
                      <a:lvl9pPr marL="36560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9pPr>
                    </a:lstStyle>
                    <a:p>
                      <a:pPr marL="0" marR="0" lvl="0" indent="0" algn="ctr" defTabSz="914400" rtl="0" eaLnBrk="1" fontAlgn="base" latinLnBrk="0" hangingPunct="1">
                        <a:lnSpc>
                          <a:spcPct val="100000"/>
                        </a:lnSpc>
                        <a:spcBef>
                          <a:spcPts val="325"/>
                        </a:spcBef>
                        <a:spcAft>
                          <a:spcPct val="0"/>
                        </a:spcAft>
                        <a:buClrTx/>
                        <a:buSzTx/>
                        <a:buFontTx/>
                        <a:buNone/>
                        <a:tabLst/>
                      </a:pPr>
                      <a:r>
                        <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Process</a:t>
                      </a:r>
                    </a:p>
                  </a:txBody>
                  <a:tcPr marL="0" marR="0" marT="41275" marB="0" horzOverflow="overflow">
                    <a:lnL w="12700" cap="flat" cmpd="sng" algn="ctr">
                      <a:solidFill>
                        <a:srgbClr val="56A7B5"/>
                      </a:solidFill>
                      <a:prstDash val="solid"/>
                      <a:round/>
                      <a:headEnd type="none" w="med" len="med"/>
                      <a:tailEnd type="none" w="med" len="med"/>
                    </a:lnL>
                    <a:lnR w="12700" cap="flat" cmpd="sng" algn="ctr">
                      <a:solidFill>
                        <a:srgbClr val="56A7B5"/>
                      </a:solidFill>
                      <a:prstDash val="solid"/>
                      <a:round/>
                      <a:headEnd type="none" w="med" len="med"/>
                      <a:tailEnd type="none" w="med" len="med"/>
                    </a:lnR>
                    <a:lnT w="12700" cap="flat" cmpd="sng" algn="ctr">
                      <a:solidFill>
                        <a:srgbClr val="56A7B5"/>
                      </a:solidFill>
                      <a:prstDash val="solid"/>
                      <a:round/>
                      <a:headEnd type="none" w="med" len="med"/>
                      <a:tailEnd type="none" w="med" len="med"/>
                    </a:lnT>
                    <a:lnB w="28575" cap="flat" cmpd="sng" algn="ctr">
                      <a:solidFill>
                        <a:srgbClr val="56A7B5"/>
                      </a:solidFill>
                      <a:prstDash val="solid"/>
                      <a:round/>
                      <a:headEnd type="none" w="med" len="med"/>
                      <a:tailEnd type="none" w="med" len="med"/>
                    </a:lnB>
                    <a:lnTlToBr>
                      <a:noFill/>
                    </a:lnTlToBr>
                    <a:lnBlToTr>
                      <a:noFill/>
                    </a:lnBlToTr>
                    <a:noFill/>
                  </a:tcPr>
                </a:tc>
                <a:tc>
                  <a:txBody>
                    <a:bodyPr/>
                    <a:lstStyle>
                      <a:lvl1pPr>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defRPr>
                      </a:lvl1pPr>
                      <a:lvl2pPr>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defRPr>
                      </a:lvl4pPr>
                      <a:lvl5pPr>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defRPr>
                      </a:lvl5pPr>
                      <a:lvl6pPr marL="22844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6pPr>
                      <a:lvl7pPr marL="27416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7pPr>
                      <a:lvl8pPr marL="31988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8pPr>
                      <a:lvl9pPr marL="36560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9pPr>
                    </a:lstStyle>
                    <a:p>
                      <a:pPr marL="0" marR="0" lvl="0" indent="0" algn="ctr" defTabSz="914400" rtl="0" eaLnBrk="1" fontAlgn="base" latinLnBrk="0" hangingPunct="1">
                        <a:lnSpc>
                          <a:spcPct val="100000"/>
                        </a:lnSpc>
                        <a:spcBef>
                          <a:spcPts val="325"/>
                        </a:spcBef>
                        <a:spcAft>
                          <a:spcPct val="0"/>
                        </a:spcAft>
                        <a:buClrTx/>
                        <a:buSzTx/>
                        <a:buFontTx/>
                        <a:buNone/>
                        <a:tabLst/>
                      </a:pPr>
                      <a:r>
                        <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Threads</a:t>
                      </a:r>
                    </a:p>
                  </a:txBody>
                  <a:tcPr marL="0" marR="0" marT="41275" marB="0" horzOverflow="overflow">
                    <a:lnL w="12700" cap="flat" cmpd="sng" algn="ctr">
                      <a:solidFill>
                        <a:srgbClr val="56A7B5"/>
                      </a:solidFill>
                      <a:prstDash val="solid"/>
                      <a:round/>
                      <a:headEnd type="none" w="med" len="med"/>
                      <a:tailEnd type="none" w="med" len="med"/>
                    </a:lnL>
                    <a:lnR w="12700" cap="flat" cmpd="sng" algn="ctr">
                      <a:solidFill>
                        <a:srgbClr val="56A7B5"/>
                      </a:solidFill>
                      <a:prstDash val="solid"/>
                      <a:round/>
                      <a:headEnd type="none" w="med" len="med"/>
                      <a:tailEnd type="none" w="med" len="med"/>
                    </a:lnR>
                    <a:lnT w="12700" cap="flat" cmpd="sng" algn="ctr">
                      <a:solidFill>
                        <a:srgbClr val="56A7B5"/>
                      </a:solidFill>
                      <a:prstDash val="solid"/>
                      <a:round/>
                      <a:headEnd type="none" w="med" len="med"/>
                      <a:tailEnd type="none" w="med" len="med"/>
                    </a:lnT>
                    <a:lnB w="28575" cap="flat" cmpd="sng" algn="ctr">
                      <a:solidFill>
                        <a:srgbClr val="56A7B5"/>
                      </a:solidFill>
                      <a:prstDash val="solid"/>
                      <a:round/>
                      <a:headEnd type="none" w="med" len="med"/>
                      <a:tailEnd type="none" w="med" len="med"/>
                    </a:lnB>
                    <a:lnTlToBr>
                      <a:noFill/>
                    </a:lnTlToBr>
                    <a:lnBlToTr>
                      <a:noFill/>
                    </a:lnBlToTr>
                    <a:noFill/>
                  </a:tcPr>
                </a:tc>
              </a:tr>
              <a:tr h="579438">
                <a:tc>
                  <a:txBody>
                    <a:bodyPr/>
                    <a:lstStyle>
                      <a:lvl1pPr>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defRPr>
                      </a:lvl1pPr>
                      <a:lvl2pPr>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defRPr>
                      </a:lvl4pPr>
                      <a:lvl5pPr>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defRPr>
                      </a:lvl5pPr>
                      <a:lvl6pPr marL="22844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6pPr>
                      <a:lvl7pPr marL="27416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7pPr>
                      <a:lvl8pPr marL="31988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8pPr>
                      <a:lvl9pPr marL="36560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9pPr>
                    </a:lstStyle>
                    <a:p>
                      <a:pPr marL="0" marR="0" lvl="0" indent="0" algn="ctr" defTabSz="914400" rtl="0" eaLnBrk="1" fontAlgn="base" latinLnBrk="0" hangingPunct="1">
                        <a:lnSpc>
                          <a:spcPct val="100000"/>
                        </a:lnSpc>
                        <a:spcBef>
                          <a:spcPts val="338"/>
                        </a:spcBef>
                        <a:spcAft>
                          <a:spcPct val="0"/>
                        </a:spcAft>
                        <a:buClrTx/>
                        <a:buSzTx/>
                        <a:buFontTx/>
                        <a:buNone/>
                        <a:tabLst/>
                      </a:pPr>
                      <a:r>
                        <a:rPr kumimoji="0" lang="en-US" sz="14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1.</a:t>
                      </a:r>
                    </a:p>
                  </a:txBody>
                  <a:tcPr marL="0" marR="0" marT="43180" marB="0" horzOverflow="overflow">
                    <a:lnL w="12700" cap="flat" cmpd="sng" algn="ctr">
                      <a:solidFill>
                        <a:srgbClr val="56A7B5"/>
                      </a:solidFill>
                      <a:prstDash val="solid"/>
                      <a:round/>
                      <a:headEnd type="none" w="med" len="med"/>
                      <a:tailEnd type="none" w="med" len="med"/>
                    </a:lnL>
                    <a:lnR w="12700" cap="flat" cmpd="sng" algn="ctr">
                      <a:solidFill>
                        <a:srgbClr val="56A7B5"/>
                      </a:solidFill>
                      <a:prstDash val="solid"/>
                      <a:round/>
                      <a:headEnd type="none" w="med" len="med"/>
                      <a:tailEnd type="none" w="med" len="med"/>
                    </a:lnR>
                    <a:lnT w="28575" cap="flat" cmpd="sng" algn="ctr">
                      <a:solidFill>
                        <a:srgbClr val="56A7B5"/>
                      </a:solidFill>
                      <a:prstDash val="solid"/>
                      <a:round/>
                      <a:headEnd type="none" w="med" len="med"/>
                      <a:tailEnd type="none" w="med" len="med"/>
                    </a:lnT>
                    <a:lnB w="12700" cap="flat" cmpd="sng" algn="ctr">
                      <a:solidFill>
                        <a:srgbClr val="56A7B5"/>
                      </a:solidFill>
                      <a:prstDash val="solid"/>
                      <a:round/>
                      <a:headEnd type="none" w="med" len="med"/>
                      <a:tailEnd type="none" w="med" len="med"/>
                    </a:lnB>
                    <a:lnTlToBr>
                      <a:noFill/>
                    </a:lnTlToBr>
                    <a:lnBlToTr>
                      <a:noFill/>
                    </a:lnBlToTr>
                    <a:noFill/>
                  </a:tcPr>
                </a:tc>
                <a:tc>
                  <a:txBody>
                    <a:bodyPr/>
                    <a:lstStyle>
                      <a:lvl1pPr marL="90488">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defRPr>
                      </a:lvl1pPr>
                      <a:lvl2pPr>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defRPr>
                      </a:lvl4pPr>
                      <a:lvl5pPr>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defRPr>
                      </a:lvl5pPr>
                      <a:lvl6pPr marL="22844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6pPr>
                      <a:lvl7pPr marL="27416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7pPr>
                      <a:lvl8pPr marL="31988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8pPr>
                      <a:lvl9pPr marL="36560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9pPr>
                    </a:lstStyle>
                    <a:p>
                      <a:pPr marL="90488" marR="0" lvl="0" indent="0" algn="l" defTabSz="914400" rtl="0" eaLnBrk="1" fontAlgn="base" latinLnBrk="0" hangingPunct="1">
                        <a:lnSpc>
                          <a:spcPct val="100000"/>
                        </a:lnSpc>
                        <a:spcBef>
                          <a:spcPts val="338"/>
                        </a:spcBef>
                        <a:spcAft>
                          <a:spcPct val="0"/>
                        </a:spcAft>
                        <a:buClrTx/>
                        <a:buSzTx/>
                        <a:buFontTx/>
                        <a:buNone/>
                        <a:tabLst/>
                      </a:pPr>
                      <a:r>
                        <a:rPr kumimoji="0" lang="en-US" sz="14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Process is heavy weight or  resource intensive.</a:t>
                      </a:r>
                    </a:p>
                  </a:txBody>
                  <a:tcPr marL="0" marR="0" marT="43180" marB="0" horzOverflow="overflow">
                    <a:lnL w="12700" cap="flat" cmpd="sng" algn="ctr">
                      <a:solidFill>
                        <a:srgbClr val="56A7B5"/>
                      </a:solidFill>
                      <a:prstDash val="solid"/>
                      <a:round/>
                      <a:headEnd type="none" w="med" len="med"/>
                      <a:tailEnd type="none" w="med" len="med"/>
                    </a:lnL>
                    <a:lnR w="12700" cap="flat" cmpd="sng" algn="ctr">
                      <a:solidFill>
                        <a:srgbClr val="56A7B5"/>
                      </a:solidFill>
                      <a:prstDash val="solid"/>
                      <a:round/>
                      <a:headEnd type="none" w="med" len="med"/>
                      <a:tailEnd type="none" w="med" len="med"/>
                    </a:lnR>
                    <a:lnT w="28575" cap="flat" cmpd="sng" algn="ctr">
                      <a:solidFill>
                        <a:srgbClr val="56A7B5"/>
                      </a:solidFill>
                      <a:prstDash val="solid"/>
                      <a:round/>
                      <a:headEnd type="none" w="med" len="med"/>
                      <a:tailEnd type="none" w="med" len="med"/>
                    </a:lnT>
                    <a:lnB w="12700" cap="flat" cmpd="sng" algn="ctr">
                      <a:solidFill>
                        <a:srgbClr val="56A7B5"/>
                      </a:solidFill>
                      <a:prstDash val="solid"/>
                      <a:round/>
                      <a:headEnd type="none" w="med" len="med"/>
                      <a:tailEnd type="none" w="med" len="med"/>
                    </a:lnB>
                    <a:lnTlToBr>
                      <a:noFill/>
                    </a:lnTlToBr>
                    <a:lnBlToTr>
                      <a:noFill/>
                    </a:lnBlToTr>
                    <a:noFill/>
                  </a:tcPr>
                </a:tc>
                <a:tc>
                  <a:txBody>
                    <a:bodyPr/>
                    <a:lstStyle>
                      <a:lvl1pPr marL="92075">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defRPr>
                      </a:lvl1pPr>
                      <a:lvl2pPr>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defRPr>
                      </a:lvl4pPr>
                      <a:lvl5pPr>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defRPr>
                      </a:lvl5pPr>
                      <a:lvl6pPr marL="22844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6pPr>
                      <a:lvl7pPr marL="27416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7pPr>
                      <a:lvl8pPr marL="31988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8pPr>
                      <a:lvl9pPr marL="36560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9pPr>
                    </a:lstStyle>
                    <a:p>
                      <a:pPr marL="92075" marR="0" lvl="0" indent="0" algn="l" defTabSz="914400" rtl="0" eaLnBrk="1" fontAlgn="base" latinLnBrk="0" hangingPunct="1">
                        <a:lnSpc>
                          <a:spcPct val="100000"/>
                        </a:lnSpc>
                        <a:spcBef>
                          <a:spcPts val="338"/>
                        </a:spcBef>
                        <a:spcAft>
                          <a:spcPct val="0"/>
                        </a:spcAft>
                        <a:buClrTx/>
                        <a:buSzTx/>
                        <a:buFontTx/>
                        <a:buNone/>
                        <a:tabLst/>
                      </a:pPr>
                      <a:r>
                        <a:rPr kumimoji="0" lang="en-US" sz="14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Thread is light weight taking lesser  resources than a process.</a:t>
                      </a:r>
                    </a:p>
                  </a:txBody>
                  <a:tcPr marL="0" marR="0" marT="43180" marB="0" horzOverflow="overflow">
                    <a:lnL w="12700" cap="flat" cmpd="sng" algn="ctr">
                      <a:solidFill>
                        <a:srgbClr val="56A7B5"/>
                      </a:solidFill>
                      <a:prstDash val="solid"/>
                      <a:round/>
                      <a:headEnd type="none" w="med" len="med"/>
                      <a:tailEnd type="none" w="med" len="med"/>
                    </a:lnL>
                    <a:lnR w="12700" cap="flat" cmpd="sng" algn="ctr">
                      <a:solidFill>
                        <a:srgbClr val="56A7B5"/>
                      </a:solidFill>
                      <a:prstDash val="solid"/>
                      <a:round/>
                      <a:headEnd type="none" w="med" len="med"/>
                      <a:tailEnd type="none" w="med" len="med"/>
                    </a:lnR>
                    <a:lnT w="28575" cap="flat" cmpd="sng" algn="ctr">
                      <a:solidFill>
                        <a:srgbClr val="56A7B5"/>
                      </a:solidFill>
                      <a:prstDash val="solid"/>
                      <a:round/>
                      <a:headEnd type="none" w="med" len="med"/>
                      <a:tailEnd type="none" w="med" len="med"/>
                    </a:lnT>
                    <a:lnB w="12700" cap="flat" cmpd="sng" algn="ctr">
                      <a:solidFill>
                        <a:srgbClr val="56A7B5"/>
                      </a:solidFill>
                      <a:prstDash val="solid"/>
                      <a:round/>
                      <a:headEnd type="none" w="med" len="med"/>
                      <a:tailEnd type="none" w="med" len="med"/>
                    </a:lnB>
                    <a:lnTlToBr>
                      <a:noFill/>
                    </a:lnTlToBr>
                    <a:lnBlToTr>
                      <a:noFill/>
                    </a:lnBlToTr>
                    <a:noFill/>
                  </a:tcPr>
                </a:tc>
              </a:tr>
              <a:tr h="576263">
                <a:tc>
                  <a:txBody>
                    <a:bodyPr/>
                    <a:lstStyle>
                      <a:lvl1pPr>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defRPr>
                      </a:lvl1pPr>
                      <a:lvl2pPr>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defRPr>
                      </a:lvl4pPr>
                      <a:lvl5pPr>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defRPr>
                      </a:lvl5pPr>
                      <a:lvl6pPr marL="22844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6pPr>
                      <a:lvl7pPr marL="27416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7pPr>
                      <a:lvl8pPr marL="31988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8pPr>
                      <a:lvl9pPr marL="36560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9pPr>
                    </a:lstStyle>
                    <a:p>
                      <a:pPr marL="0" marR="0" lvl="0" indent="0" algn="ctr" defTabSz="914400" rtl="0" eaLnBrk="1" fontAlgn="base" latinLnBrk="0" hangingPunct="1">
                        <a:lnSpc>
                          <a:spcPct val="100000"/>
                        </a:lnSpc>
                        <a:spcBef>
                          <a:spcPts val="350"/>
                        </a:spcBef>
                        <a:spcAft>
                          <a:spcPct val="0"/>
                        </a:spcAft>
                        <a:buClrTx/>
                        <a:buSzTx/>
                        <a:buFontTx/>
                        <a:buNone/>
                        <a:tabLst/>
                      </a:pPr>
                      <a:r>
                        <a:rPr kumimoji="0" lang="en-US" sz="14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2.</a:t>
                      </a:r>
                    </a:p>
                  </a:txBody>
                  <a:tcPr marL="0" marR="0" marT="43815" marB="0" horzOverflow="overflow">
                    <a:lnL w="12700" cap="flat" cmpd="sng" algn="ctr">
                      <a:solidFill>
                        <a:srgbClr val="56A7B5"/>
                      </a:solidFill>
                      <a:prstDash val="solid"/>
                      <a:round/>
                      <a:headEnd type="none" w="med" len="med"/>
                      <a:tailEnd type="none" w="med" len="med"/>
                    </a:lnL>
                    <a:lnR w="12700" cap="flat" cmpd="sng" algn="ctr">
                      <a:solidFill>
                        <a:srgbClr val="56A7B5"/>
                      </a:solidFill>
                      <a:prstDash val="solid"/>
                      <a:round/>
                      <a:headEnd type="none" w="med" len="med"/>
                      <a:tailEnd type="none" w="med" len="med"/>
                    </a:lnR>
                    <a:lnT w="12700" cap="flat" cmpd="sng" algn="ctr">
                      <a:solidFill>
                        <a:srgbClr val="56A7B5"/>
                      </a:solidFill>
                      <a:prstDash val="solid"/>
                      <a:round/>
                      <a:headEnd type="none" w="med" len="med"/>
                      <a:tailEnd type="none" w="med" len="med"/>
                    </a:lnT>
                    <a:lnB w="12700" cap="flat" cmpd="sng" algn="ctr">
                      <a:solidFill>
                        <a:srgbClr val="56A7B5"/>
                      </a:solidFill>
                      <a:prstDash val="solid"/>
                      <a:round/>
                      <a:headEnd type="none" w="med" len="med"/>
                      <a:tailEnd type="none" w="med" len="med"/>
                    </a:lnB>
                    <a:lnTlToBr>
                      <a:noFill/>
                    </a:lnTlToBr>
                    <a:lnBlToTr>
                      <a:noFill/>
                    </a:lnBlToTr>
                    <a:noFill/>
                  </a:tcPr>
                </a:tc>
                <a:tc>
                  <a:txBody>
                    <a:bodyPr/>
                    <a:lstStyle>
                      <a:lvl1pPr marL="90488">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defRPr>
                      </a:lvl1pPr>
                      <a:lvl2pPr>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defRPr>
                      </a:lvl4pPr>
                      <a:lvl5pPr>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defRPr>
                      </a:lvl5pPr>
                      <a:lvl6pPr marL="22844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6pPr>
                      <a:lvl7pPr marL="27416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7pPr>
                      <a:lvl8pPr marL="31988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8pPr>
                      <a:lvl9pPr marL="36560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9pPr>
                    </a:lstStyle>
                    <a:p>
                      <a:pPr marL="90488" marR="0" lvl="0" indent="0" algn="l" defTabSz="914400" rtl="0" eaLnBrk="1" fontAlgn="base" latinLnBrk="0" hangingPunct="1">
                        <a:lnSpc>
                          <a:spcPct val="100000"/>
                        </a:lnSpc>
                        <a:spcBef>
                          <a:spcPts val="350"/>
                        </a:spcBef>
                        <a:spcAft>
                          <a:spcPct val="0"/>
                        </a:spcAft>
                        <a:buClrTx/>
                        <a:buSzTx/>
                        <a:buFontTx/>
                        <a:buNone/>
                        <a:tabLst/>
                      </a:pPr>
                      <a:r>
                        <a:rPr kumimoji="0" lang="en-US" sz="14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Process switching needs  interaction with operating system.</a:t>
                      </a:r>
                    </a:p>
                  </a:txBody>
                  <a:tcPr marL="0" marR="0" marT="43815" marB="0" horzOverflow="overflow">
                    <a:lnL w="12700" cap="flat" cmpd="sng" algn="ctr">
                      <a:solidFill>
                        <a:srgbClr val="56A7B5"/>
                      </a:solidFill>
                      <a:prstDash val="solid"/>
                      <a:round/>
                      <a:headEnd type="none" w="med" len="med"/>
                      <a:tailEnd type="none" w="med" len="med"/>
                    </a:lnL>
                    <a:lnR w="12700" cap="flat" cmpd="sng" algn="ctr">
                      <a:solidFill>
                        <a:srgbClr val="56A7B5"/>
                      </a:solidFill>
                      <a:prstDash val="solid"/>
                      <a:round/>
                      <a:headEnd type="none" w="med" len="med"/>
                      <a:tailEnd type="none" w="med" len="med"/>
                    </a:lnR>
                    <a:lnT w="12700" cap="flat" cmpd="sng" algn="ctr">
                      <a:solidFill>
                        <a:srgbClr val="56A7B5"/>
                      </a:solidFill>
                      <a:prstDash val="solid"/>
                      <a:round/>
                      <a:headEnd type="none" w="med" len="med"/>
                      <a:tailEnd type="none" w="med" len="med"/>
                    </a:lnT>
                    <a:lnB w="12700" cap="flat" cmpd="sng" algn="ctr">
                      <a:solidFill>
                        <a:srgbClr val="56A7B5"/>
                      </a:solidFill>
                      <a:prstDash val="solid"/>
                      <a:round/>
                      <a:headEnd type="none" w="med" len="med"/>
                      <a:tailEnd type="none" w="med" len="med"/>
                    </a:lnB>
                    <a:lnTlToBr>
                      <a:noFill/>
                    </a:lnTlToBr>
                    <a:lnBlToTr>
                      <a:noFill/>
                    </a:lnBlToTr>
                    <a:noFill/>
                  </a:tcPr>
                </a:tc>
                <a:tc>
                  <a:txBody>
                    <a:bodyPr/>
                    <a:lstStyle>
                      <a:lvl1pPr marL="92075">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defRPr>
                      </a:lvl1pPr>
                      <a:lvl2pPr>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defRPr>
                      </a:lvl4pPr>
                      <a:lvl5pPr>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defRPr>
                      </a:lvl5pPr>
                      <a:lvl6pPr marL="22844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6pPr>
                      <a:lvl7pPr marL="27416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7pPr>
                      <a:lvl8pPr marL="31988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8pPr>
                      <a:lvl9pPr marL="36560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9pPr>
                    </a:lstStyle>
                    <a:p>
                      <a:pPr marL="92075" marR="0" lvl="0" indent="0" algn="l" defTabSz="914400" rtl="0" eaLnBrk="1" fontAlgn="base" latinLnBrk="0" hangingPunct="1">
                        <a:lnSpc>
                          <a:spcPct val="100000"/>
                        </a:lnSpc>
                        <a:spcBef>
                          <a:spcPts val="350"/>
                        </a:spcBef>
                        <a:spcAft>
                          <a:spcPct val="0"/>
                        </a:spcAft>
                        <a:buClrTx/>
                        <a:buSzTx/>
                        <a:buFontTx/>
                        <a:buNone/>
                        <a:tabLst/>
                      </a:pPr>
                      <a:r>
                        <a:rPr kumimoji="0" lang="en-US" sz="14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Thread switching does not need to  interact with operating system.</a:t>
                      </a:r>
                    </a:p>
                  </a:txBody>
                  <a:tcPr marL="0" marR="0" marT="43815" marB="0" horzOverflow="overflow">
                    <a:lnL w="12700" cap="flat" cmpd="sng" algn="ctr">
                      <a:solidFill>
                        <a:srgbClr val="56A7B5"/>
                      </a:solidFill>
                      <a:prstDash val="solid"/>
                      <a:round/>
                      <a:headEnd type="none" w="med" len="med"/>
                      <a:tailEnd type="none" w="med" len="med"/>
                    </a:lnL>
                    <a:lnR w="12700" cap="flat" cmpd="sng" algn="ctr">
                      <a:solidFill>
                        <a:srgbClr val="56A7B5"/>
                      </a:solidFill>
                      <a:prstDash val="solid"/>
                      <a:round/>
                      <a:headEnd type="none" w="med" len="med"/>
                      <a:tailEnd type="none" w="med" len="med"/>
                    </a:lnR>
                    <a:lnT w="12700" cap="flat" cmpd="sng" algn="ctr">
                      <a:solidFill>
                        <a:srgbClr val="56A7B5"/>
                      </a:solidFill>
                      <a:prstDash val="solid"/>
                      <a:round/>
                      <a:headEnd type="none" w="med" len="med"/>
                      <a:tailEnd type="none" w="med" len="med"/>
                    </a:lnT>
                    <a:lnB w="12700" cap="flat" cmpd="sng" algn="ctr">
                      <a:solidFill>
                        <a:srgbClr val="56A7B5"/>
                      </a:solidFill>
                      <a:prstDash val="solid"/>
                      <a:round/>
                      <a:headEnd type="none" w="med" len="med"/>
                      <a:tailEnd type="none" w="med" len="med"/>
                    </a:lnB>
                    <a:lnTlToBr>
                      <a:noFill/>
                    </a:lnTlToBr>
                    <a:lnBlToTr>
                      <a:noFill/>
                    </a:lnBlToTr>
                    <a:noFill/>
                  </a:tcPr>
                </a:tc>
              </a:tr>
              <a:tr h="944563">
                <a:tc>
                  <a:txBody>
                    <a:bodyPr/>
                    <a:lstStyle>
                      <a:lvl1pPr>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defRPr>
                      </a:lvl1pPr>
                      <a:lvl2pPr>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defRPr>
                      </a:lvl4pPr>
                      <a:lvl5pPr>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defRPr>
                      </a:lvl5pPr>
                      <a:lvl6pPr marL="22844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6pPr>
                      <a:lvl7pPr marL="27416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7pPr>
                      <a:lvl8pPr marL="31988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8pPr>
                      <a:lvl9pPr marL="36560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9pPr>
                    </a:lstStyle>
                    <a:p>
                      <a:pPr marL="0" marR="0" lvl="0" indent="0" algn="ctr" defTabSz="914400" rtl="0" eaLnBrk="1" fontAlgn="base" latinLnBrk="0" hangingPunct="1">
                        <a:lnSpc>
                          <a:spcPct val="100000"/>
                        </a:lnSpc>
                        <a:spcBef>
                          <a:spcPts val="338"/>
                        </a:spcBef>
                        <a:spcAft>
                          <a:spcPct val="0"/>
                        </a:spcAft>
                        <a:buClrTx/>
                        <a:buSzTx/>
                        <a:buFontTx/>
                        <a:buNone/>
                        <a:tabLst/>
                      </a:pPr>
                      <a:r>
                        <a:rPr kumimoji="0" lang="en-US" sz="14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3.</a:t>
                      </a:r>
                    </a:p>
                  </a:txBody>
                  <a:tcPr marL="0" marR="0" marT="43180" marB="0" horzOverflow="overflow">
                    <a:lnL w="12700" cap="flat" cmpd="sng" algn="ctr">
                      <a:solidFill>
                        <a:srgbClr val="56A7B5"/>
                      </a:solidFill>
                      <a:prstDash val="solid"/>
                      <a:round/>
                      <a:headEnd type="none" w="med" len="med"/>
                      <a:tailEnd type="none" w="med" len="med"/>
                    </a:lnL>
                    <a:lnR w="12700" cap="flat" cmpd="sng" algn="ctr">
                      <a:solidFill>
                        <a:srgbClr val="56A7B5"/>
                      </a:solidFill>
                      <a:prstDash val="solid"/>
                      <a:round/>
                      <a:headEnd type="none" w="med" len="med"/>
                      <a:tailEnd type="none" w="med" len="med"/>
                    </a:lnR>
                    <a:lnT w="12700" cap="flat" cmpd="sng" algn="ctr">
                      <a:solidFill>
                        <a:srgbClr val="56A7B5"/>
                      </a:solidFill>
                      <a:prstDash val="solid"/>
                      <a:round/>
                      <a:headEnd type="none" w="med" len="med"/>
                      <a:tailEnd type="none" w="med" len="med"/>
                    </a:lnT>
                    <a:lnB w="12700" cap="flat" cmpd="sng" algn="ctr">
                      <a:solidFill>
                        <a:srgbClr val="56A7B5"/>
                      </a:solidFill>
                      <a:prstDash val="solid"/>
                      <a:round/>
                      <a:headEnd type="none" w="med" len="med"/>
                      <a:tailEnd type="none" w="med" len="med"/>
                    </a:lnB>
                    <a:lnTlToBr>
                      <a:noFill/>
                    </a:lnTlToBr>
                    <a:lnBlToTr>
                      <a:noFill/>
                    </a:lnBlToTr>
                    <a:noFill/>
                  </a:tcPr>
                </a:tc>
                <a:tc>
                  <a:txBody>
                    <a:bodyPr/>
                    <a:lstStyle>
                      <a:lvl1pPr marL="90488">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defRPr>
                      </a:lvl1pPr>
                      <a:lvl2pPr>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defRPr>
                      </a:lvl4pPr>
                      <a:lvl5pPr>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defRPr>
                      </a:lvl5pPr>
                      <a:lvl6pPr marL="22844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6pPr>
                      <a:lvl7pPr marL="27416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7pPr>
                      <a:lvl8pPr marL="31988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8pPr>
                      <a:lvl9pPr marL="36560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9pPr>
                    </a:lstStyle>
                    <a:p>
                      <a:pPr marL="90488" marR="0" lvl="0" indent="0" algn="l" defTabSz="914400" rtl="0" eaLnBrk="1" fontAlgn="base" latinLnBrk="0" hangingPunct="1">
                        <a:lnSpc>
                          <a:spcPct val="100000"/>
                        </a:lnSpc>
                        <a:spcBef>
                          <a:spcPts val="338"/>
                        </a:spcBef>
                        <a:spcAft>
                          <a:spcPct val="0"/>
                        </a:spcAft>
                        <a:buClrTx/>
                        <a:buSzTx/>
                        <a:buFontTx/>
                        <a:buNone/>
                        <a:tabLst/>
                      </a:pPr>
                      <a:r>
                        <a:rPr kumimoji="0" lang="en-US" sz="14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In multiple processing  environments each process  executes the same code but has its  own memory and file resources.</a:t>
                      </a:r>
                    </a:p>
                  </a:txBody>
                  <a:tcPr marL="0" marR="0" marT="43180" marB="0" horzOverflow="overflow">
                    <a:lnL w="12700" cap="flat" cmpd="sng" algn="ctr">
                      <a:solidFill>
                        <a:srgbClr val="56A7B5"/>
                      </a:solidFill>
                      <a:prstDash val="solid"/>
                      <a:round/>
                      <a:headEnd type="none" w="med" len="med"/>
                      <a:tailEnd type="none" w="med" len="med"/>
                    </a:lnL>
                    <a:lnR w="12700" cap="flat" cmpd="sng" algn="ctr">
                      <a:solidFill>
                        <a:srgbClr val="56A7B5"/>
                      </a:solidFill>
                      <a:prstDash val="solid"/>
                      <a:round/>
                      <a:headEnd type="none" w="med" len="med"/>
                      <a:tailEnd type="none" w="med" len="med"/>
                    </a:lnR>
                    <a:lnT w="12700" cap="flat" cmpd="sng" algn="ctr">
                      <a:solidFill>
                        <a:srgbClr val="56A7B5"/>
                      </a:solidFill>
                      <a:prstDash val="solid"/>
                      <a:round/>
                      <a:headEnd type="none" w="med" len="med"/>
                      <a:tailEnd type="none" w="med" len="med"/>
                    </a:lnT>
                    <a:lnB w="12700" cap="flat" cmpd="sng" algn="ctr">
                      <a:solidFill>
                        <a:srgbClr val="56A7B5"/>
                      </a:solidFill>
                      <a:prstDash val="solid"/>
                      <a:round/>
                      <a:headEnd type="none" w="med" len="med"/>
                      <a:tailEnd type="none" w="med" len="med"/>
                    </a:lnB>
                    <a:lnTlToBr>
                      <a:noFill/>
                    </a:lnTlToBr>
                    <a:lnBlToTr>
                      <a:noFill/>
                    </a:lnBlToTr>
                    <a:noFill/>
                  </a:tcPr>
                </a:tc>
                <a:tc>
                  <a:txBody>
                    <a:bodyPr/>
                    <a:lstStyle>
                      <a:lvl1pPr marL="92075">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defRPr>
                      </a:lvl1pPr>
                      <a:lvl2pPr>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defRPr>
                      </a:lvl4pPr>
                      <a:lvl5pPr>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defRPr>
                      </a:lvl5pPr>
                      <a:lvl6pPr marL="22844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6pPr>
                      <a:lvl7pPr marL="27416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7pPr>
                      <a:lvl8pPr marL="31988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8pPr>
                      <a:lvl9pPr marL="36560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9pPr>
                    </a:lstStyle>
                    <a:p>
                      <a:pPr marL="92075" marR="0" lvl="0" indent="0" algn="l" defTabSz="914400" rtl="0" eaLnBrk="1" fontAlgn="base" latinLnBrk="0" hangingPunct="1">
                        <a:lnSpc>
                          <a:spcPct val="100000"/>
                        </a:lnSpc>
                        <a:spcBef>
                          <a:spcPts val="338"/>
                        </a:spcBef>
                        <a:spcAft>
                          <a:spcPct val="0"/>
                        </a:spcAft>
                        <a:buClrTx/>
                        <a:buSzTx/>
                        <a:buFontTx/>
                        <a:buNone/>
                        <a:tabLst/>
                      </a:pPr>
                      <a:r>
                        <a:rPr kumimoji="0" lang="en-US" sz="14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All threads can share same set of  open files, child processes.</a:t>
                      </a:r>
                    </a:p>
                  </a:txBody>
                  <a:tcPr marL="0" marR="0" marT="43180" marB="0" horzOverflow="overflow">
                    <a:lnL w="12700" cap="flat" cmpd="sng" algn="ctr">
                      <a:solidFill>
                        <a:srgbClr val="56A7B5"/>
                      </a:solidFill>
                      <a:prstDash val="solid"/>
                      <a:round/>
                      <a:headEnd type="none" w="med" len="med"/>
                      <a:tailEnd type="none" w="med" len="med"/>
                    </a:lnL>
                    <a:lnR w="12700" cap="flat" cmpd="sng" algn="ctr">
                      <a:solidFill>
                        <a:srgbClr val="56A7B5"/>
                      </a:solidFill>
                      <a:prstDash val="solid"/>
                      <a:round/>
                      <a:headEnd type="none" w="med" len="med"/>
                      <a:tailEnd type="none" w="med" len="med"/>
                    </a:lnR>
                    <a:lnT w="12700" cap="flat" cmpd="sng" algn="ctr">
                      <a:solidFill>
                        <a:srgbClr val="56A7B5"/>
                      </a:solidFill>
                      <a:prstDash val="solid"/>
                      <a:round/>
                      <a:headEnd type="none" w="med" len="med"/>
                      <a:tailEnd type="none" w="med" len="med"/>
                    </a:lnT>
                    <a:lnB w="12700" cap="flat" cmpd="sng" algn="ctr">
                      <a:solidFill>
                        <a:srgbClr val="56A7B5"/>
                      </a:solidFill>
                      <a:prstDash val="solid"/>
                      <a:round/>
                      <a:headEnd type="none" w="med" len="med"/>
                      <a:tailEnd type="none" w="med" len="med"/>
                    </a:lnB>
                    <a:lnTlToBr>
                      <a:noFill/>
                    </a:lnTlToBr>
                    <a:lnBlToTr>
                      <a:noFill/>
                    </a:lnBlToTr>
                    <a:noFill/>
                  </a:tcPr>
                </a:tc>
              </a:tr>
              <a:tr h="784225">
                <a:tc>
                  <a:txBody>
                    <a:bodyPr/>
                    <a:lstStyle>
                      <a:lvl1pPr>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defRPr>
                      </a:lvl1pPr>
                      <a:lvl2pPr>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defRPr>
                      </a:lvl4pPr>
                      <a:lvl5pPr>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defRPr>
                      </a:lvl5pPr>
                      <a:lvl6pPr marL="22844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6pPr>
                      <a:lvl7pPr marL="27416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7pPr>
                      <a:lvl8pPr marL="31988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8pPr>
                      <a:lvl9pPr marL="36560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9pPr>
                    </a:lstStyle>
                    <a:p>
                      <a:pPr marL="0" marR="0" lvl="0" indent="0" algn="ctr" defTabSz="914400" rtl="0" eaLnBrk="1" fontAlgn="base" latinLnBrk="0" hangingPunct="1">
                        <a:lnSpc>
                          <a:spcPct val="100000"/>
                        </a:lnSpc>
                        <a:spcBef>
                          <a:spcPts val="350"/>
                        </a:spcBef>
                        <a:spcAft>
                          <a:spcPct val="0"/>
                        </a:spcAft>
                        <a:buClrTx/>
                        <a:buSzTx/>
                        <a:buFontTx/>
                        <a:buNone/>
                        <a:tabLst/>
                      </a:pPr>
                      <a:r>
                        <a:rPr kumimoji="0" lang="en-US" sz="14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4.</a:t>
                      </a:r>
                    </a:p>
                  </a:txBody>
                  <a:tcPr marL="0" marR="0" marT="43815" marB="0" horzOverflow="overflow">
                    <a:lnL w="12700" cap="flat" cmpd="sng" algn="ctr">
                      <a:solidFill>
                        <a:srgbClr val="56A7B5"/>
                      </a:solidFill>
                      <a:prstDash val="solid"/>
                      <a:round/>
                      <a:headEnd type="none" w="med" len="med"/>
                      <a:tailEnd type="none" w="med" len="med"/>
                    </a:lnL>
                    <a:lnR w="12700" cap="flat" cmpd="sng" algn="ctr">
                      <a:solidFill>
                        <a:srgbClr val="56A7B5"/>
                      </a:solidFill>
                      <a:prstDash val="solid"/>
                      <a:round/>
                      <a:headEnd type="none" w="med" len="med"/>
                      <a:tailEnd type="none" w="med" len="med"/>
                    </a:lnR>
                    <a:lnT w="12700" cap="flat" cmpd="sng" algn="ctr">
                      <a:solidFill>
                        <a:srgbClr val="56A7B5"/>
                      </a:solidFill>
                      <a:prstDash val="solid"/>
                      <a:round/>
                      <a:headEnd type="none" w="med" len="med"/>
                      <a:tailEnd type="none" w="med" len="med"/>
                    </a:lnT>
                    <a:lnB w="12700" cap="flat" cmpd="sng" algn="ctr">
                      <a:solidFill>
                        <a:srgbClr val="56A7B5"/>
                      </a:solidFill>
                      <a:prstDash val="solid"/>
                      <a:round/>
                      <a:headEnd type="none" w="med" len="med"/>
                      <a:tailEnd type="none" w="med" len="med"/>
                    </a:lnB>
                    <a:lnTlToBr>
                      <a:noFill/>
                    </a:lnTlToBr>
                    <a:lnBlToTr>
                      <a:noFill/>
                    </a:lnBlToTr>
                    <a:noFill/>
                  </a:tcPr>
                </a:tc>
                <a:tc>
                  <a:txBody>
                    <a:bodyPr/>
                    <a:lstStyle>
                      <a:lvl1pPr marL="90488">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defRPr>
                      </a:lvl1pPr>
                      <a:lvl2pPr>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defRPr>
                      </a:lvl4pPr>
                      <a:lvl5pPr>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defRPr>
                      </a:lvl5pPr>
                      <a:lvl6pPr marL="22844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6pPr>
                      <a:lvl7pPr marL="27416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7pPr>
                      <a:lvl8pPr marL="31988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8pPr>
                      <a:lvl9pPr marL="36560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9pPr>
                    </a:lstStyle>
                    <a:p>
                      <a:pPr marL="90488" marR="0" lvl="0" indent="0" algn="l" defTabSz="914400" rtl="0" eaLnBrk="1" fontAlgn="base" latinLnBrk="0" hangingPunct="1">
                        <a:lnSpc>
                          <a:spcPct val="100000"/>
                        </a:lnSpc>
                        <a:spcBef>
                          <a:spcPts val="350"/>
                        </a:spcBef>
                        <a:spcAft>
                          <a:spcPct val="0"/>
                        </a:spcAft>
                        <a:buClrTx/>
                        <a:buSzTx/>
                        <a:buFontTx/>
                        <a:buNone/>
                        <a:tabLst/>
                      </a:pPr>
                      <a:r>
                        <a:rPr kumimoji="0" lang="en-US" sz="14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If one process is blocked then no  other process can execute until the  first process is unblocked.</a:t>
                      </a:r>
                    </a:p>
                  </a:txBody>
                  <a:tcPr marL="0" marR="0" marT="43815" marB="0" horzOverflow="overflow">
                    <a:lnL w="12700" cap="flat" cmpd="sng" algn="ctr">
                      <a:solidFill>
                        <a:srgbClr val="56A7B5"/>
                      </a:solidFill>
                      <a:prstDash val="solid"/>
                      <a:round/>
                      <a:headEnd type="none" w="med" len="med"/>
                      <a:tailEnd type="none" w="med" len="med"/>
                    </a:lnL>
                    <a:lnR w="12700" cap="flat" cmpd="sng" algn="ctr">
                      <a:solidFill>
                        <a:srgbClr val="56A7B5"/>
                      </a:solidFill>
                      <a:prstDash val="solid"/>
                      <a:round/>
                      <a:headEnd type="none" w="med" len="med"/>
                      <a:tailEnd type="none" w="med" len="med"/>
                    </a:lnR>
                    <a:lnT w="12700" cap="flat" cmpd="sng" algn="ctr">
                      <a:solidFill>
                        <a:srgbClr val="56A7B5"/>
                      </a:solidFill>
                      <a:prstDash val="solid"/>
                      <a:round/>
                      <a:headEnd type="none" w="med" len="med"/>
                      <a:tailEnd type="none" w="med" len="med"/>
                    </a:lnT>
                    <a:lnB w="12700" cap="flat" cmpd="sng" algn="ctr">
                      <a:solidFill>
                        <a:srgbClr val="56A7B5"/>
                      </a:solidFill>
                      <a:prstDash val="solid"/>
                      <a:round/>
                      <a:headEnd type="none" w="med" len="med"/>
                      <a:tailEnd type="none" w="med" len="med"/>
                    </a:lnB>
                    <a:lnTlToBr>
                      <a:noFill/>
                    </a:lnTlToBr>
                    <a:lnBlToTr>
                      <a:noFill/>
                    </a:lnBlToTr>
                    <a:noFill/>
                  </a:tcPr>
                </a:tc>
                <a:tc>
                  <a:txBody>
                    <a:bodyPr/>
                    <a:lstStyle>
                      <a:lvl1pPr marL="92075">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defRPr>
                      </a:lvl1pPr>
                      <a:lvl2pPr>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defRPr>
                      </a:lvl4pPr>
                      <a:lvl5pPr>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defRPr>
                      </a:lvl5pPr>
                      <a:lvl6pPr marL="22844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6pPr>
                      <a:lvl7pPr marL="27416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7pPr>
                      <a:lvl8pPr marL="31988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8pPr>
                      <a:lvl9pPr marL="36560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9pPr>
                    </a:lstStyle>
                    <a:p>
                      <a:pPr marL="92075" marR="0" lvl="0" indent="0" algn="l" defTabSz="914400" rtl="0" eaLnBrk="1" fontAlgn="base" latinLnBrk="0" hangingPunct="1">
                        <a:lnSpc>
                          <a:spcPct val="100000"/>
                        </a:lnSpc>
                        <a:spcBef>
                          <a:spcPts val="350"/>
                        </a:spcBef>
                        <a:spcAft>
                          <a:spcPct val="0"/>
                        </a:spcAft>
                        <a:buClrTx/>
                        <a:buSzTx/>
                        <a:buFontTx/>
                        <a:buNone/>
                        <a:tabLst/>
                      </a:pPr>
                      <a:r>
                        <a:rPr kumimoji="0" lang="en-US" sz="14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While one thread is blocked and  waiting, second thread in the same  task can run.</a:t>
                      </a:r>
                    </a:p>
                  </a:txBody>
                  <a:tcPr marL="0" marR="0" marT="43815" marB="0" horzOverflow="overflow">
                    <a:lnL w="12700" cap="flat" cmpd="sng" algn="ctr">
                      <a:solidFill>
                        <a:srgbClr val="56A7B5"/>
                      </a:solidFill>
                      <a:prstDash val="solid"/>
                      <a:round/>
                      <a:headEnd type="none" w="med" len="med"/>
                      <a:tailEnd type="none" w="med" len="med"/>
                    </a:lnL>
                    <a:lnR w="12700" cap="flat" cmpd="sng" algn="ctr">
                      <a:solidFill>
                        <a:srgbClr val="56A7B5"/>
                      </a:solidFill>
                      <a:prstDash val="solid"/>
                      <a:round/>
                      <a:headEnd type="none" w="med" len="med"/>
                      <a:tailEnd type="none" w="med" len="med"/>
                    </a:lnR>
                    <a:lnT w="12700" cap="flat" cmpd="sng" algn="ctr">
                      <a:solidFill>
                        <a:srgbClr val="56A7B5"/>
                      </a:solidFill>
                      <a:prstDash val="solid"/>
                      <a:round/>
                      <a:headEnd type="none" w="med" len="med"/>
                      <a:tailEnd type="none" w="med" len="med"/>
                    </a:lnT>
                    <a:lnB w="12700" cap="flat" cmpd="sng" algn="ctr">
                      <a:solidFill>
                        <a:srgbClr val="56A7B5"/>
                      </a:solidFill>
                      <a:prstDash val="solid"/>
                      <a:round/>
                      <a:headEnd type="none" w="med" len="med"/>
                      <a:tailEnd type="none" w="med" len="med"/>
                    </a:lnB>
                    <a:lnTlToBr>
                      <a:noFill/>
                    </a:lnTlToBr>
                    <a:lnBlToTr>
                      <a:noFill/>
                    </a:lnBlToTr>
                    <a:noFill/>
                  </a:tcPr>
                </a:tc>
              </a:tr>
              <a:tr h="784225">
                <a:tc>
                  <a:txBody>
                    <a:bodyPr/>
                    <a:lstStyle>
                      <a:lvl1pPr>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defRPr>
                      </a:lvl1pPr>
                      <a:lvl2pPr>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defRPr>
                      </a:lvl4pPr>
                      <a:lvl5pPr>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defRPr>
                      </a:lvl5pPr>
                      <a:lvl6pPr marL="22844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6pPr>
                      <a:lvl7pPr marL="27416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7pPr>
                      <a:lvl8pPr marL="31988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8pPr>
                      <a:lvl9pPr marL="36560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9pPr>
                    </a:lstStyle>
                    <a:p>
                      <a:pPr marL="0" marR="0" lvl="0" indent="0" algn="ctr" defTabSz="914400" rtl="0" eaLnBrk="1" fontAlgn="base" latinLnBrk="0" hangingPunct="1">
                        <a:lnSpc>
                          <a:spcPct val="100000"/>
                        </a:lnSpc>
                        <a:spcBef>
                          <a:spcPts val="350"/>
                        </a:spcBef>
                        <a:spcAft>
                          <a:spcPct val="0"/>
                        </a:spcAft>
                        <a:buClrTx/>
                        <a:buSzTx/>
                        <a:buFontTx/>
                        <a:buNone/>
                        <a:tabLst/>
                      </a:pPr>
                      <a:r>
                        <a:rPr kumimoji="0" lang="en-US" sz="14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5.</a:t>
                      </a:r>
                    </a:p>
                  </a:txBody>
                  <a:tcPr marL="0" marR="0" marT="43815" marB="0" horzOverflow="overflow">
                    <a:lnL w="12700" cap="flat" cmpd="sng" algn="ctr">
                      <a:solidFill>
                        <a:srgbClr val="56A7B5"/>
                      </a:solidFill>
                      <a:prstDash val="solid"/>
                      <a:round/>
                      <a:headEnd type="none" w="med" len="med"/>
                      <a:tailEnd type="none" w="med" len="med"/>
                    </a:lnL>
                    <a:lnR w="12700" cap="flat" cmpd="sng" algn="ctr">
                      <a:solidFill>
                        <a:srgbClr val="56A7B5"/>
                      </a:solidFill>
                      <a:prstDash val="solid"/>
                      <a:round/>
                      <a:headEnd type="none" w="med" len="med"/>
                      <a:tailEnd type="none" w="med" len="med"/>
                    </a:lnR>
                    <a:lnT w="12700" cap="flat" cmpd="sng" algn="ctr">
                      <a:solidFill>
                        <a:srgbClr val="56A7B5"/>
                      </a:solidFill>
                      <a:prstDash val="solid"/>
                      <a:round/>
                      <a:headEnd type="none" w="med" len="med"/>
                      <a:tailEnd type="none" w="med" len="med"/>
                    </a:lnT>
                    <a:lnB w="19050" cap="flat" cmpd="sng" algn="ctr">
                      <a:solidFill>
                        <a:srgbClr val="56A7B5"/>
                      </a:solidFill>
                      <a:prstDash val="solid"/>
                      <a:round/>
                      <a:headEnd type="none" w="med" len="med"/>
                      <a:tailEnd type="none" w="med" len="med"/>
                    </a:lnB>
                    <a:lnTlToBr>
                      <a:noFill/>
                    </a:lnTlToBr>
                    <a:lnBlToTr>
                      <a:noFill/>
                    </a:lnBlToTr>
                    <a:noFill/>
                  </a:tcPr>
                </a:tc>
                <a:tc>
                  <a:txBody>
                    <a:bodyPr/>
                    <a:lstStyle>
                      <a:lvl1pPr marL="90488">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defRPr>
                      </a:lvl1pPr>
                      <a:lvl2pPr>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defRPr>
                      </a:lvl4pPr>
                      <a:lvl5pPr>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defRPr>
                      </a:lvl5pPr>
                      <a:lvl6pPr marL="22844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6pPr>
                      <a:lvl7pPr marL="27416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7pPr>
                      <a:lvl8pPr marL="31988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8pPr>
                      <a:lvl9pPr marL="36560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9pPr>
                    </a:lstStyle>
                    <a:p>
                      <a:pPr marL="90488" marR="0" lvl="0" indent="0" algn="l" defTabSz="914400" rtl="0" eaLnBrk="1" fontAlgn="base" latinLnBrk="0" hangingPunct="1">
                        <a:lnSpc>
                          <a:spcPct val="100000"/>
                        </a:lnSpc>
                        <a:spcBef>
                          <a:spcPts val="350"/>
                        </a:spcBef>
                        <a:spcAft>
                          <a:spcPct val="0"/>
                        </a:spcAft>
                        <a:buClrTx/>
                        <a:buSzTx/>
                        <a:buFontTx/>
                        <a:buNone/>
                        <a:tabLst/>
                      </a:pPr>
                      <a:r>
                        <a:rPr kumimoji="0" lang="en-US" sz="14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Multiple processes without using  threads use more resources.</a:t>
                      </a:r>
                    </a:p>
                  </a:txBody>
                  <a:tcPr marL="0" marR="0" marT="43815" marB="0" horzOverflow="overflow">
                    <a:lnL w="12700" cap="flat" cmpd="sng" algn="ctr">
                      <a:solidFill>
                        <a:srgbClr val="56A7B5"/>
                      </a:solidFill>
                      <a:prstDash val="solid"/>
                      <a:round/>
                      <a:headEnd type="none" w="med" len="med"/>
                      <a:tailEnd type="none" w="med" len="med"/>
                    </a:lnL>
                    <a:lnR w="12700" cap="flat" cmpd="sng" algn="ctr">
                      <a:solidFill>
                        <a:srgbClr val="56A7B5"/>
                      </a:solidFill>
                      <a:prstDash val="solid"/>
                      <a:round/>
                      <a:headEnd type="none" w="med" len="med"/>
                      <a:tailEnd type="none" w="med" len="med"/>
                    </a:lnR>
                    <a:lnT w="12700" cap="flat" cmpd="sng" algn="ctr">
                      <a:solidFill>
                        <a:srgbClr val="56A7B5"/>
                      </a:solidFill>
                      <a:prstDash val="solid"/>
                      <a:round/>
                      <a:headEnd type="none" w="med" len="med"/>
                      <a:tailEnd type="none" w="med" len="med"/>
                    </a:lnT>
                    <a:lnB w="19050" cap="flat" cmpd="sng" algn="ctr">
                      <a:solidFill>
                        <a:srgbClr val="56A7B5"/>
                      </a:solidFill>
                      <a:prstDash val="solid"/>
                      <a:round/>
                      <a:headEnd type="none" w="med" len="med"/>
                      <a:tailEnd type="none" w="med" len="med"/>
                    </a:lnB>
                    <a:lnTlToBr>
                      <a:noFill/>
                    </a:lnTlToBr>
                    <a:lnBlToTr>
                      <a:noFill/>
                    </a:lnBlToTr>
                    <a:noFill/>
                  </a:tcPr>
                </a:tc>
                <a:tc>
                  <a:txBody>
                    <a:bodyPr/>
                    <a:lstStyle>
                      <a:lvl1pPr marL="92075">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defRPr>
                      </a:lvl1pPr>
                      <a:lvl2pPr>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defRPr>
                      </a:lvl4pPr>
                      <a:lvl5pPr>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defRPr>
                      </a:lvl5pPr>
                      <a:lvl6pPr marL="22844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6pPr>
                      <a:lvl7pPr marL="27416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7pPr>
                      <a:lvl8pPr marL="31988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8pPr>
                      <a:lvl9pPr marL="36560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9pPr>
                    </a:lstStyle>
                    <a:p>
                      <a:pPr marL="92075" marR="0" lvl="0" indent="0" algn="l" defTabSz="914400" rtl="0" eaLnBrk="1" fontAlgn="base" latinLnBrk="0" hangingPunct="1">
                        <a:lnSpc>
                          <a:spcPct val="100000"/>
                        </a:lnSpc>
                        <a:spcBef>
                          <a:spcPts val="350"/>
                        </a:spcBef>
                        <a:spcAft>
                          <a:spcPct val="0"/>
                        </a:spcAft>
                        <a:buClrTx/>
                        <a:buSzTx/>
                        <a:buFontTx/>
                        <a:buNone/>
                        <a:tabLst/>
                      </a:pPr>
                      <a:r>
                        <a:rPr kumimoji="0" lang="en-US" sz="14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Multiple threaded processes use  fewer resources.</a:t>
                      </a:r>
                    </a:p>
                  </a:txBody>
                  <a:tcPr marL="0" marR="0" marT="43815" marB="0" horzOverflow="overflow">
                    <a:lnL w="12700" cap="flat" cmpd="sng" algn="ctr">
                      <a:solidFill>
                        <a:srgbClr val="56A7B5"/>
                      </a:solidFill>
                      <a:prstDash val="solid"/>
                      <a:round/>
                      <a:headEnd type="none" w="med" len="med"/>
                      <a:tailEnd type="none" w="med" len="med"/>
                    </a:lnL>
                    <a:lnR w="12700" cap="flat" cmpd="sng" algn="ctr">
                      <a:solidFill>
                        <a:srgbClr val="56A7B5"/>
                      </a:solidFill>
                      <a:prstDash val="solid"/>
                      <a:round/>
                      <a:headEnd type="none" w="med" len="med"/>
                      <a:tailEnd type="none" w="med" len="med"/>
                    </a:lnR>
                    <a:lnT w="12700" cap="flat" cmpd="sng" algn="ctr">
                      <a:solidFill>
                        <a:srgbClr val="56A7B5"/>
                      </a:solidFill>
                      <a:prstDash val="solid"/>
                      <a:round/>
                      <a:headEnd type="none" w="med" len="med"/>
                      <a:tailEnd type="none" w="med" len="med"/>
                    </a:lnT>
                    <a:lnB w="19050" cap="flat" cmpd="sng" algn="ctr">
                      <a:solidFill>
                        <a:srgbClr val="56A7B5"/>
                      </a:solidFill>
                      <a:prstDash val="solid"/>
                      <a:round/>
                      <a:headEnd type="none" w="med" len="med"/>
                      <a:tailEnd type="none" w="med" len="med"/>
                    </a:lnB>
                    <a:lnTlToBr>
                      <a:noFill/>
                    </a:lnTlToBr>
                    <a:lnBlToTr>
                      <a:noFill/>
                    </a:lnBlToTr>
                    <a:noFill/>
                  </a:tcPr>
                </a:tc>
              </a:tr>
              <a:tr h="862013">
                <a:tc>
                  <a:txBody>
                    <a:bodyPr/>
                    <a:lstStyle>
                      <a:lvl1pPr>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defRPr>
                      </a:lvl1pPr>
                      <a:lvl2pPr>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defRPr>
                      </a:lvl4pPr>
                      <a:lvl5pPr>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defRPr>
                      </a:lvl5pPr>
                      <a:lvl6pPr marL="22844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6pPr>
                      <a:lvl7pPr marL="27416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7pPr>
                      <a:lvl8pPr marL="31988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8pPr>
                      <a:lvl9pPr marL="36560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9pPr>
                    </a:lstStyle>
                    <a:p>
                      <a:pPr marL="0" marR="0" lvl="0" indent="0" algn="ctr" defTabSz="914400" rtl="0" eaLnBrk="1" fontAlgn="base" latinLnBrk="0" hangingPunct="1">
                        <a:lnSpc>
                          <a:spcPct val="100000"/>
                        </a:lnSpc>
                        <a:spcBef>
                          <a:spcPts val="375"/>
                        </a:spcBef>
                        <a:spcAft>
                          <a:spcPct val="0"/>
                        </a:spcAft>
                        <a:buClrTx/>
                        <a:buSzTx/>
                        <a:buFontTx/>
                        <a:buNone/>
                        <a:tabLst/>
                      </a:pPr>
                      <a:r>
                        <a:rPr kumimoji="0" lang="en-US" sz="14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6.</a:t>
                      </a:r>
                      <a:endParaRPr kumimoji="0" lang="en-US" sz="14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endParaRPr>
                    </a:p>
                  </a:txBody>
                  <a:tcPr marL="0" marR="0" marT="46990" marB="0" horzOverflow="overflow">
                    <a:lnL w="12700" cap="flat" cmpd="sng" algn="ctr">
                      <a:solidFill>
                        <a:srgbClr val="56A7B5"/>
                      </a:solidFill>
                      <a:prstDash val="solid"/>
                      <a:round/>
                      <a:headEnd type="none" w="med" len="med"/>
                      <a:tailEnd type="none" w="med" len="med"/>
                    </a:lnL>
                    <a:lnR w="12700" cap="flat" cmpd="sng" algn="ctr">
                      <a:solidFill>
                        <a:srgbClr val="56A7B5"/>
                      </a:solidFill>
                      <a:prstDash val="solid"/>
                      <a:round/>
                      <a:headEnd type="none" w="med" len="med"/>
                      <a:tailEnd type="none" w="med" len="med"/>
                    </a:lnR>
                    <a:lnT w="19050" cap="flat" cmpd="sng" algn="ctr">
                      <a:solidFill>
                        <a:srgbClr val="56A7B5"/>
                      </a:solidFill>
                      <a:prstDash val="solid"/>
                      <a:round/>
                      <a:headEnd type="none" w="med" len="med"/>
                      <a:tailEnd type="none" w="med" len="med"/>
                    </a:lnT>
                    <a:lnB w="12700" cap="flat" cmpd="sng" algn="ctr">
                      <a:solidFill>
                        <a:srgbClr val="56A7B5"/>
                      </a:solidFill>
                      <a:prstDash val="solid"/>
                      <a:round/>
                      <a:headEnd type="none" w="med" len="med"/>
                      <a:tailEnd type="none" w="med" len="med"/>
                    </a:lnB>
                    <a:lnTlToBr>
                      <a:noFill/>
                    </a:lnTlToBr>
                    <a:lnBlToTr>
                      <a:noFill/>
                    </a:lnBlToTr>
                    <a:noFill/>
                  </a:tcPr>
                </a:tc>
                <a:tc>
                  <a:txBody>
                    <a:bodyPr/>
                    <a:lstStyle>
                      <a:lvl1pPr marL="90488">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defRPr>
                      </a:lvl1pPr>
                      <a:lvl2pPr>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defRPr>
                      </a:lvl4pPr>
                      <a:lvl5pPr>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defRPr>
                      </a:lvl5pPr>
                      <a:lvl6pPr marL="22844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6pPr>
                      <a:lvl7pPr marL="27416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7pPr>
                      <a:lvl8pPr marL="31988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8pPr>
                      <a:lvl9pPr marL="36560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9pPr>
                    </a:lstStyle>
                    <a:p>
                      <a:pPr marL="90488" marR="0" lvl="0" indent="0" algn="l" defTabSz="914400" rtl="0" eaLnBrk="1" fontAlgn="base" latinLnBrk="0" hangingPunct="1">
                        <a:lnSpc>
                          <a:spcPct val="100000"/>
                        </a:lnSpc>
                        <a:spcBef>
                          <a:spcPts val="350"/>
                        </a:spcBef>
                        <a:spcAft>
                          <a:spcPct val="0"/>
                        </a:spcAft>
                        <a:buClrTx/>
                        <a:buSzTx/>
                        <a:buFontTx/>
                        <a:buNone/>
                        <a:tabLst/>
                      </a:pPr>
                      <a:r>
                        <a:rPr kumimoji="0" lang="en-US" sz="14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In multiple processes each process  operates independently of the  others.</a:t>
                      </a:r>
                    </a:p>
                  </a:txBody>
                  <a:tcPr marL="0" marR="0" marT="43815" marB="0" horzOverflow="overflow">
                    <a:lnL w="12700" cap="flat" cmpd="sng" algn="ctr">
                      <a:solidFill>
                        <a:srgbClr val="56A7B5"/>
                      </a:solidFill>
                      <a:prstDash val="solid"/>
                      <a:round/>
                      <a:headEnd type="none" w="med" len="med"/>
                      <a:tailEnd type="none" w="med" len="med"/>
                    </a:lnL>
                    <a:lnR w="12700" cap="flat" cmpd="sng" algn="ctr">
                      <a:solidFill>
                        <a:srgbClr val="56A7B5"/>
                      </a:solidFill>
                      <a:prstDash val="solid"/>
                      <a:round/>
                      <a:headEnd type="none" w="med" len="med"/>
                      <a:tailEnd type="none" w="med" len="med"/>
                    </a:lnR>
                    <a:lnT w="19050" cap="flat" cmpd="sng" algn="ctr">
                      <a:solidFill>
                        <a:srgbClr val="56A7B5"/>
                      </a:solidFill>
                      <a:prstDash val="solid"/>
                      <a:round/>
                      <a:headEnd type="none" w="med" len="med"/>
                      <a:tailEnd type="none" w="med" len="med"/>
                    </a:lnT>
                    <a:lnB w="12700" cap="flat" cmpd="sng" algn="ctr">
                      <a:solidFill>
                        <a:srgbClr val="56A7B5"/>
                      </a:solidFill>
                      <a:prstDash val="solid"/>
                      <a:round/>
                      <a:headEnd type="none" w="med" len="med"/>
                      <a:tailEnd type="none" w="med" len="med"/>
                    </a:lnB>
                    <a:lnTlToBr>
                      <a:noFill/>
                    </a:lnTlToBr>
                    <a:lnBlToTr>
                      <a:noFill/>
                    </a:lnBlToTr>
                    <a:noFill/>
                  </a:tcPr>
                </a:tc>
                <a:tc>
                  <a:txBody>
                    <a:bodyPr/>
                    <a:lstStyle>
                      <a:lvl1pPr marL="92075">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defRPr>
                      </a:lvl1pPr>
                      <a:lvl2pPr>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defRPr>
                      </a:lvl4pPr>
                      <a:lvl5pPr>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defRPr>
                      </a:lvl5pPr>
                      <a:lvl6pPr marL="22844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6pPr>
                      <a:lvl7pPr marL="27416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7pPr>
                      <a:lvl8pPr marL="31988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8pPr>
                      <a:lvl9pPr marL="3656013" indent="1588"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defRPr>
                      </a:lvl9pPr>
                    </a:lstStyle>
                    <a:p>
                      <a:pPr marL="92075" marR="0" lvl="0" indent="0" algn="l" defTabSz="914400" rtl="0" eaLnBrk="1" fontAlgn="base" latinLnBrk="0" hangingPunct="1">
                        <a:lnSpc>
                          <a:spcPct val="100000"/>
                        </a:lnSpc>
                        <a:spcBef>
                          <a:spcPts val="350"/>
                        </a:spcBef>
                        <a:spcAft>
                          <a:spcPct val="0"/>
                        </a:spcAft>
                        <a:buClrTx/>
                        <a:buSzTx/>
                        <a:buFontTx/>
                        <a:buNone/>
                        <a:tabLst/>
                      </a:pPr>
                      <a:r>
                        <a:rPr kumimoji="0" lang="en-US" sz="14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One thread can read, write or</a:t>
                      </a:r>
                    </a:p>
                    <a:p>
                      <a:pPr marL="92075"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change another thread's data.</a:t>
                      </a:r>
                    </a:p>
                  </a:txBody>
                  <a:tcPr marL="0" marR="0" marT="43815" marB="0" horzOverflow="overflow">
                    <a:lnL w="12700" cap="flat" cmpd="sng" algn="ctr">
                      <a:solidFill>
                        <a:srgbClr val="56A7B5"/>
                      </a:solidFill>
                      <a:prstDash val="solid"/>
                      <a:round/>
                      <a:headEnd type="none" w="med" len="med"/>
                      <a:tailEnd type="none" w="med" len="med"/>
                    </a:lnL>
                    <a:lnR w="12700" cap="flat" cmpd="sng" algn="ctr">
                      <a:solidFill>
                        <a:srgbClr val="56A7B5"/>
                      </a:solidFill>
                      <a:prstDash val="solid"/>
                      <a:round/>
                      <a:headEnd type="none" w="med" len="med"/>
                      <a:tailEnd type="none" w="med" len="med"/>
                    </a:lnR>
                    <a:lnT w="19050" cap="flat" cmpd="sng" algn="ctr">
                      <a:solidFill>
                        <a:srgbClr val="56A7B5"/>
                      </a:solidFill>
                      <a:prstDash val="solid"/>
                      <a:round/>
                      <a:headEnd type="none" w="med" len="med"/>
                      <a:tailEnd type="none" w="med" len="med"/>
                    </a:lnT>
                    <a:lnB w="12700" cap="flat" cmpd="sng" algn="ctr">
                      <a:solidFill>
                        <a:srgbClr val="56A7B5"/>
                      </a:solidFill>
                      <a:prstDash val="solid"/>
                      <a:round/>
                      <a:headEnd type="none" w="med" len="med"/>
                      <a:tailEnd type="none" w="med" len="med"/>
                    </a:lnB>
                    <a:lnTlToBr>
                      <a:noFill/>
                    </a:lnTlToBr>
                    <a:lnBlToTr>
                      <a:noFill/>
                    </a:lnBlToTr>
                    <a:noFill/>
                  </a:tcPr>
                </a:tc>
              </a:tr>
            </a:tbl>
          </a:graphicData>
        </a:graphic>
      </p:graphicFrame>
      <p:sp>
        <p:nvSpPr>
          <p:cNvPr id="45093" name="object 4"/>
          <p:cNvSpPr>
            <a:spLocks noChangeArrowheads="1"/>
          </p:cNvSpPr>
          <p:nvPr/>
        </p:nvSpPr>
        <p:spPr bwMode="auto">
          <a:xfrm>
            <a:off x="8223250" y="6594475"/>
            <a:ext cx="920750" cy="263525"/>
          </a:xfrm>
          <a:prstGeom prst="rect">
            <a:avLst/>
          </a:prstGeom>
          <a:blipFill dpi="0" rotWithShape="1">
            <a:blip r:embed="rId2"/>
            <a:srcRect/>
            <a:stretch>
              <a:fillRect/>
            </a:stretch>
          </a:blipFill>
          <a:ln w="9525">
            <a:noFill/>
            <a:miter lim="800000"/>
            <a:headEnd/>
            <a:tailEnd/>
          </a:ln>
        </p:spPr>
        <p:txBody>
          <a:bodyPr lIns="0" tIns="0" rIns="0" bIns="0"/>
          <a:lstStyle/>
          <a:p>
            <a:endParaRPr lang="en-US" altLang="en-US"/>
          </a:p>
        </p:txBody>
      </p:sp>
      <p:sp>
        <p:nvSpPr>
          <p:cNvPr id="45094" name="Slide Number Placeholder 3"/>
          <p:cNvSpPr>
            <a:spLocks noGrp="1"/>
          </p:cNvSpPr>
          <p:nvPr>
            <p:ph type="sldNum" sz="quarter" idx="12"/>
          </p:nvPr>
        </p:nvSpPr>
        <p:spPr bwMode="auto">
          <a:noFill/>
          <a:ln>
            <a:miter lim="800000"/>
            <a:headEnd/>
            <a:tailEnd/>
          </a:ln>
        </p:spPr>
        <p:txBody>
          <a:bodyPr/>
          <a:lstStyle/>
          <a:p>
            <a:fld id="{B7DD1E2E-AA18-441B-A61F-3F9F0E9D7D6A}" type="slidenum">
              <a:rPr lang="en-US" altLang="en-US"/>
              <a:pPr/>
              <a:t>39</a:t>
            </a:fld>
            <a:endParaRPr lang="en-US" altLang="en-US"/>
          </a:p>
        </p:txBody>
      </p:sp>
    </p:spTree>
  </p:cSld>
  <p:clrMapOvr>
    <a:masterClrMapping/>
  </p:clrMapOvr>
  <p:transition spd="slow"/>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hread-life-cycle-in-java-flowchart.gif"/>
          <p:cNvPicPr>
            <a:picLocks noGrp="1" noChangeAspect="1"/>
          </p:cNvPicPr>
          <p:nvPr>
            <p:ph idx="1"/>
          </p:nvPr>
        </p:nvPicPr>
        <p:blipFill>
          <a:blip r:embed="rId2"/>
          <a:stretch>
            <a:fillRect/>
          </a:stretch>
        </p:blipFill>
        <p:spPr>
          <a:xfrm>
            <a:off x="0" y="622570"/>
            <a:ext cx="9144000" cy="5933873"/>
          </a:xfrm>
        </p:spPr>
      </p:pic>
      <p:sp>
        <p:nvSpPr>
          <p:cNvPr id="4" name="Slide Number Placeholder 3"/>
          <p:cNvSpPr>
            <a:spLocks noGrp="1"/>
          </p:cNvSpPr>
          <p:nvPr>
            <p:ph type="sldNum" sz="quarter" idx="12"/>
          </p:nvPr>
        </p:nvSpPr>
        <p:spPr/>
        <p:txBody>
          <a:bodyPr/>
          <a:lstStyle/>
          <a:p>
            <a:fld id="{2F3868F3-13FB-4339-8B49-CB7D1F0867D4}" type="slidenum">
              <a:rPr lang="en-US" altLang="en-US" smtClean="0"/>
              <a:pPr/>
              <a:t>40</a:t>
            </a:fld>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drawit-diagram-2 (1).png"/>
          <p:cNvPicPr>
            <a:picLocks noGrp="1" noChangeAspect="1"/>
          </p:cNvPicPr>
          <p:nvPr>
            <p:ph idx="1"/>
          </p:nvPr>
        </p:nvPicPr>
        <p:blipFill>
          <a:blip r:embed="rId3"/>
          <a:stretch>
            <a:fillRect/>
          </a:stretch>
        </p:blipFill>
        <p:spPr>
          <a:xfrm>
            <a:off x="495300" y="773113"/>
            <a:ext cx="8343899" cy="5665787"/>
          </a:xfrm>
        </p:spPr>
      </p:pic>
      <p:sp>
        <p:nvSpPr>
          <p:cNvPr id="4" name="Slide Number Placeholder 3"/>
          <p:cNvSpPr>
            <a:spLocks noGrp="1"/>
          </p:cNvSpPr>
          <p:nvPr>
            <p:ph type="sldNum" sz="quarter" idx="12"/>
          </p:nvPr>
        </p:nvSpPr>
        <p:spPr/>
        <p:txBody>
          <a:bodyPr/>
          <a:lstStyle/>
          <a:p>
            <a:fld id="{2F3868F3-13FB-4339-8B49-CB7D1F0867D4}" type="slidenum">
              <a:rPr lang="en-US" altLang="en-US" smtClean="0"/>
              <a:pPr/>
              <a:t>41</a:t>
            </a:fld>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2646" y="495469"/>
            <a:ext cx="8492247" cy="5983152"/>
          </a:xfrm>
        </p:spPr>
        <p:txBody>
          <a:bodyPr/>
          <a:lstStyle/>
          <a:p>
            <a:r>
              <a:rPr lang="en-US" sz="1400" dirty="0" smtClean="0"/>
              <a:t>Life Cycle States :</a:t>
            </a:r>
          </a:p>
          <a:p>
            <a:pPr>
              <a:buNone/>
            </a:pPr>
            <a:r>
              <a:rPr lang="en-US" sz="1800" b="1" dirty="0" smtClean="0">
                <a:latin typeface="Times New Roman" pitchFamily="18" charset="0"/>
                <a:cs typeface="Times New Roman" pitchFamily="18" charset="0"/>
              </a:rPr>
              <a:t>1.New </a:t>
            </a:r>
            <a:r>
              <a:rPr lang="en-US" sz="1800" b="1" dirty="0" smtClean="0">
                <a:latin typeface="Times New Roman" pitchFamily="18" charset="0"/>
                <a:cs typeface="Times New Roman" pitchFamily="18" charset="0"/>
              </a:rPr>
              <a:t>State: </a:t>
            </a:r>
            <a:r>
              <a:rPr lang="en-US" sz="1800" dirty="0" smtClean="0">
                <a:latin typeface="Times New Roman" pitchFamily="18" charset="0"/>
                <a:cs typeface="Times New Roman" pitchFamily="18" charset="0"/>
              </a:rPr>
              <a:t>A </a:t>
            </a:r>
            <a:r>
              <a:rPr lang="en-US" sz="1800" dirty="0" smtClean="0">
                <a:latin typeface="Times New Roman" pitchFamily="18" charset="0"/>
                <a:cs typeface="Times New Roman" pitchFamily="18" charset="0"/>
              </a:rPr>
              <a:t>thread has been created but not started yet. A thread will be started by calling its </a:t>
            </a:r>
            <a:r>
              <a:rPr lang="en-US" sz="1800" b="1" dirty="0" smtClean="0">
                <a:latin typeface="Times New Roman" pitchFamily="18" charset="0"/>
                <a:cs typeface="Times New Roman" pitchFamily="18" charset="0"/>
              </a:rPr>
              <a:t>start()</a:t>
            </a:r>
            <a:r>
              <a:rPr lang="en-US" sz="1800" dirty="0" smtClean="0">
                <a:latin typeface="Times New Roman" pitchFamily="18" charset="0"/>
                <a:cs typeface="Times New Roman" pitchFamily="18" charset="0"/>
              </a:rPr>
              <a:t> method.</a:t>
            </a:r>
          </a:p>
          <a:p>
            <a:pPr>
              <a:buNone/>
            </a:pPr>
            <a:r>
              <a:rPr lang="en-US" sz="1800" b="1" dirty="0" smtClean="0">
                <a:latin typeface="Times New Roman" pitchFamily="18" charset="0"/>
                <a:cs typeface="Times New Roman" pitchFamily="18" charset="0"/>
              </a:rPr>
              <a:t>2.Runnable </a:t>
            </a:r>
            <a:r>
              <a:rPr lang="en-US" sz="1800" b="1" dirty="0" smtClean="0">
                <a:latin typeface="Times New Roman" pitchFamily="18" charset="0"/>
                <a:cs typeface="Times New Roman" pitchFamily="18" charset="0"/>
              </a:rPr>
              <a:t>State: </a:t>
            </a:r>
            <a:r>
              <a:rPr lang="en-US" sz="1800" dirty="0" smtClean="0">
                <a:latin typeface="Times New Roman" pitchFamily="18" charset="0"/>
                <a:cs typeface="Times New Roman" pitchFamily="18" charset="0"/>
              </a:rPr>
              <a:t>This </a:t>
            </a:r>
            <a:r>
              <a:rPr lang="en-US" sz="1800" dirty="0" smtClean="0">
                <a:latin typeface="Times New Roman" pitchFamily="18" charset="0"/>
                <a:cs typeface="Times New Roman" pitchFamily="18" charset="0"/>
              </a:rPr>
              <a:t>state is also called ready to run stage also called queue. A thread starts in </a:t>
            </a:r>
            <a:r>
              <a:rPr lang="en-US" sz="1800" dirty="0" err="1" smtClean="0">
                <a:latin typeface="Times New Roman" pitchFamily="18" charset="0"/>
                <a:cs typeface="Times New Roman" pitchFamily="18" charset="0"/>
              </a:rPr>
              <a:t>runnable</a:t>
            </a:r>
            <a:r>
              <a:rPr lang="en-US" sz="1800" dirty="0" smtClean="0">
                <a:latin typeface="Times New Roman" pitchFamily="18" charset="0"/>
                <a:cs typeface="Times New Roman" pitchFamily="18" charset="0"/>
              </a:rPr>
              <a:t> state by calling start() method.</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The Thread scheduler decides which thread runs and how long.</a:t>
            </a:r>
          </a:p>
          <a:p>
            <a:pPr>
              <a:buNone/>
            </a:pPr>
            <a:r>
              <a:rPr lang="en-US" sz="1800" dirty="0" smtClean="0">
                <a:latin typeface="Times New Roman" pitchFamily="18" charset="0"/>
                <a:cs typeface="Times New Roman" pitchFamily="18" charset="0"/>
              </a:rPr>
              <a:t>3.</a:t>
            </a:r>
            <a:r>
              <a:rPr lang="en-US" sz="1800" b="1" dirty="0" smtClean="0">
                <a:latin typeface="Times New Roman" pitchFamily="18" charset="0"/>
                <a:cs typeface="Times New Roman" pitchFamily="18" charset="0"/>
              </a:rPr>
              <a:t>Running </a:t>
            </a:r>
            <a:r>
              <a:rPr lang="en-US" sz="1800" b="1" dirty="0" smtClean="0">
                <a:latin typeface="Times New Roman" pitchFamily="18" charset="0"/>
                <a:cs typeface="Times New Roman" pitchFamily="18" charset="0"/>
              </a:rPr>
              <a:t>State: </a:t>
            </a:r>
            <a:r>
              <a:rPr lang="en-US" sz="1800" dirty="0" smtClean="0">
                <a:latin typeface="Times New Roman" pitchFamily="18" charset="0"/>
                <a:cs typeface="Times New Roman" pitchFamily="18" charset="0"/>
              </a:rPr>
              <a:t>If </a:t>
            </a:r>
            <a:r>
              <a:rPr lang="en-US" sz="1800" dirty="0" smtClean="0">
                <a:latin typeface="Times New Roman" pitchFamily="18" charset="0"/>
                <a:cs typeface="Times New Roman" pitchFamily="18" charset="0"/>
              </a:rPr>
              <a:t>a Thread is executing that means Thread is in Running stage.</a:t>
            </a:r>
          </a:p>
          <a:p>
            <a:pPr>
              <a:buNone/>
            </a:pPr>
            <a:r>
              <a:rPr lang="en-US" sz="1800" dirty="0" smtClean="0">
                <a:latin typeface="Times New Roman" pitchFamily="18" charset="0"/>
                <a:cs typeface="Times New Roman" pitchFamily="18" charset="0"/>
              </a:rPr>
              <a:t>4.</a:t>
            </a:r>
            <a:r>
              <a:rPr lang="en-US" sz="1800" b="1" dirty="0" smtClean="0">
                <a:latin typeface="Times New Roman" pitchFamily="18" charset="0"/>
                <a:cs typeface="Times New Roman" pitchFamily="18" charset="0"/>
              </a:rPr>
              <a:t>Dead </a:t>
            </a:r>
            <a:r>
              <a:rPr lang="en-US" sz="1800" b="1" dirty="0" smtClean="0">
                <a:latin typeface="Times New Roman" pitchFamily="18" charset="0"/>
                <a:cs typeface="Times New Roman" pitchFamily="18" charset="0"/>
              </a:rPr>
              <a:t>State</a:t>
            </a:r>
            <a:r>
              <a:rPr lang="en-US" sz="1800" dirty="0" smtClean="0">
                <a:latin typeface="Times New Roman" pitchFamily="18" charset="0"/>
                <a:cs typeface="Times New Roman" pitchFamily="18" charset="0"/>
              </a:rPr>
              <a:t>: Once </a:t>
            </a:r>
            <a:r>
              <a:rPr lang="en-US" sz="1800" dirty="0" smtClean="0">
                <a:latin typeface="Times New Roman" pitchFamily="18" charset="0"/>
                <a:cs typeface="Times New Roman" pitchFamily="18" charset="0"/>
              </a:rPr>
              <a:t>a Thread reached dead state it can not run again.</a:t>
            </a:r>
          </a:p>
          <a:p>
            <a:pPr>
              <a:buNone/>
            </a:pPr>
            <a:r>
              <a:rPr lang="en-US" sz="1800" dirty="0" smtClean="0">
                <a:latin typeface="Times New Roman" pitchFamily="18" charset="0"/>
                <a:cs typeface="Times New Roman" pitchFamily="18" charset="0"/>
              </a:rPr>
              <a:t>5. </a:t>
            </a:r>
            <a:r>
              <a:rPr lang="en-US" sz="1800" b="1" dirty="0" smtClean="0">
                <a:latin typeface="Times New Roman" pitchFamily="18" charset="0"/>
                <a:cs typeface="Times New Roman" pitchFamily="18" charset="0"/>
              </a:rPr>
              <a:t>Non </a:t>
            </a:r>
            <a:r>
              <a:rPr lang="en-US" sz="1800" b="1" dirty="0" err="1" smtClean="0">
                <a:latin typeface="Times New Roman" pitchFamily="18" charset="0"/>
                <a:cs typeface="Times New Roman" pitchFamily="18" charset="0"/>
              </a:rPr>
              <a:t>runnable</a:t>
            </a:r>
            <a:r>
              <a:rPr lang="en-US" sz="1800" b="1" dirty="0" smtClean="0">
                <a:latin typeface="Times New Roman" pitchFamily="18" charset="0"/>
                <a:cs typeface="Times New Roman" pitchFamily="18" charset="0"/>
              </a:rPr>
              <a:t> States</a:t>
            </a:r>
            <a:r>
              <a:rPr lang="en-US" sz="1800" dirty="0" smtClean="0">
                <a:latin typeface="Times New Roman" pitchFamily="18" charset="0"/>
                <a:cs typeface="Times New Roman" pitchFamily="18" charset="0"/>
              </a:rPr>
              <a:t>:</a:t>
            </a:r>
          </a:p>
          <a:p>
            <a:r>
              <a:rPr lang="en-US" sz="1800" dirty="0" smtClean="0">
                <a:latin typeface="Times New Roman" pitchFamily="18" charset="0"/>
                <a:cs typeface="Times New Roman" pitchFamily="18" charset="0"/>
              </a:rPr>
              <a:t>A Running Thread transit to one of the non </a:t>
            </a:r>
            <a:r>
              <a:rPr lang="en-US" sz="1800" dirty="0" err="1" smtClean="0">
                <a:latin typeface="Times New Roman" pitchFamily="18" charset="0"/>
                <a:cs typeface="Times New Roman" pitchFamily="18" charset="0"/>
              </a:rPr>
              <a:t>runnable</a:t>
            </a:r>
            <a:r>
              <a:rPr lang="en-US" sz="1800" dirty="0" smtClean="0">
                <a:latin typeface="Times New Roman" pitchFamily="18" charset="0"/>
                <a:cs typeface="Times New Roman" pitchFamily="18" charset="0"/>
              </a:rPr>
              <a:t> states, depending upon the circumstances.</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A Thread remains non </a:t>
            </a:r>
            <a:r>
              <a:rPr lang="en-US" sz="1800" dirty="0" err="1" smtClean="0">
                <a:latin typeface="Times New Roman" pitchFamily="18" charset="0"/>
                <a:cs typeface="Times New Roman" pitchFamily="18" charset="0"/>
              </a:rPr>
              <a:t>runnable</a:t>
            </a:r>
            <a:r>
              <a:rPr lang="en-US" sz="1800" dirty="0" smtClean="0">
                <a:latin typeface="Times New Roman" pitchFamily="18" charset="0"/>
                <a:cs typeface="Times New Roman" pitchFamily="18" charset="0"/>
              </a:rPr>
              <a:t> until a special transition occurs.</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A Thread does not go directly to the running state from non </a:t>
            </a:r>
            <a:r>
              <a:rPr lang="en-US" sz="1800" dirty="0" err="1" smtClean="0">
                <a:latin typeface="Times New Roman" pitchFamily="18" charset="0"/>
                <a:cs typeface="Times New Roman" pitchFamily="18" charset="0"/>
              </a:rPr>
              <a:t>runnable</a:t>
            </a:r>
            <a:r>
              <a:rPr lang="en-US" sz="1800" dirty="0" smtClean="0">
                <a:latin typeface="Times New Roman" pitchFamily="18" charset="0"/>
                <a:cs typeface="Times New Roman" pitchFamily="18" charset="0"/>
              </a:rPr>
              <a:t> state.</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But transits first to </a:t>
            </a:r>
            <a:r>
              <a:rPr lang="en-US" sz="1800" dirty="0" err="1" smtClean="0">
                <a:latin typeface="Times New Roman" pitchFamily="18" charset="0"/>
                <a:cs typeface="Times New Roman" pitchFamily="18" charset="0"/>
              </a:rPr>
              <a:t>runnable</a:t>
            </a:r>
            <a:r>
              <a:rPr lang="en-US" sz="1800" dirty="0" smtClean="0">
                <a:latin typeface="Times New Roman" pitchFamily="18" charset="0"/>
                <a:cs typeface="Times New Roman" pitchFamily="18" charset="0"/>
              </a:rPr>
              <a:t> state.</a:t>
            </a:r>
          </a:p>
          <a:p>
            <a:r>
              <a:rPr lang="en-US" sz="1800" b="1" dirty="0" smtClean="0">
                <a:latin typeface="Times New Roman" pitchFamily="18" charset="0"/>
                <a:cs typeface="Times New Roman" pitchFamily="18" charset="0"/>
              </a:rPr>
              <a:t>Sleeping</a:t>
            </a:r>
            <a:r>
              <a:rPr lang="en-US" sz="1800" dirty="0" smtClean="0">
                <a:latin typeface="Times New Roman" pitchFamily="18" charset="0"/>
                <a:cs typeface="Times New Roman" pitchFamily="18" charset="0"/>
              </a:rPr>
              <a:t>: The </a:t>
            </a:r>
            <a:r>
              <a:rPr lang="en-US" sz="1800" dirty="0" err="1" smtClean="0">
                <a:latin typeface="Times New Roman" pitchFamily="18" charset="0"/>
                <a:cs typeface="Times New Roman" pitchFamily="18" charset="0"/>
              </a:rPr>
              <a:t>Threas</a:t>
            </a:r>
            <a:r>
              <a:rPr lang="en-US" sz="1800" dirty="0" smtClean="0">
                <a:latin typeface="Times New Roman" pitchFamily="18" charset="0"/>
                <a:cs typeface="Times New Roman" pitchFamily="18" charset="0"/>
              </a:rPr>
              <a:t> sleeps for specified amount of time.</a:t>
            </a:r>
          </a:p>
          <a:p>
            <a:r>
              <a:rPr lang="en-US" sz="1800" b="1" dirty="0" smtClean="0">
                <a:latin typeface="Times New Roman" pitchFamily="18" charset="0"/>
                <a:cs typeface="Times New Roman" pitchFamily="18" charset="0"/>
              </a:rPr>
              <a:t>Blocked for I/O</a:t>
            </a:r>
            <a:r>
              <a:rPr lang="en-US" sz="1800" dirty="0" smtClean="0">
                <a:latin typeface="Times New Roman" pitchFamily="18" charset="0"/>
                <a:cs typeface="Times New Roman" pitchFamily="18" charset="0"/>
              </a:rPr>
              <a:t>: The Thread waits for a blocking operation to complete.</a:t>
            </a:r>
          </a:p>
          <a:p>
            <a:r>
              <a:rPr lang="en-US" sz="1800" b="1" dirty="0" smtClean="0">
                <a:latin typeface="Times New Roman" pitchFamily="18" charset="0"/>
                <a:cs typeface="Times New Roman" pitchFamily="18" charset="0"/>
              </a:rPr>
              <a:t>Blocked for join completion</a:t>
            </a:r>
            <a:r>
              <a:rPr lang="en-US" sz="1800" dirty="0" smtClean="0">
                <a:latin typeface="Times New Roman" pitchFamily="18" charset="0"/>
                <a:cs typeface="Times New Roman" pitchFamily="18" charset="0"/>
              </a:rPr>
              <a:t>: The Thread waits for completion of another Thread.</a:t>
            </a:r>
          </a:p>
          <a:p>
            <a:r>
              <a:rPr lang="en-US" sz="1800" b="1" dirty="0" smtClean="0">
                <a:latin typeface="Times New Roman" pitchFamily="18" charset="0"/>
                <a:cs typeface="Times New Roman" pitchFamily="18" charset="0"/>
              </a:rPr>
              <a:t>Waiting for notification</a:t>
            </a:r>
            <a:r>
              <a:rPr lang="en-US" sz="1800" dirty="0" smtClean="0">
                <a:latin typeface="Times New Roman" pitchFamily="18" charset="0"/>
                <a:cs typeface="Times New Roman" pitchFamily="18" charset="0"/>
              </a:rPr>
              <a:t>: The Thread waits for notification another Thread.</a:t>
            </a:r>
          </a:p>
          <a:p>
            <a:r>
              <a:rPr lang="en-US" sz="1800" b="1" dirty="0" smtClean="0">
                <a:latin typeface="Times New Roman" pitchFamily="18" charset="0"/>
                <a:cs typeface="Times New Roman" pitchFamily="18" charset="0"/>
              </a:rPr>
              <a:t>Blocked for lock acquisition</a:t>
            </a:r>
            <a:r>
              <a:rPr lang="en-US" sz="1800" dirty="0" smtClean="0">
                <a:latin typeface="Times New Roman" pitchFamily="18" charset="0"/>
                <a:cs typeface="Times New Roman" pitchFamily="18" charset="0"/>
              </a:rPr>
              <a:t>: The Thread waits to acquire the lock of an object.</a:t>
            </a:r>
          </a:p>
          <a:p>
            <a:endParaRPr lang="en-US" sz="1400" dirty="0"/>
          </a:p>
        </p:txBody>
      </p:sp>
      <p:sp>
        <p:nvSpPr>
          <p:cNvPr id="4" name="Slide Number Placeholder 3"/>
          <p:cNvSpPr>
            <a:spLocks noGrp="1"/>
          </p:cNvSpPr>
          <p:nvPr>
            <p:ph type="sldNum" sz="quarter" idx="12"/>
          </p:nvPr>
        </p:nvSpPr>
        <p:spPr/>
        <p:txBody>
          <a:bodyPr/>
          <a:lstStyle/>
          <a:p>
            <a:fld id="{2F3868F3-13FB-4339-8B49-CB7D1F0867D4}" type="slidenum">
              <a:rPr lang="en-US" altLang="en-US" smtClean="0"/>
              <a:pPr/>
              <a:t>42</a:t>
            </a:fld>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Life-Cycle-of-a-Thread-4 (2).png"/>
          <p:cNvPicPr>
            <a:picLocks noGrp="1" noChangeAspect="1"/>
          </p:cNvPicPr>
          <p:nvPr>
            <p:ph idx="1"/>
          </p:nvPr>
        </p:nvPicPr>
        <p:blipFill>
          <a:blip r:embed="rId2"/>
          <a:stretch>
            <a:fillRect/>
          </a:stretch>
        </p:blipFill>
        <p:spPr>
          <a:xfrm>
            <a:off x="0" y="703858"/>
            <a:ext cx="9143999" cy="5813674"/>
          </a:xfrm>
        </p:spPr>
      </p:pic>
      <p:sp>
        <p:nvSpPr>
          <p:cNvPr id="4" name="Slide Number Placeholder 3"/>
          <p:cNvSpPr>
            <a:spLocks noGrp="1"/>
          </p:cNvSpPr>
          <p:nvPr>
            <p:ph type="sldNum" sz="quarter" idx="12"/>
          </p:nvPr>
        </p:nvSpPr>
        <p:spPr/>
        <p:txBody>
          <a:bodyPr/>
          <a:lstStyle/>
          <a:p>
            <a:fld id="{2F3868F3-13FB-4339-8B49-CB7D1F0867D4}" type="slidenum">
              <a:rPr lang="en-US" altLang="en-US" smtClean="0"/>
              <a:pPr/>
              <a:t>43</a:t>
            </a:fld>
            <a:endParaRPr lang="en-US"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47775" y="1520825"/>
            <a:ext cx="6661150" cy="784225"/>
          </a:xfrm>
        </p:spPr>
        <p:txBody>
          <a:bodyPr tIns="13335" rtlCol="0" anchor="ctr">
            <a:spAutoFit/>
          </a:bodyPr>
          <a:lstStyle/>
          <a:p>
            <a:pPr marL="12700">
              <a:spcBef>
                <a:spcPts val="105"/>
              </a:spcBef>
              <a:defRPr/>
            </a:pPr>
            <a:r>
              <a:rPr spc="120" dirty="0"/>
              <a:t>Advantages </a:t>
            </a:r>
            <a:r>
              <a:rPr spc="155" dirty="0"/>
              <a:t>of </a:t>
            </a:r>
            <a:r>
              <a:rPr spc="114" dirty="0"/>
              <a:t>Threads</a:t>
            </a:r>
            <a:r>
              <a:rPr spc="-204" dirty="0"/>
              <a:t> </a:t>
            </a:r>
            <a:endParaRPr spc="-75" dirty="0"/>
          </a:p>
        </p:txBody>
      </p:sp>
      <p:sp>
        <p:nvSpPr>
          <p:cNvPr id="46083" name="object 3"/>
          <p:cNvSpPr txBox="1">
            <a:spLocks noChangeArrowheads="1"/>
          </p:cNvSpPr>
          <p:nvPr/>
        </p:nvSpPr>
        <p:spPr bwMode="auto">
          <a:xfrm>
            <a:off x="900113" y="2751138"/>
            <a:ext cx="6891337" cy="2751137"/>
          </a:xfrm>
          <a:prstGeom prst="rect">
            <a:avLst/>
          </a:prstGeom>
          <a:noFill/>
          <a:ln w="9525">
            <a:noFill/>
            <a:miter lim="800000"/>
            <a:headEnd/>
            <a:tailEnd/>
          </a:ln>
        </p:spPr>
        <p:txBody>
          <a:bodyPr lIns="0" tIns="12065" rIns="0" bIns="0">
            <a:spAutoFit/>
          </a:bodyPr>
          <a:lstStyle/>
          <a:p>
            <a:pPr marL="298450" indent="-285750">
              <a:spcBef>
                <a:spcPts val="100"/>
              </a:spcBef>
              <a:buFontTx/>
              <a:buChar char="•"/>
              <a:tabLst>
                <a:tab pos="298450" algn="l"/>
              </a:tabLst>
            </a:pPr>
            <a:r>
              <a:rPr lang="en-US" altLang="en-US" sz="1600">
                <a:latin typeface="Arial" pitchFamily="34" charset="0"/>
                <a:cs typeface="Arial" pitchFamily="34" charset="0"/>
              </a:rPr>
              <a:t>Thread minimizes context switching time.</a:t>
            </a:r>
          </a:p>
          <a:p>
            <a:pPr marL="298450" indent="-285750">
              <a:spcBef>
                <a:spcPts val="25"/>
              </a:spcBef>
              <a:buClr>
                <a:srgbClr val="FFFFFF"/>
              </a:buClr>
              <a:buFont typeface="Arial" pitchFamily="34" charset="0"/>
              <a:buChar char="•"/>
              <a:tabLst>
                <a:tab pos="298450" algn="l"/>
              </a:tabLst>
            </a:pPr>
            <a:endParaRPr lang="en-US" altLang="en-US" sz="1600">
              <a:latin typeface="Arial" pitchFamily="34" charset="0"/>
              <a:cs typeface="Arial" pitchFamily="34" charset="0"/>
            </a:endParaRPr>
          </a:p>
          <a:p>
            <a:pPr marL="298450" indent="-285750">
              <a:buFontTx/>
              <a:buChar char="•"/>
              <a:tabLst>
                <a:tab pos="298450" algn="l"/>
              </a:tabLst>
            </a:pPr>
            <a:r>
              <a:rPr lang="en-US" altLang="en-US" sz="1600">
                <a:latin typeface="Arial" pitchFamily="34" charset="0"/>
                <a:cs typeface="Arial" pitchFamily="34" charset="0"/>
              </a:rPr>
              <a:t>Use of threads provides concurrency within a process.</a:t>
            </a:r>
          </a:p>
          <a:p>
            <a:pPr marL="298450" indent="-285750">
              <a:spcBef>
                <a:spcPts val="25"/>
              </a:spcBef>
              <a:buClr>
                <a:srgbClr val="FFFFFF"/>
              </a:buClr>
              <a:buFont typeface="Arial" pitchFamily="34" charset="0"/>
              <a:buChar char="•"/>
              <a:tabLst>
                <a:tab pos="298450" algn="l"/>
              </a:tabLst>
            </a:pPr>
            <a:endParaRPr lang="en-US" altLang="en-US" sz="1600">
              <a:latin typeface="Arial" pitchFamily="34" charset="0"/>
              <a:cs typeface="Arial" pitchFamily="34" charset="0"/>
            </a:endParaRPr>
          </a:p>
          <a:p>
            <a:pPr marL="298450" indent="-285750">
              <a:buFontTx/>
              <a:buChar char="•"/>
              <a:tabLst>
                <a:tab pos="298450" algn="l"/>
              </a:tabLst>
            </a:pPr>
            <a:r>
              <a:rPr lang="en-US" altLang="en-US" sz="1600">
                <a:latin typeface="Arial" pitchFamily="34" charset="0"/>
                <a:cs typeface="Arial" pitchFamily="34" charset="0"/>
              </a:rPr>
              <a:t>Efficient communication.</a:t>
            </a:r>
          </a:p>
          <a:p>
            <a:pPr marL="298450" indent="-285750">
              <a:spcBef>
                <a:spcPts val="25"/>
              </a:spcBef>
              <a:buClr>
                <a:srgbClr val="FFFFFF"/>
              </a:buClr>
              <a:buFont typeface="Arial" pitchFamily="34" charset="0"/>
              <a:buChar char="•"/>
              <a:tabLst>
                <a:tab pos="298450" algn="l"/>
              </a:tabLst>
            </a:pPr>
            <a:endParaRPr lang="en-US" altLang="en-US" sz="1600">
              <a:latin typeface="Arial" pitchFamily="34" charset="0"/>
              <a:cs typeface="Arial" pitchFamily="34" charset="0"/>
            </a:endParaRPr>
          </a:p>
          <a:p>
            <a:pPr marL="298450" indent="-285750">
              <a:buFontTx/>
              <a:buChar char="•"/>
              <a:tabLst>
                <a:tab pos="298450" algn="l"/>
              </a:tabLst>
            </a:pPr>
            <a:r>
              <a:rPr lang="en-US" altLang="en-US" sz="1600">
                <a:latin typeface="Arial" pitchFamily="34" charset="0"/>
                <a:cs typeface="Arial" pitchFamily="34" charset="0"/>
              </a:rPr>
              <a:t>Economy- It is more economical to create and context switch  threads.</a:t>
            </a:r>
          </a:p>
          <a:p>
            <a:pPr marL="298450" indent="-285750">
              <a:spcBef>
                <a:spcPts val="25"/>
              </a:spcBef>
              <a:buClr>
                <a:srgbClr val="FFFFFF"/>
              </a:buClr>
              <a:buFont typeface="Arial" pitchFamily="34" charset="0"/>
              <a:buChar char="•"/>
              <a:tabLst>
                <a:tab pos="298450" algn="l"/>
              </a:tabLst>
            </a:pPr>
            <a:endParaRPr lang="en-US" altLang="en-US" sz="1600">
              <a:latin typeface="Arial" pitchFamily="34" charset="0"/>
              <a:cs typeface="Arial" pitchFamily="34" charset="0"/>
            </a:endParaRPr>
          </a:p>
          <a:p>
            <a:pPr marL="298450" indent="-285750">
              <a:buFontTx/>
              <a:buChar char="•"/>
              <a:tabLst>
                <a:tab pos="298450" algn="l"/>
              </a:tabLst>
            </a:pPr>
            <a:r>
              <a:rPr lang="en-US" altLang="en-US" sz="1600">
                <a:latin typeface="Arial" pitchFamily="34" charset="0"/>
                <a:cs typeface="Arial" pitchFamily="34" charset="0"/>
              </a:rPr>
              <a:t>Utilization of multiprocessor architectures to a greater scale and  efficiency.</a:t>
            </a:r>
          </a:p>
        </p:txBody>
      </p:sp>
      <p:sp>
        <p:nvSpPr>
          <p:cNvPr id="46084" name="object 4"/>
          <p:cNvSpPr>
            <a:spLocks noChangeArrowheads="1"/>
          </p:cNvSpPr>
          <p:nvPr/>
        </p:nvSpPr>
        <p:spPr bwMode="auto">
          <a:xfrm>
            <a:off x="8223250" y="6594475"/>
            <a:ext cx="920750" cy="263525"/>
          </a:xfrm>
          <a:prstGeom prst="rect">
            <a:avLst/>
          </a:prstGeom>
          <a:blipFill dpi="0" rotWithShape="1">
            <a:blip r:embed="rId2"/>
            <a:srcRect/>
            <a:stretch>
              <a:fillRect/>
            </a:stretch>
          </a:blipFill>
          <a:ln w="9525">
            <a:noFill/>
            <a:miter lim="800000"/>
            <a:headEnd/>
            <a:tailEnd/>
          </a:ln>
        </p:spPr>
        <p:txBody>
          <a:bodyPr lIns="0" tIns="0" rIns="0" bIns="0"/>
          <a:lstStyle/>
          <a:p>
            <a:endParaRPr lang="en-US" altLang="en-US"/>
          </a:p>
        </p:txBody>
      </p:sp>
      <p:sp>
        <p:nvSpPr>
          <p:cNvPr id="46085" name="Slide Number Placeholder 2"/>
          <p:cNvSpPr>
            <a:spLocks noGrp="1"/>
          </p:cNvSpPr>
          <p:nvPr>
            <p:ph type="sldNum" sz="quarter" idx="12"/>
          </p:nvPr>
        </p:nvSpPr>
        <p:spPr bwMode="auto">
          <a:noFill/>
          <a:ln>
            <a:miter lim="800000"/>
            <a:headEnd/>
            <a:tailEnd/>
          </a:ln>
        </p:spPr>
        <p:txBody>
          <a:bodyPr/>
          <a:lstStyle/>
          <a:p>
            <a:fld id="{C6A6BE22-02C8-4DEA-B5BE-18ABD2A68F6B}" type="slidenum">
              <a:rPr lang="en-US" altLang="en-US"/>
              <a:pPr/>
              <a:t>44</a:t>
            </a:fld>
            <a:endParaRPr lang="en-US" altLang="en-US"/>
          </a:p>
        </p:txBody>
      </p:sp>
    </p:spTree>
  </p:cSld>
  <p:clrMapOvr>
    <a:masterClrMapping/>
  </p:clrMapOvr>
  <p:transition spd="slow"/>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03300" y="985838"/>
            <a:ext cx="7621588" cy="782637"/>
          </a:xfrm>
        </p:spPr>
        <p:txBody>
          <a:bodyPr tIns="13335" rtlCol="0" anchor="ctr">
            <a:spAutoFit/>
          </a:bodyPr>
          <a:lstStyle/>
          <a:p>
            <a:pPr marL="12700">
              <a:spcBef>
                <a:spcPts val="105"/>
              </a:spcBef>
              <a:defRPr/>
            </a:pPr>
            <a:r>
              <a:rPr spc="114" dirty="0"/>
              <a:t>Disadvantages </a:t>
            </a:r>
            <a:r>
              <a:rPr spc="150" dirty="0"/>
              <a:t>of </a:t>
            </a:r>
            <a:r>
              <a:rPr spc="114" dirty="0"/>
              <a:t>Threads</a:t>
            </a:r>
            <a:r>
              <a:rPr spc="-200" dirty="0"/>
              <a:t> </a:t>
            </a:r>
            <a:endParaRPr spc="-75" dirty="0"/>
          </a:p>
        </p:txBody>
      </p:sp>
      <p:sp>
        <p:nvSpPr>
          <p:cNvPr id="3" name="object 3"/>
          <p:cNvSpPr txBox="1"/>
          <p:nvPr/>
        </p:nvSpPr>
        <p:spPr>
          <a:xfrm>
            <a:off x="1457325" y="2632075"/>
            <a:ext cx="7254875" cy="1120775"/>
          </a:xfrm>
          <a:prstGeom prst="rect">
            <a:avLst/>
          </a:prstGeom>
        </p:spPr>
        <p:txBody>
          <a:bodyPr lIns="0" tIns="12065" rIns="0" bIns="0">
            <a:spAutoFit/>
          </a:bodyPr>
          <a:lstStyle/>
          <a:p>
            <a:pPr marL="299085" indent="-287020">
              <a:spcBef>
                <a:spcPts val="95"/>
              </a:spcBef>
              <a:buFontTx/>
              <a:buChar char="•"/>
              <a:tabLst>
                <a:tab pos="299085" algn="l"/>
                <a:tab pos="299720" algn="l"/>
              </a:tabLst>
              <a:defRPr/>
            </a:pPr>
            <a:r>
              <a:rPr sz="2400" spc="70" dirty="0">
                <a:latin typeface="Arial"/>
                <a:ea typeface="ＭＳ Ｐゴシック" panose="020B0600070205080204" pitchFamily="34" charset="-128"/>
                <a:cs typeface="Arial"/>
              </a:rPr>
              <a:t>Blocking</a:t>
            </a:r>
            <a:r>
              <a:rPr sz="2400" spc="45" dirty="0">
                <a:latin typeface="Arial"/>
                <a:ea typeface="ＭＳ Ｐゴシック" panose="020B0600070205080204" pitchFamily="34" charset="-128"/>
                <a:cs typeface="Arial"/>
              </a:rPr>
              <a:t> </a:t>
            </a:r>
            <a:r>
              <a:rPr sz="2400" spc="120" dirty="0">
                <a:latin typeface="Arial"/>
                <a:ea typeface="ＭＳ Ｐゴシック" panose="020B0600070205080204" pitchFamily="34" charset="-128"/>
                <a:cs typeface="Arial"/>
              </a:rPr>
              <a:t>of</a:t>
            </a:r>
            <a:r>
              <a:rPr sz="2400" spc="25" dirty="0">
                <a:latin typeface="Arial"/>
                <a:ea typeface="ＭＳ Ｐゴシック" panose="020B0600070205080204" pitchFamily="34" charset="-128"/>
                <a:cs typeface="Arial"/>
              </a:rPr>
              <a:t> </a:t>
            </a:r>
            <a:r>
              <a:rPr sz="2400" spc="130" dirty="0">
                <a:latin typeface="Arial"/>
                <a:ea typeface="ＭＳ Ｐゴシック" panose="020B0600070205080204" pitchFamily="34" charset="-128"/>
                <a:cs typeface="Arial"/>
              </a:rPr>
              <a:t>parent</a:t>
            </a:r>
            <a:r>
              <a:rPr sz="2400" spc="15" dirty="0">
                <a:latin typeface="Arial"/>
                <a:ea typeface="ＭＳ Ｐゴシック" panose="020B0600070205080204" pitchFamily="34" charset="-128"/>
                <a:cs typeface="Arial"/>
              </a:rPr>
              <a:t> </a:t>
            </a:r>
            <a:r>
              <a:rPr sz="2400" spc="110" dirty="0">
                <a:latin typeface="Arial"/>
                <a:ea typeface="ＭＳ Ｐゴシック" panose="020B0600070205080204" pitchFamily="34" charset="-128"/>
                <a:cs typeface="Arial"/>
              </a:rPr>
              <a:t>threads</a:t>
            </a:r>
            <a:r>
              <a:rPr sz="2400" spc="30" dirty="0">
                <a:latin typeface="Arial"/>
                <a:ea typeface="ＭＳ Ｐゴシック" panose="020B0600070205080204" pitchFamily="34" charset="-128"/>
                <a:cs typeface="Arial"/>
              </a:rPr>
              <a:t> </a:t>
            </a:r>
            <a:r>
              <a:rPr sz="2400" spc="95" dirty="0">
                <a:latin typeface="Arial"/>
                <a:ea typeface="ＭＳ Ｐゴシック" panose="020B0600070205080204" pitchFamily="34" charset="-128"/>
                <a:cs typeface="Arial"/>
              </a:rPr>
              <a:t>will</a:t>
            </a:r>
            <a:r>
              <a:rPr sz="2400" spc="25" dirty="0">
                <a:latin typeface="Arial"/>
                <a:ea typeface="ＭＳ Ｐゴシック" panose="020B0600070205080204" pitchFamily="34" charset="-128"/>
                <a:cs typeface="Arial"/>
              </a:rPr>
              <a:t> </a:t>
            </a:r>
            <a:r>
              <a:rPr sz="2400" spc="110" dirty="0">
                <a:latin typeface="Arial"/>
                <a:ea typeface="ＭＳ Ｐゴシック" panose="020B0600070205080204" pitchFamily="34" charset="-128"/>
                <a:cs typeface="Arial"/>
              </a:rPr>
              <a:t>stop</a:t>
            </a:r>
            <a:r>
              <a:rPr sz="2400" spc="25" dirty="0">
                <a:latin typeface="Arial"/>
                <a:ea typeface="ＭＳ Ｐゴシック" panose="020B0600070205080204" pitchFamily="34" charset="-128"/>
                <a:cs typeface="Arial"/>
              </a:rPr>
              <a:t> </a:t>
            </a:r>
            <a:r>
              <a:rPr sz="2400" spc="55" dirty="0">
                <a:latin typeface="Arial"/>
                <a:ea typeface="ＭＳ Ｐゴシック" panose="020B0600070205080204" pitchFamily="34" charset="-128"/>
                <a:cs typeface="Arial"/>
              </a:rPr>
              <a:t>all</a:t>
            </a:r>
            <a:r>
              <a:rPr sz="2400" spc="40" dirty="0">
                <a:latin typeface="Arial"/>
                <a:ea typeface="ＭＳ Ｐゴシック" panose="020B0600070205080204" pitchFamily="34" charset="-128"/>
                <a:cs typeface="Arial"/>
              </a:rPr>
              <a:t> </a:t>
            </a:r>
            <a:r>
              <a:rPr sz="2400" spc="95" dirty="0">
                <a:latin typeface="Arial"/>
                <a:ea typeface="ＭＳ Ｐゴシック" panose="020B0600070205080204" pitchFamily="34" charset="-128"/>
                <a:cs typeface="Arial"/>
              </a:rPr>
              <a:t>child</a:t>
            </a:r>
            <a:r>
              <a:rPr sz="2400" spc="20" dirty="0">
                <a:latin typeface="Arial"/>
                <a:ea typeface="ＭＳ Ｐゴシック" panose="020B0600070205080204" pitchFamily="34" charset="-128"/>
                <a:cs typeface="Arial"/>
              </a:rPr>
              <a:t> </a:t>
            </a:r>
            <a:r>
              <a:rPr sz="2400" spc="100" dirty="0">
                <a:latin typeface="Arial"/>
                <a:ea typeface="ＭＳ Ｐゴシック" panose="020B0600070205080204" pitchFamily="34" charset="-128"/>
                <a:cs typeface="Arial"/>
              </a:rPr>
              <a:t>thread.</a:t>
            </a:r>
            <a:endParaRPr sz="2400" dirty="0">
              <a:latin typeface="Arial"/>
              <a:ea typeface="ＭＳ Ｐゴシック" panose="020B0600070205080204" pitchFamily="34" charset="-128"/>
              <a:cs typeface="Arial"/>
            </a:endParaRPr>
          </a:p>
          <a:p>
            <a:pPr>
              <a:spcBef>
                <a:spcPts val="20"/>
              </a:spcBef>
              <a:buClr>
                <a:srgbClr val="FFFFFF"/>
              </a:buClr>
              <a:buFont typeface="Arial"/>
              <a:buChar char="•"/>
              <a:defRPr/>
            </a:pPr>
            <a:endParaRPr sz="2400" dirty="0">
              <a:latin typeface="Arial"/>
              <a:ea typeface="ＭＳ Ｐゴシック" panose="020B0600070205080204" pitchFamily="34" charset="-128"/>
              <a:cs typeface="Arial"/>
            </a:endParaRPr>
          </a:p>
        </p:txBody>
      </p:sp>
      <p:sp>
        <p:nvSpPr>
          <p:cNvPr id="47108" name="object 4"/>
          <p:cNvSpPr>
            <a:spLocks noChangeArrowheads="1"/>
          </p:cNvSpPr>
          <p:nvPr/>
        </p:nvSpPr>
        <p:spPr bwMode="auto">
          <a:xfrm>
            <a:off x="8223250" y="6594475"/>
            <a:ext cx="920750" cy="263525"/>
          </a:xfrm>
          <a:prstGeom prst="rect">
            <a:avLst/>
          </a:prstGeom>
          <a:blipFill dpi="0" rotWithShape="1">
            <a:blip r:embed="rId2"/>
            <a:srcRect/>
            <a:stretch>
              <a:fillRect/>
            </a:stretch>
          </a:blipFill>
          <a:ln w="9525">
            <a:noFill/>
            <a:miter lim="800000"/>
            <a:headEnd/>
            <a:tailEnd/>
          </a:ln>
        </p:spPr>
        <p:txBody>
          <a:bodyPr lIns="0" tIns="0" rIns="0" bIns="0"/>
          <a:lstStyle/>
          <a:p>
            <a:endParaRPr lang="en-US" altLang="en-US"/>
          </a:p>
        </p:txBody>
      </p:sp>
      <p:sp>
        <p:nvSpPr>
          <p:cNvPr id="47109" name="Slide Number Placeholder 3"/>
          <p:cNvSpPr>
            <a:spLocks noGrp="1"/>
          </p:cNvSpPr>
          <p:nvPr>
            <p:ph type="sldNum" sz="quarter" idx="12"/>
          </p:nvPr>
        </p:nvSpPr>
        <p:spPr bwMode="auto">
          <a:noFill/>
          <a:ln>
            <a:miter lim="800000"/>
            <a:headEnd/>
            <a:tailEnd/>
          </a:ln>
        </p:spPr>
        <p:txBody>
          <a:bodyPr/>
          <a:lstStyle/>
          <a:p>
            <a:fld id="{48E4E885-9CDE-45F5-8E11-D0A9D548E81C}" type="slidenum">
              <a:rPr lang="en-US" altLang="en-US"/>
              <a:pPr/>
              <a:t>45</a:t>
            </a:fld>
            <a:endParaRPr lang="en-US" altLang="en-US"/>
          </a:p>
        </p:txBody>
      </p:sp>
    </p:spTree>
  </p:cSld>
  <p:clrMapOvr>
    <a:masterClrMapping/>
  </p:clrMapOvr>
  <p:transition spd="slow"/>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Multithreading</a:t>
            </a:r>
            <a:endParaRPr lang="en-US" dirty="0"/>
          </a:p>
        </p:txBody>
      </p:sp>
      <p:sp>
        <p:nvSpPr>
          <p:cNvPr id="3" name="Content Placeholder 2"/>
          <p:cNvSpPr>
            <a:spLocks noGrp="1"/>
          </p:cNvSpPr>
          <p:nvPr>
            <p:ph idx="1"/>
          </p:nvPr>
        </p:nvSpPr>
        <p:spPr/>
        <p:txBody>
          <a:bodyPr/>
          <a:lstStyle/>
          <a:p>
            <a:pPr algn="just"/>
            <a:r>
              <a:rPr lang="en-US" sz="2400" dirty="0" smtClean="0">
                <a:latin typeface="Times New Roman" pitchFamily="18" charset="0"/>
                <a:cs typeface="Times New Roman" pitchFamily="18" charset="0"/>
              </a:rPr>
              <a:t>Multithreading is the ability of a program or an operating system to enable more than one user at a time without requiring multiple copies of the program running on the computer. Multithreading can also handle multiple requests from the same user</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2F3868F3-13FB-4339-8B49-CB7D1F0867D4}" type="slidenum">
              <a:rPr lang="en-US" altLang="en-US" smtClean="0"/>
              <a:pPr/>
              <a:t>46</a:t>
            </a:fld>
            <a:endParaRPr lang="en-US"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984250" y="604838"/>
            <a:ext cx="6664325" cy="690562"/>
          </a:xfrm>
        </p:spPr>
        <p:txBody>
          <a:bodyPr tIns="12065" rtlCol="0">
            <a:spAutoFit/>
          </a:bodyPr>
          <a:lstStyle/>
          <a:p>
            <a:pPr marL="12700">
              <a:spcBef>
                <a:spcPts val="95"/>
              </a:spcBef>
              <a:defRPr/>
            </a:pPr>
            <a:r>
              <a:rPr sz="4400" spc="180" dirty="0"/>
              <a:t>Multi-Threading </a:t>
            </a:r>
            <a:r>
              <a:rPr sz="4400" spc="114" dirty="0"/>
              <a:t>Models</a:t>
            </a:r>
            <a:r>
              <a:rPr sz="4400" spc="-85" dirty="0"/>
              <a:t> </a:t>
            </a:r>
            <a:endParaRPr sz="4400" dirty="0"/>
          </a:p>
        </p:txBody>
      </p:sp>
      <p:sp>
        <p:nvSpPr>
          <p:cNvPr id="48131" name="object 6"/>
          <p:cNvSpPr txBox="1">
            <a:spLocks noChangeArrowheads="1"/>
          </p:cNvSpPr>
          <p:nvPr/>
        </p:nvSpPr>
        <p:spPr bwMode="auto">
          <a:xfrm>
            <a:off x="984250" y="1649413"/>
            <a:ext cx="7239000" cy="4219575"/>
          </a:xfrm>
          <a:prstGeom prst="rect">
            <a:avLst/>
          </a:prstGeom>
          <a:noFill/>
          <a:ln w="9525">
            <a:noFill/>
            <a:miter lim="800000"/>
            <a:headEnd/>
            <a:tailEnd/>
          </a:ln>
        </p:spPr>
        <p:txBody>
          <a:bodyPr lIns="0" tIns="13335" rIns="0" bIns="0">
            <a:spAutoFit/>
          </a:bodyPr>
          <a:lstStyle/>
          <a:p>
            <a:pPr marL="355600" indent="-342900" algn="just"/>
            <a:r>
              <a:rPr lang="en-US" altLang="en-US" sz="2000">
                <a:solidFill>
                  <a:srgbClr val="000000"/>
                </a:solidFill>
                <a:latin typeface="Arial" pitchFamily="34" charset="0"/>
              </a:rPr>
              <a:t>Threads are implemented in following two ways −</a:t>
            </a:r>
          </a:p>
          <a:p>
            <a:pPr marL="742950" lvl="1" indent="-285750" algn="just">
              <a:buFont typeface="Arial" pitchFamily="34" charset="0"/>
              <a:buChar char="•"/>
            </a:pPr>
            <a:r>
              <a:rPr lang="en-US" altLang="en-US" sz="2000" b="1">
                <a:solidFill>
                  <a:srgbClr val="000000"/>
                </a:solidFill>
                <a:latin typeface="Arial" pitchFamily="34" charset="0"/>
              </a:rPr>
              <a:t>User Level Threads</a:t>
            </a:r>
            <a:r>
              <a:rPr lang="en-US" altLang="en-US" sz="2000">
                <a:solidFill>
                  <a:srgbClr val="000000"/>
                </a:solidFill>
                <a:latin typeface="Arial" pitchFamily="34" charset="0"/>
              </a:rPr>
              <a:t> − User managed threads.</a:t>
            </a:r>
          </a:p>
          <a:p>
            <a:pPr marL="742950" lvl="1" indent="-285750" algn="just">
              <a:buFont typeface="Arial" pitchFamily="34" charset="0"/>
              <a:buChar char="•"/>
            </a:pPr>
            <a:r>
              <a:rPr lang="en-US" altLang="en-US" sz="2000" b="1">
                <a:solidFill>
                  <a:srgbClr val="000000"/>
                </a:solidFill>
                <a:latin typeface="Arial" pitchFamily="34" charset="0"/>
              </a:rPr>
              <a:t>Kernel Level Threads</a:t>
            </a:r>
            <a:r>
              <a:rPr lang="en-US" altLang="en-US" sz="2000">
                <a:solidFill>
                  <a:srgbClr val="000000"/>
                </a:solidFill>
                <a:latin typeface="Arial" pitchFamily="34" charset="0"/>
              </a:rPr>
              <a:t> − Operating System managed threads acting on kernel, an operating system core.</a:t>
            </a:r>
          </a:p>
          <a:p>
            <a:pPr marL="355600" indent="-342900" algn="just">
              <a:spcBef>
                <a:spcPts val="100"/>
              </a:spcBef>
              <a:buFont typeface="Arial" pitchFamily="34" charset="0"/>
              <a:buChar char="•"/>
            </a:pPr>
            <a:endParaRPr lang="en-US" altLang="en-US" sz="2000">
              <a:latin typeface="Arial" pitchFamily="34" charset="0"/>
              <a:cs typeface="Arial" pitchFamily="34" charset="0"/>
            </a:endParaRPr>
          </a:p>
          <a:p>
            <a:pPr marL="355600" indent="-342900" algn="just">
              <a:spcBef>
                <a:spcPts val="100"/>
              </a:spcBef>
              <a:buFont typeface="Arial" pitchFamily="34" charset="0"/>
              <a:buChar char="•"/>
            </a:pPr>
            <a:r>
              <a:rPr lang="en-US" altLang="en-US" sz="2000">
                <a:latin typeface="Arial" pitchFamily="34" charset="0"/>
                <a:cs typeface="Arial" pitchFamily="34" charset="0"/>
              </a:rPr>
              <a:t>Some operating system provides a combined user  level thread and kernel level thread facility. </a:t>
            </a:r>
          </a:p>
          <a:p>
            <a:pPr marL="355600" indent="-342900" algn="just">
              <a:spcBef>
                <a:spcPts val="100"/>
              </a:spcBef>
              <a:buFont typeface="Arial" pitchFamily="34" charset="0"/>
              <a:buChar char="•"/>
            </a:pPr>
            <a:r>
              <a:rPr lang="en-US" altLang="en-US" sz="2000">
                <a:latin typeface="Arial" pitchFamily="34" charset="0"/>
                <a:cs typeface="Arial" pitchFamily="34" charset="0"/>
              </a:rPr>
              <a:t>Solaris  is a good example of this combined approch.</a:t>
            </a:r>
          </a:p>
          <a:p>
            <a:pPr marL="355600" indent="-342900" algn="just">
              <a:spcBef>
                <a:spcPts val="38"/>
              </a:spcBef>
            </a:pPr>
            <a:endParaRPr lang="en-US" altLang="en-US" sz="2000">
              <a:latin typeface="Arial" pitchFamily="34" charset="0"/>
              <a:cs typeface="Arial" pitchFamily="34" charset="0"/>
            </a:endParaRPr>
          </a:p>
          <a:p>
            <a:pPr marL="355600" indent="-342900" algn="just"/>
            <a:r>
              <a:rPr lang="en-US" altLang="en-US" sz="2000">
                <a:latin typeface="Arial" pitchFamily="34" charset="0"/>
                <a:cs typeface="Arial" pitchFamily="34" charset="0"/>
              </a:rPr>
              <a:t>Multi-Threading models are three types.</a:t>
            </a:r>
          </a:p>
          <a:p>
            <a:pPr marL="355600" indent="-342900" algn="just">
              <a:spcBef>
                <a:spcPts val="1300"/>
              </a:spcBef>
              <a:buFontTx/>
              <a:buChar char="•"/>
            </a:pPr>
            <a:r>
              <a:rPr lang="en-US" altLang="en-US" sz="2000">
                <a:latin typeface="Arial" pitchFamily="34" charset="0"/>
                <a:cs typeface="Arial" pitchFamily="34" charset="0"/>
              </a:rPr>
              <a:t>Many-to-One Model</a:t>
            </a:r>
          </a:p>
          <a:p>
            <a:pPr marL="355600" indent="-342900" algn="just">
              <a:buFontTx/>
              <a:buChar char="•"/>
            </a:pPr>
            <a:r>
              <a:rPr lang="en-US" altLang="en-US" sz="2000">
                <a:latin typeface="Arial" pitchFamily="34" charset="0"/>
                <a:cs typeface="Arial" pitchFamily="34" charset="0"/>
              </a:rPr>
              <a:t>One-to-One Model</a:t>
            </a:r>
          </a:p>
          <a:p>
            <a:pPr marL="355600" indent="-342900" algn="just">
              <a:buFontTx/>
              <a:buChar char="•"/>
            </a:pPr>
            <a:r>
              <a:rPr lang="en-US" altLang="en-US" sz="2000">
                <a:latin typeface="Arial" pitchFamily="34" charset="0"/>
                <a:cs typeface="Arial" pitchFamily="34" charset="0"/>
              </a:rPr>
              <a:t>Many-to-Many Model</a:t>
            </a:r>
          </a:p>
        </p:txBody>
      </p:sp>
      <p:sp>
        <p:nvSpPr>
          <p:cNvPr id="48132" name="object 7"/>
          <p:cNvSpPr>
            <a:spLocks noChangeArrowheads="1"/>
          </p:cNvSpPr>
          <p:nvPr/>
        </p:nvSpPr>
        <p:spPr bwMode="auto">
          <a:xfrm>
            <a:off x="8223250" y="6594475"/>
            <a:ext cx="920750" cy="263525"/>
          </a:xfrm>
          <a:prstGeom prst="rect">
            <a:avLst/>
          </a:prstGeom>
          <a:blipFill dpi="0" rotWithShape="1">
            <a:blip r:embed="rId3"/>
            <a:srcRect/>
            <a:stretch>
              <a:fillRect/>
            </a:stretch>
          </a:blipFill>
          <a:ln w="9525">
            <a:noFill/>
            <a:miter lim="800000"/>
            <a:headEnd/>
            <a:tailEnd/>
          </a:ln>
        </p:spPr>
        <p:txBody>
          <a:bodyPr lIns="0" tIns="0" rIns="0" bIns="0"/>
          <a:lstStyle/>
          <a:p>
            <a:endParaRPr lang="en-US" altLang="en-US"/>
          </a:p>
        </p:txBody>
      </p:sp>
      <p:sp>
        <p:nvSpPr>
          <p:cNvPr id="48133" name="Slide Number Placeholder 1"/>
          <p:cNvSpPr>
            <a:spLocks noGrp="1"/>
          </p:cNvSpPr>
          <p:nvPr>
            <p:ph type="sldNum" sz="quarter" idx="12"/>
          </p:nvPr>
        </p:nvSpPr>
        <p:spPr bwMode="auto">
          <a:noFill/>
          <a:ln>
            <a:miter lim="800000"/>
            <a:headEnd/>
            <a:tailEnd/>
          </a:ln>
        </p:spPr>
        <p:txBody>
          <a:bodyPr/>
          <a:lstStyle/>
          <a:p>
            <a:fld id="{7A37F0AA-354E-4011-909A-DC26A568C5F2}" type="slidenum">
              <a:rPr lang="en-US" altLang="en-US"/>
              <a:pPr/>
              <a:t>47</a:t>
            </a:fld>
            <a:endParaRPr lang="en-US" altLang="en-US"/>
          </a:p>
        </p:txBody>
      </p:sp>
    </p:spTree>
  </p:cSld>
  <p:clrMapOvr>
    <a:masterClrMapping/>
  </p:clrMapOvr>
  <p:transition spd="slow"/>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457200" y="266700"/>
            <a:ext cx="8229600" cy="762000"/>
          </a:xfrm>
        </p:spPr>
        <p:txBody>
          <a:bodyPr/>
          <a:lstStyle/>
          <a:p>
            <a:r>
              <a:rPr lang="en-US" altLang="en-US" sz="3600" dirty="0" smtClean="0"/>
              <a:t>Many to Many</a:t>
            </a:r>
            <a:endParaRPr lang="en-IN" altLang="en-US" sz="3600" dirty="0" smtClean="0"/>
          </a:p>
        </p:txBody>
      </p:sp>
      <p:sp>
        <p:nvSpPr>
          <p:cNvPr id="50179" name="Slide Number Placeholder 3"/>
          <p:cNvSpPr>
            <a:spLocks noGrp="1" noChangeArrowheads="1"/>
          </p:cNvSpPr>
          <p:nvPr>
            <p:ph type="sldNum" sz="quarter" idx="12"/>
          </p:nvPr>
        </p:nvSpPr>
        <p:spPr bwMode="auto">
          <a:noFill/>
          <a:ln>
            <a:miter lim="800000"/>
            <a:headEnd/>
            <a:tailEnd/>
          </a:ln>
        </p:spPr>
        <p:txBody>
          <a:bodyPr/>
          <a:lstStyle/>
          <a:p>
            <a:fld id="{E4BB0D0F-0A63-45D6-B0AB-9FF8D3C7223D}" type="slidenum">
              <a:rPr lang="en-US" altLang="en-US"/>
              <a:pPr/>
              <a:t>48</a:t>
            </a:fld>
            <a:endParaRPr lang="en-US" altLang="en-US"/>
          </a:p>
        </p:txBody>
      </p:sp>
      <p:pic>
        <p:nvPicPr>
          <p:cNvPr id="50180" name="Picture 2" descr="Many to many thread model"/>
          <p:cNvPicPr>
            <a:picLocks noGrp="1" noChangeAspect="1" noChangeArrowheads="1"/>
          </p:cNvPicPr>
          <p:nvPr>
            <p:ph idx="1"/>
          </p:nvPr>
        </p:nvPicPr>
        <p:blipFill>
          <a:blip r:embed="rId3"/>
          <a:srcRect/>
          <a:stretch>
            <a:fillRect/>
          </a:stretch>
        </p:blipFill>
        <p:spPr>
          <a:xfrm>
            <a:off x="3429000" y="476250"/>
            <a:ext cx="5715000" cy="3821113"/>
          </a:xfrm>
          <a:noFill/>
        </p:spPr>
      </p:pic>
      <p:sp>
        <p:nvSpPr>
          <p:cNvPr id="5" name="Rectangle 4"/>
          <p:cNvSpPr/>
          <p:nvPr/>
        </p:nvSpPr>
        <p:spPr>
          <a:xfrm>
            <a:off x="266700" y="4493389"/>
            <a:ext cx="8591550" cy="2308324"/>
          </a:xfrm>
          <a:prstGeom prst="rect">
            <a:avLst/>
          </a:prstGeom>
        </p:spPr>
        <p:txBody>
          <a:bodyPr wrap="square">
            <a:spAutoFit/>
          </a:bodyPr>
          <a:lstStyle/>
          <a:p>
            <a:pPr algn="just"/>
            <a:r>
              <a:rPr lang="en-US" sz="2400" dirty="0" smtClean="0">
                <a:latin typeface="Times New Roman" pitchFamily="18" charset="0"/>
                <a:cs typeface="Times New Roman" pitchFamily="18" charset="0"/>
              </a:rPr>
              <a:t>In this model, we have multiple user threads multiplex to same or lesser number of kernel level threads. Number of kernel level threads are specific to the machine, advantage of this model is if a user thread is blocked we can schedule others user thread to other kernel thread. Thus, System doesn’t block if a particular thread is blocked. </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304800" y="381000"/>
            <a:ext cx="8229600" cy="647700"/>
          </a:xfrm>
        </p:spPr>
        <p:txBody>
          <a:bodyPr/>
          <a:lstStyle/>
          <a:p>
            <a:r>
              <a:rPr lang="en-US" altLang="en-US" sz="3600" dirty="0" smtClean="0"/>
              <a:t>Many to one</a:t>
            </a:r>
            <a:endParaRPr lang="en-IN" altLang="en-US" sz="3600" dirty="0" smtClean="0"/>
          </a:p>
        </p:txBody>
      </p:sp>
      <p:sp>
        <p:nvSpPr>
          <p:cNvPr id="52227" name="Slide Number Placeholder 3"/>
          <p:cNvSpPr>
            <a:spLocks noGrp="1" noChangeArrowheads="1"/>
          </p:cNvSpPr>
          <p:nvPr>
            <p:ph type="sldNum" sz="quarter" idx="12"/>
          </p:nvPr>
        </p:nvSpPr>
        <p:spPr bwMode="auto">
          <a:noFill/>
          <a:ln>
            <a:miter lim="800000"/>
            <a:headEnd/>
            <a:tailEnd/>
          </a:ln>
        </p:spPr>
        <p:txBody>
          <a:bodyPr/>
          <a:lstStyle/>
          <a:p>
            <a:fld id="{B517C35F-5EC4-4DBE-B232-F48DAFCFA0F8}" type="slidenum">
              <a:rPr lang="en-US" altLang="en-US"/>
              <a:pPr/>
              <a:t>49</a:t>
            </a:fld>
            <a:endParaRPr lang="en-US" altLang="en-US"/>
          </a:p>
        </p:txBody>
      </p:sp>
      <p:pic>
        <p:nvPicPr>
          <p:cNvPr id="52228" name="Picture 2" descr="Many to one thread model"/>
          <p:cNvPicPr>
            <a:picLocks noGrp="1" noChangeAspect="1" noChangeArrowheads="1"/>
          </p:cNvPicPr>
          <p:nvPr>
            <p:ph idx="1"/>
          </p:nvPr>
        </p:nvPicPr>
        <p:blipFill>
          <a:blip r:embed="rId3"/>
          <a:srcRect/>
          <a:stretch>
            <a:fillRect/>
          </a:stretch>
        </p:blipFill>
        <p:spPr>
          <a:xfrm>
            <a:off x="3124200" y="280988"/>
            <a:ext cx="5715000" cy="4229100"/>
          </a:xfrm>
          <a:noFill/>
        </p:spPr>
      </p:pic>
      <p:sp>
        <p:nvSpPr>
          <p:cNvPr id="5" name="Rectangle 4"/>
          <p:cNvSpPr/>
          <p:nvPr/>
        </p:nvSpPr>
        <p:spPr>
          <a:xfrm>
            <a:off x="0" y="4648200"/>
            <a:ext cx="9144000" cy="1938992"/>
          </a:xfrm>
          <a:prstGeom prst="rect">
            <a:avLst/>
          </a:prstGeom>
        </p:spPr>
        <p:txBody>
          <a:bodyPr wrap="square">
            <a:spAutoFit/>
          </a:bodyPr>
          <a:lstStyle/>
          <a:p>
            <a:pPr algn="just"/>
            <a:r>
              <a:rPr lang="en-US" sz="2400" dirty="0" smtClean="0">
                <a:latin typeface="Times New Roman" pitchFamily="18" charset="0"/>
                <a:cs typeface="Times New Roman" pitchFamily="18" charset="0"/>
              </a:rPr>
              <a:t>In this model, we have multiple user threads mapped to one kernel thread. In this model when a user thread makes a blocking system call entire process blocks. As we have only one kernel thread and only one user thread can access kernel at a time, so multiple threads are not able access multiprocessor at the same time. </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0" y="400050"/>
            <a:ext cx="8229600" cy="666750"/>
          </a:xfrm>
        </p:spPr>
        <p:txBody>
          <a:bodyPr/>
          <a:lstStyle/>
          <a:p>
            <a:r>
              <a:rPr lang="en-US" altLang="en-US" sz="4000" dirty="0" smtClean="0"/>
              <a:t>One to One </a:t>
            </a:r>
            <a:endParaRPr lang="en-IN" altLang="en-US" sz="4000" dirty="0" smtClean="0"/>
          </a:p>
        </p:txBody>
      </p:sp>
      <p:sp>
        <p:nvSpPr>
          <p:cNvPr id="54275" name="Slide Number Placeholder 3"/>
          <p:cNvSpPr>
            <a:spLocks noGrp="1" noChangeArrowheads="1"/>
          </p:cNvSpPr>
          <p:nvPr>
            <p:ph type="sldNum" sz="quarter" idx="12"/>
          </p:nvPr>
        </p:nvSpPr>
        <p:spPr bwMode="auto">
          <a:noFill/>
          <a:ln>
            <a:miter lim="800000"/>
            <a:headEnd/>
            <a:tailEnd/>
          </a:ln>
        </p:spPr>
        <p:txBody>
          <a:bodyPr/>
          <a:lstStyle/>
          <a:p>
            <a:fld id="{6C34BAFE-8356-4E89-9EBE-EFBF81CA17E6}" type="slidenum">
              <a:rPr lang="en-US" altLang="en-US"/>
              <a:pPr/>
              <a:t>50</a:t>
            </a:fld>
            <a:endParaRPr lang="en-US" altLang="en-US"/>
          </a:p>
        </p:txBody>
      </p:sp>
      <p:pic>
        <p:nvPicPr>
          <p:cNvPr id="54276" name="Picture 2" descr="One to one thread model"/>
          <p:cNvPicPr>
            <a:picLocks noGrp="1" noChangeAspect="1" noChangeArrowheads="1"/>
          </p:cNvPicPr>
          <p:nvPr>
            <p:ph idx="1"/>
          </p:nvPr>
        </p:nvPicPr>
        <p:blipFill>
          <a:blip r:embed="rId3"/>
          <a:srcRect/>
          <a:stretch>
            <a:fillRect/>
          </a:stretch>
        </p:blipFill>
        <p:spPr>
          <a:xfrm>
            <a:off x="3429000" y="385763"/>
            <a:ext cx="5715000" cy="3805237"/>
          </a:xfrm>
          <a:noFill/>
        </p:spPr>
      </p:pic>
      <p:sp>
        <p:nvSpPr>
          <p:cNvPr id="5" name="Rectangle 4"/>
          <p:cNvSpPr/>
          <p:nvPr/>
        </p:nvSpPr>
        <p:spPr>
          <a:xfrm>
            <a:off x="0" y="4259640"/>
            <a:ext cx="9144000" cy="2308324"/>
          </a:xfrm>
          <a:prstGeom prst="rect">
            <a:avLst/>
          </a:prstGeom>
        </p:spPr>
        <p:txBody>
          <a:bodyPr wrap="square">
            <a:spAutoFit/>
          </a:bodyPr>
          <a:lstStyle/>
          <a:p>
            <a:pPr algn="just"/>
            <a:r>
              <a:rPr lang="en-US" sz="2400" dirty="0" smtClean="0">
                <a:latin typeface="Times New Roman" pitchFamily="18" charset="0"/>
                <a:cs typeface="Times New Roman" pitchFamily="18" charset="0"/>
              </a:rPr>
              <a:t>In this model, one to one relationship between kernel and user thread. In this model multiple thread can run on multiple processor. Problem with this model is that creating a user thread requires the corresponding kernel thread. </a:t>
            </a:r>
          </a:p>
          <a:p>
            <a:pPr algn="just"/>
            <a:r>
              <a:rPr lang="en-US" sz="2400" dirty="0" smtClean="0">
                <a:latin typeface="Times New Roman" pitchFamily="18" charset="0"/>
                <a:cs typeface="Times New Roman" pitchFamily="18" charset="0"/>
              </a:rPr>
              <a:t>As each user thread is connected to different kernel , if any user thread makes a blocking system call, the other user threads won’t be blocked.</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p:cNvSpPr>
          <p:nvPr>
            <p:ph type="title"/>
          </p:nvPr>
        </p:nvSpPr>
        <p:spPr>
          <a:xfrm>
            <a:off x="930275" y="798513"/>
            <a:ext cx="7645400" cy="576262"/>
          </a:xfrm>
        </p:spPr>
        <p:txBody>
          <a:bodyPr anchor="ctr"/>
          <a:lstStyle/>
          <a:p>
            <a:pPr eaLnBrk="1" hangingPunct="1"/>
            <a:r>
              <a:rPr lang="en-US" altLang="en-US" sz="4400" smtClean="0">
                <a:solidFill>
                  <a:srgbClr val="FF0000"/>
                </a:solidFill>
              </a:rPr>
              <a:t>Process Scheduling</a:t>
            </a:r>
          </a:p>
        </p:txBody>
      </p:sp>
      <p:sp>
        <p:nvSpPr>
          <p:cNvPr id="56323" name="Rectangle 3"/>
          <p:cNvSpPr>
            <a:spLocks noGrp="1"/>
          </p:cNvSpPr>
          <p:nvPr>
            <p:ph idx="1"/>
          </p:nvPr>
        </p:nvSpPr>
        <p:spPr>
          <a:xfrm>
            <a:off x="808038" y="1500188"/>
            <a:ext cx="6975475" cy="3983037"/>
          </a:xfrm>
        </p:spPr>
        <p:txBody>
          <a:bodyPr/>
          <a:lstStyle/>
          <a:p>
            <a:pPr eaLnBrk="1" hangingPunct="1"/>
            <a:r>
              <a:rPr lang="en-US" altLang="en-US" sz="2000" smtClean="0"/>
              <a:t>Uni- processor scheduling  </a:t>
            </a:r>
          </a:p>
          <a:p>
            <a:pPr eaLnBrk="1" hangingPunct="1"/>
            <a:r>
              <a:rPr lang="en-US" altLang="en-US" sz="2000" smtClean="0"/>
              <a:t>Maximize CPU use, quickly switch processes onto CPU for time sharing</a:t>
            </a:r>
          </a:p>
          <a:p>
            <a:pPr eaLnBrk="1" hangingPunct="1"/>
            <a:r>
              <a:rPr lang="en-US" altLang="en-US" sz="2000" b="1" smtClean="0"/>
              <a:t>Process scheduler- </a:t>
            </a:r>
            <a:r>
              <a:rPr lang="en-US" altLang="en-US" sz="2000" smtClean="0"/>
              <a:t>selects process among available processes in ready queue for next execution on CPU</a:t>
            </a:r>
          </a:p>
          <a:p>
            <a:pPr eaLnBrk="1" hangingPunct="1"/>
            <a:r>
              <a:rPr lang="en-US" altLang="en-US" sz="2000" smtClean="0"/>
              <a:t>Maintains </a:t>
            </a:r>
            <a:r>
              <a:rPr lang="en-US" altLang="en-US" sz="2000" b="1" smtClean="0"/>
              <a:t>scheduling queues </a:t>
            </a:r>
            <a:r>
              <a:rPr lang="en-US" altLang="en-US" sz="2000" smtClean="0"/>
              <a:t>of processes</a:t>
            </a:r>
          </a:p>
          <a:p>
            <a:pPr lvl="1" eaLnBrk="1" hangingPunct="1"/>
            <a:r>
              <a:rPr lang="en-US" altLang="en-US" sz="2000" b="1" smtClean="0"/>
              <a:t>Job queue</a:t>
            </a:r>
            <a:r>
              <a:rPr lang="en-US" altLang="en-US" sz="2000" smtClean="0"/>
              <a:t> – set of all processes in the system</a:t>
            </a:r>
          </a:p>
          <a:p>
            <a:pPr lvl="1" eaLnBrk="1" hangingPunct="1"/>
            <a:r>
              <a:rPr lang="en-US" altLang="en-US" sz="2000" b="1" smtClean="0"/>
              <a:t>Ready queue </a:t>
            </a:r>
            <a:r>
              <a:rPr lang="en-US" altLang="en-US" sz="2000" smtClean="0"/>
              <a:t>– set of all processes residing in main memory, ready and waiting to execute</a:t>
            </a:r>
          </a:p>
          <a:p>
            <a:pPr lvl="1" eaLnBrk="1" hangingPunct="1"/>
            <a:r>
              <a:rPr lang="en-US" altLang="en-US" sz="2000" b="1" smtClean="0"/>
              <a:t>Device queues </a:t>
            </a:r>
            <a:r>
              <a:rPr lang="en-US" altLang="en-US" sz="2000" smtClean="0"/>
              <a:t>– set of processes waiting for an I/O device</a:t>
            </a:r>
          </a:p>
          <a:p>
            <a:pPr lvl="1" eaLnBrk="1" hangingPunct="1"/>
            <a:r>
              <a:rPr lang="en-US" altLang="en-US" sz="2000" smtClean="0"/>
              <a:t>Processes migrate among the various queues</a:t>
            </a:r>
          </a:p>
        </p:txBody>
      </p:sp>
      <p:sp>
        <p:nvSpPr>
          <p:cNvPr id="56324" name="Slide Number Placeholder 1"/>
          <p:cNvSpPr>
            <a:spLocks noGrp="1"/>
          </p:cNvSpPr>
          <p:nvPr>
            <p:ph type="sldNum" sz="quarter" idx="12"/>
          </p:nvPr>
        </p:nvSpPr>
        <p:spPr bwMode="auto">
          <a:noFill/>
          <a:ln>
            <a:miter lim="800000"/>
            <a:headEnd/>
            <a:tailEnd/>
          </a:ln>
        </p:spPr>
        <p:txBody>
          <a:bodyPr/>
          <a:lstStyle/>
          <a:p>
            <a:fld id="{053AFD09-6C0D-4EA3-BCA0-AC127704FA10}" type="slidenum">
              <a:rPr lang="en-US" altLang="en-US"/>
              <a:pPr/>
              <a:t>51</a:t>
            </a:fld>
            <a:endParaRPr lang="en-US" altLang="en-US"/>
          </a:p>
        </p:txBody>
      </p:sp>
    </p:spTree>
  </p:cSld>
  <p:clrMapOvr>
    <a:masterClrMapping/>
  </p:clrMapOvr>
  <p:transition spd="slow"/>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Rectangle 2"/>
          <p:cNvPicPr>
            <a:picLocks noGrp="1" noChangeArrowheads="1"/>
          </p:cNvPicPr>
          <p:nvPr>
            <p:ph type="title"/>
          </p:nvPr>
        </p:nvPicPr>
        <p:blipFill>
          <a:blip r:embed="rId3"/>
          <a:srcRect/>
          <a:stretch>
            <a:fillRect/>
          </a:stretch>
        </p:blipFill>
        <p:spPr>
          <a:xfrm>
            <a:off x="-152400" y="736600"/>
            <a:ext cx="9359900" cy="1206500"/>
          </a:xfrm>
        </p:spPr>
      </p:pic>
      <p:pic>
        <p:nvPicPr>
          <p:cNvPr id="58371" name="Picture 4" descr="3"/>
          <p:cNvPicPr>
            <a:picLocks noChangeAspect="1" noChangeArrowheads="1"/>
          </p:cNvPicPr>
          <p:nvPr/>
        </p:nvPicPr>
        <p:blipFill>
          <a:blip r:embed="rId4"/>
          <a:srcRect/>
          <a:stretch>
            <a:fillRect/>
          </a:stretch>
        </p:blipFill>
        <p:spPr bwMode="auto">
          <a:xfrm>
            <a:off x="954088" y="2192338"/>
            <a:ext cx="7235825" cy="4178300"/>
          </a:xfrm>
          <a:prstGeom prst="rect">
            <a:avLst/>
          </a:prstGeom>
          <a:noFill/>
          <a:ln w="9525">
            <a:noFill/>
            <a:miter lim="800000"/>
            <a:headEnd/>
            <a:tailEnd/>
          </a:ln>
        </p:spPr>
      </p:pic>
      <p:sp>
        <p:nvSpPr>
          <p:cNvPr id="58372" name="Slide Number Placeholder 1"/>
          <p:cNvSpPr>
            <a:spLocks noGrp="1"/>
          </p:cNvSpPr>
          <p:nvPr>
            <p:ph type="sldNum" sz="quarter" idx="12"/>
          </p:nvPr>
        </p:nvSpPr>
        <p:spPr bwMode="auto">
          <a:noFill/>
          <a:ln>
            <a:miter lim="800000"/>
            <a:headEnd/>
            <a:tailEnd/>
          </a:ln>
        </p:spPr>
        <p:txBody>
          <a:bodyPr/>
          <a:lstStyle/>
          <a:p>
            <a:fld id="{6B98D7F0-35D3-49C7-A85E-B9ECD14398E7}" type="slidenum">
              <a:rPr lang="en-US" altLang="en-US"/>
              <a:pPr/>
              <a:t>52</a:t>
            </a:fld>
            <a:endParaRPr lang="en-US" alt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p:cNvSpPr>
          <p:nvPr>
            <p:ph type="title"/>
          </p:nvPr>
        </p:nvSpPr>
        <p:spPr>
          <a:xfrm>
            <a:off x="457200" y="1092200"/>
            <a:ext cx="8229600" cy="755650"/>
          </a:xfrm>
        </p:spPr>
        <p:txBody>
          <a:bodyPr/>
          <a:lstStyle/>
          <a:p>
            <a:pPr eaLnBrk="1" hangingPunct="1"/>
            <a:r>
              <a:rPr lang="en-US" altLang="en-US" sz="4400" smtClean="0"/>
              <a:t>Schedulers</a:t>
            </a:r>
          </a:p>
        </p:txBody>
      </p:sp>
      <p:sp>
        <p:nvSpPr>
          <p:cNvPr id="18435" name="Rectangle 3"/>
          <p:cNvSpPr>
            <a:spLocks noGrp="1" noChangeArrowheads="1"/>
          </p:cNvSpPr>
          <p:nvPr>
            <p:ph idx="1"/>
          </p:nvPr>
        </p:nvSpPr>
        <p:spPr>
          <a:xfrm>
            <a:off x="827088" y="2192338"/>
            <a:ext cx="7235825" cy="3695700"/>
          </a:xfrm>
        </p:spPr>
        <p:txBody>
          <a:bodyPr>
            <a:normAutofit/>
          </a:bodyPr>
          <a:lstStyle/>
          <a:p>
            <a:pPr marL="274292" indent="-274292" eaLnBrk="1" fontAlgn="auto" hangingPunct="1">
              <a:spcAft>
                <a:spcPts val="0"/>
              </a:spcAft>
              <a:buClr>
                <a:schemeClr val="accent3"/>
              </a:buClr>
              <a:buFont typeface="Wingdings 2"/>
              <a:buChar char=""/>
              <a:defRPr/>
            </a:pPr>
            <a:r>
              <a:rPr lang="en-US" b="1" dirty="0">
                <a:solidFill>
                  <a:srgbClr val="000000"/>
                </a:solidFill>
              </a:rPr>
              <a:t>Long-term scheduler</a:t>
            </a:r>
            <a:r>
              <a:rPr lang="en-US" dirty="0">
                <a:solidFill>
                  <a:srgbClr val="000000"/>
                </a:solidFill>
              </a:rPr>
              <a:t>  </a:t>
            </a:r>
            <a:r>
              <a:rPr lang="en-US" dirty="0"/>
              <a:t>(Process or job scheduler</a:t>
            </a:r>
          </a:p>
          <a:p>
            <a:pPr>
              <a:defRPr/>
            </a:pPr>
            <a:r>
              <a:rPr lang="en-US" b="1" dirty="0">
                <a:solidFill>
                  <a:srgbClr val="000000"/>
                </a:solidFill>
              </a:rPr>
              <a:t>Medium term scheduler-</a:t>
            </a:r>
          </a:p>
          <a:p>
            <a:pPr marL="274292" indent="-274292" eaLnBrk="1" fontAlgn="auto" hangingPunct="1">
              <a:spcAft>
                <a:spcPts val="0"/>
              </a:spcAft>
              <a:buClr>
                <a:schemeClr val="accent3"/>
              </a:buClr>
              <a:buFont typeface="Wingdings 2"/>
              <a:buChar char=""/>
              <a:defRPr/>
            </a:pPr>
            <a:r>
              <a:rPr lang="en-US" b="1" dirty="0">
                <a:solidFill>
                  <a:srgbClr val="000000"/>
                </a:solidFill>
              </a:rPr>
              <a:t>Short-term scheduler</a:t>
            </a:r>
            <a:r>
              <a:rPr lang="en-US" dirty="0">
                <a:solidFill>
                  <a:srgbClr val="000000"/>
                </a:solidFill>
              </a:rPr>
              <a:t>  </a:t>
            </a:r>
            <a:r>
              <a:rPr lang="en-US" dirty="0"/>
              <a:t>(or CPU scheduler) </a:t>
            </a:r>
          </a:p>
          <a:p>
            <a:pPr marL="640016" lvl="1" indent="-246863" eaLnBrk="1" fontAlgn="auto" hangingPunct="1">
              <a:spcAft>
                <a:spcPts val="0"/>
              </a:spcAft>
              <a:buFont typeface="Wingdings 2"/>
              <a:buChar char=""/>
              <a:defRPr/>
            </a:pPr>
            <a:endParaRPr lang="en-US" dirty="0"/>
          </a:p>
          <a:p>
            <a:pPr marL="274292" indent="-274292" eaLnBrk="1" fontAlgn="auto" hangingPunct="1">
              <a:spcAft>
                <a:spcPts val="0"/>
              </a:spcAft>
              <a:buClr>
                <a:schemeClr val="accent3"/>
              </a:buClr>
              <a:buFont typeface="Wingdings 2"/>
              <a:buChar char=""/>
              <a:defRPr/>
            </a:pPr>
            <a:endParaRPr lang="en-US" dirty="0"/>
          </a:p>
        </p:txBody>
      </p:sp>
      <p:sp>
        <p:nvSpPr>
          <p:cNvPr id="60420" name="Slide Number Placeholder 1"/>
          <p:cNvSpPr>
            <a:spLocks noGrp="1"/>
          </p:cNvSpPr>
          <p:nvPr>
            <p:ph type="sldNum" sz="quarter" idx="12"/>
          </p:nvPr>
        </p:nvSpPr>
        <p:spPr bwMode="auto">
          <a:noFill/>
          <a:ln>
            <a:miter lim="800000"/>
            <a:headEnd/>
            <a:tailEnd/>
          </a:ln>
        </p:spPr>
        <p:txBody>
          <a:bodyPr/>
          <a:lstStyle/>
          <a:p>
            <a:fld id="{116AA763-1914-4ADA-BDF7-4E82C9E160DC}" type="slidenum">
              <a:rPr lang="en-US" altLang="en-US"/>
              <a:pPr/>
              <a:t>53</a:t>
            </a:fld>
            <a:endParaRPr lang="en-US" altLang="en-US"/>
          </a:p>
        </p:txBody>
      </p:sp>
    </p:spTree>
  </p:cSld>
  <p:clrMapOvr>
    <a:masterClrMapping/>
  </p:clrMapOvr>
  <p:transition spd="slow"/>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r>
              <a:rPr lang="en-US" altLang="en-US" smtClean="0"/>
              <a:t>Parameters of Process</a:t>
            </a:r>
          </a:p>
        </p:txBody>
      </p:sp>
      <p:sp>
        <p:nvSpPr>
          <p:cNvPr id="62467" name="Content Placeholder 2"/>
          <p:cNvSpPr>
            <a:spLocks noGrp="1"/>
          </p:cNvSpPr>
          <p:nvPr>
            <p:ph idx="1"/>
          </p:nvPr>
        </p:nvSpPr>
        <p:spPr/>
        <p:txBody>
          <a:bodyPr/>
          <a:lstStyle/>
          <a:p>
            <a:r>
              <a:rPr lang="en-US" altLang="en-US" smtClean="0"/>
              <a:t>Arrival Time</a:t>
            </a:r>
          </a:p>
          <a:p>
            <a:r>
              <a:rPr lang="en-US" altLang="en-US" smtClean="0"/>
              <a:t>Burst Time</a:t>
            </a:r>
          </a:p>
          <a:p>
            <a:r>
              <a:rPr lang="en-US" altLang="en-US" smtClean="0"/>
              <a:t>Completion time</a:t>
            </a:r>
          </a:p>
          <a:p>
            <a:r>
              <a:rPr lang="en-US" altLang="en-US" smtClean="0"/>
              <a:t>Turn around time</a:t>
            </a:r>
          </a:p>
          <a:p>
            <a:r>
              <a:rPr lang="en-US" altLang="en-US" smtClean="0"/>
              <a:t>Waiting time</a:t>
            </a:r>
          </a:p>
          <a:p>
            <a:r>
              <a:rPr lang="en-US" altLang="en-US" smtClean="0"/>
              <a:t>Response time</a:t>
            </a:r>
          </a:p>
        </p:txBody>
      </p:sp>
      <p:sp>
        <p:nvSpPr>
          <p:cNvPr id="62468" name="Slide Number Placeholder 1"/>
          <p:cNvSpPr>
            <a:spLocks noGrp="1"/>
          </p:cNvSpPr>
          <p:nvPr>
            <p:ph type="sldNum" sz="quarter" idx="12"/>
          </p:nvPr>
        </p:nvSpPr>
        <p:spPr bwMode="auto">
          <a:noFill/>
          <a:ln>
            <a:miter lim="800000"/>
            <a:headEnd/>
            <a:tailEnd/>
          </a:ln>
        </p:spPr>
        <p:txBody>
          <a:bodyPr/>
          <a:lstStyle/>
          <a:p>
            <a:fld id="{46C4CD43-247E-465D-A95C-42C5EBA55431}" type="slidenum">
              <a:rPr lang="en-US" altLang="en-US"/>
              <a:pPr/>
              <a:t>54</a:t>
            </a:fld>
            <a:endParaRPr lang="en-US" alt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US" altLang="en-US" smtClean="0">
                <a:solidFill>
                  <a:srgbClr val="FF0000"/>
                </a:solidFill>
              </a:rPr>
              <a:t>Scheduling Algorithms</a:t>
            </a:r>
          </a:p>
        </p:txBody>
      </p:sp>
      <p:sp>
        <p:nvSpPr>
          <p:cNvPr id="3" name="Content Placeholder 2"/>
          <p:cNvSpPr>
            <a:spLocks noGrp="1"/>
          </p:cNvSpPr>
          <p:nvPr>
            <p:ph idx="1"/>
          </p:nvPr>
        </p:nvSpPr>
        <p:spPr/>
        <p:txBody>
          <a:bodyPr/>
          <a:lstStyle/>
          <a:p>
            <a:pPr>
              <a:buFont typeface="Wingdings 2" pitchFamily="2" charset="2"/>
              <a:buChar char=""/>
              <a:defRPr/>
            </a:pPr>
            <a:r>
              <a:rPr lang="en-US" dirty="0"/>
              <a:t>First Come First Serve</a:t>
            </a:r>
          </a:p>
          <a:p>
            <a:pPr>
              <a:buFont typeface="Wingdings 2" pitchFamily="2" charset="2"/>
              <a:buChar char=""/>
              <a:defRPr/>
            </a:pPr>
            <a:r>
              <a:rPr lang="en-IN" sz="2800" spc="-5" dirty="0"/>
              <a:t>Shortest Remaining </a:t>
            </a:r>
            <a:r>
              <a:rPr lang="en-IN" sz="2800" spc="-40" dirty="0"/>
              <a:t>Time </a:t>
            </a:r>
            <a:r>
              <a:rPr lang="en-IN" sz="2800" spc="-10" dirty="0"/>
              <a:t>First </a:t>
            </a:r>
            <a:r>
              <a:rPr lang="en-IN" sz="2800" spc="-5" dirty="0"/>
              <a:t>-- </a:t>
            </a:r>
            <a:r>
              <a:rPr lang="en-IN" sz="2800" spc="-25" dirty="0"/>
              <a:t>SRTF  </a:t>
            </a:r>
            <a:r>
              <a:rPr lang="en-IN" sz="2800" spc="-5" dirty="0"/>
              <a:t>(SJF with</a:t>
            </a:r>
            <a:r>
              <a:rPr lang="en-IN" sz="2800" spc="-25" dirty="0"/>
              <a:t> </a:t>
            </a:r>
            <a:r>
              <a:rPr lang="en-IN" sz="2800" spc="-5" dirty="0" err="1"/>
              <a:t>preemption</a:t>
            </a:r>
            <a:r>
              <a:rPr lang="en-IN" sz="2800" spc="-5" dirty="0"/>
              <a:t>)</a:t>
            </a:r>
          </a:p>
          <a:p>
            <a:pPr>
              <a:buFont typeface="Wingdings 2" pitchFamily="2" charset="2"/>
              <a:buChar char=""/>
              <a:defRPr/>
            </a:pPr>
            <a:r>
              <a:rPr lang="en-IN" sz="2800" spc="-5" dirty="0"/>
              <a:t>Shortest Job First with </a:t>
            </a:r>
            <a:r>
              <a:rPr lang="en-IN" sz="2800" spc="-5" dirty="0" err="1"/>
              <a:t>nonpreemption</a:t>
            </a:r>
            <a:endParaRPr lang="en-IN" sz="2800" spc="-5" dirty="0"/>
          </a:p>
          <a:p>
            <a:pPr>
              <a:buFont typeface="Wingdings 2" pitchFamily="2" charset="2"/>
              <a:buChar char=""/>
              <a:defRPr/>
            </a:pPr>
            <a:r>
              <a:rPr lang="en-IN" sz="2800" spc="-5" dirty="0"/>
              <a:t>Priority scheduling</a:t>
            </a:r>
          </a:p>
          <a:p>
            <a:pPr>
              <a:buFont typeface="Wingdings 2" pitchFamily="2" charset="2"/>
              <a:buChar char=""/>
              <a:defRPr/>
            </a:pPr>
            <a:r>
              <a:rPr lang="en-IN" sz="2800" spc="-5" dirty="0"/>
              <a:t>Round Robin</a:t>
            </a:r>
            <a:endParaRPr lang="en-US" dirty="0"/>
          </a:p>
          <a:p>
            <a:pPr>
              <a:buFont typeface="Wingdings 2" pitchFamily="2" charset="2"/>
              <a:buChar char=""/>
              <a:defRPr/>
            </a:pPr>
            <a:endParaRPr lang="en-US" dirty="0"/>
          </a:p>
        </p:txBody>
      </p:sp>
      <p:sp>
        <p:nvSpPr>
          <p:cNvPr id="64516" name="Slide Number Placeholder 1"/>
          <p:cNvSpPr>
            <a:spLocks noGrp="1"/>
          </p:cNvSpPr>
          <p:nvPr>
            <p:ph type="sldNum" sz="quarter" idx="12"/>
          </p:nvPr>
        </p:nvSpPr>
        <p:spPr bwMode="auto">
          <a:noFill/>
          <a:ln>
            <a:miter lim="800000"/>
            <a:headEnd/>
            <a:tailEnd/>
          </a:ln>
        </p:spPr>
        <p:txBody>
          <a:bodyPr/>
          <a:lstStyle/>
          <a:p>
            <a:fld id="{3F48B5A2-AC91-44D3-B7E9-8842B47CBE73}" type="slidenum">
              <a:rPr lang="en-US" altLang="en-US"/>
              <a:pPr/>
              <a:t>55</a:t>
            </a:fld>
            <a:endParaRPr lang="en-US" alt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object 2"/>
          <p:cNvSpPr>
            <a:spLocks noGrp="1"/>
          </p:cNvSpPr>
          <p:nvPr>
            <p:ph type="title"/>
          </p:nvPr>
        </p:nvSpPr>
        <p:spPr>
          <a:xfrm>
            <a:off x="587375" y="1495425"/>
            <a:ext cx="8229600" cy="1243013"/>
          </a:xfrm>
        </p:spPr>
        <p:txBody>
          <a:bodyPr tIns="12700" anchor="ctr">
            <a:spAutoFit/>
          </a:bodyPr>
          <a:lstStyle/>
          <a:p>
            <a:pPr marL="30163" indent="792163">
              <a:spcBef>
                <a:spcPts val="100"/>
              </a:spcBef>
            </a:pPr>
            <a:r>
              <a:rPr lang="en-US" altLang="en-US" sz="4000" smtClean="0"/>
              <a:t>FCFS Scheduling  (First Come First Serve)</a:t>
            </a:r>
          </a:p>
        </p:txBody>
      </p:sp>
      <p:sp>
        <p:nvSpPr>
          <p:cNvPr id="3" name="object 3"/>
          <p:cNvSpPr txBox="1"/>
          <p:nvPr/>
        </p:nvSpPr>
        <p:spPr>
          <a:xfrm>
            <a:off x="850900" y="3429000"/>
            <a:ext cx="7442200" cy="1501775"/>
          </a:xfrm>
          <a:prstGeom prst="rect">
            <a:avLst/>
          </a:prstGeom>
        </p:spPr>
        <p:txBody>
          <a:bodyPr lIns="0" tIns="102870" rIns="0" bIns="0">
            <a:spAutoFit/>
          </a:bodyPr>
          <a:lstStyle/>
          <a:p>
            <a:pPr marL="355600" indent="-342900">
              <a:spcBef>
                <a:spcPts val="810"/>
              </a:spcBef>
              <a:buFontTx/>
              <a:buChar char="•"/>
              <a:tabLst>
                <a:tab pos="354965" algn="l"/>
                <a:tab pos="355600" algn="l"/>
              </a:tabLst>
              <a:defRPr/>
            </a:pPr>
            <a:r>
              <a:rPr sz="2800" spc="-5" dirty="0">
                <a:latin typeface="Liberation Sans"/>
                <a:ea typeface="ＭＳ Ｐゴシック" panose="020B0600070205080204" pitchFamily="34" charset="-128"/>
                <a:cs typeface="Liberation Sans"/>
              </a:rPr>
              <a:t>First job that requests the </a:t>
            </a:r>
            <a:r>
              <a:rPr sz="2800" spc="-10" dirty="0">
                <a:latin typeface="Liberation Sans"/>
                <a:ea typeface="ＭＳ Ｐゴシック" panose="020B0600070205080204" pitchFamily="34" charset="-128"/>
                <a:cs typeface="Liberation Sans"/>
              </a:rPr>
              <a:t>CPU </a:t>
            </a:r>
            <a:r>
              <a:rPr sz="2800" spc="-5" dirty="0">
                <a:latin typeface="Liberation Sans"/>
                <a:ea typeface="ＭＳ Ｐゴシック" panose="020B0600070205080204" pitchFamily="34" charset="-128"/>
                <a:cs typeface="Liberation Sans"/>
              </a:rPr>
              <a:t>gets the</a:t>
            </a:r>
            <a:r>
              <a:rPr sz="2800" spc="15" dirty="0">
                <a:latin typeface="Liberation Sans"/>
                <a:ea typeface="ＭＳ Ｐゴシック" panose="020B0600070205080204" pitchFamily="34" charset="-128"/>
                <a:cs typeface="Liberation Sans"/>
              </a:rPr>
              <a:t> </a:t>
            </a:r>
            <a:r>
              <a:rPr sz="2800" spc="-5" dirty="0">
                <a:latin typeface="Liberation Sans"/>
                <a:ea typeface="ＭＳ Ｐゴシック" panose="020B0600070205080204" pitchFamily="34" charset="-128"/>
                <a:cs typeface="Liberation Sans"/>
              </a:rPr>
              <a:t>CPU</a:t>
            </a:r>
            <a:endParaRPr sz="2800" dirty="0">
              <a:latin typeface="Liberation Sans"/>
              <a:ea typeface="ＭＳ Ｐゴシック" panose="020B0600070205080204" pitchFamily="34" charset="-128"/>
              <a:cs typeface="Liberation Sans"/>
            </a:endParaRPr>
          </a:p>
          <a:p>
            <a:pPr marL="355600" indent="-342900">
              <a:spcBef>
                <a:spcPts val="710"/>
              </a:spcBef>
              <a:buFontTx/>
              <a:buChar char="•"/>
              <a:tabLst>
                <a:tab pos="354965" algn="l"/>
                <a:tab pos="355600" algn="l"/>
              </a:tabLst>
              <a:defRPr/>
            </a:pPr>
            <a:r>
              <a:rPr sz="2800" spc="-5" dirty="0">
                <a:latin typeface="Liberation Sans"/>
                <a:ea typeface="ＭＳ Ｐゴシック" panose="020B0600070205080204" pitchFamily="34" charset="-128"/>
                <a:cs typeface="Liberation Sans"/>
              </a:rPr>
              <a:t>Non</a:t>
            </a:r>
            <a:r>
              <a:rPr sz="2800" spc="-15" dirty="0">
                <a:latin typeface="Liberation Sans"/>
                <a:ea typeface="ＭＳ Ｐゴシック" panose="020B0600070205080204" pitchFamily="34" charset="-128"/>
                <a:cs typeface="Liberation Sans"/>
              </a:rPr>
              <a:t> </a:t>
            </a:r>
            <a:r>
              <a:rPr sz="2800" dirty="0">
                <a:latin typeface="Liberation Sans"/>
                <a:ea typeface="ＭＳ Ｐゴシック" panose="020B0600070205080204" pitchFamily="34" charset="-128"/>
                <a:cs typeface="Liberation Sans"/>
              </a:rPr>
              <a:t>preemptive</a:t>
            </a:r>
          </a:p>
          <a:p>
            <a:pPr marL="469900">
              <a:spcBef>
                <a:spcPts val="610"/>
              </a:spcBef>
              <a:defRPr/>
            </a:pPr>
            <a:r>
              <a:rPr sz="3600" baseline="3472" dirty="0">
                <a:latin typeface="Liberation Sans"/>
                <a:ea typeface="ＭＳ Ｐゴシック" panose="020B0600070205080204" pitchFamily="34" charset="-128"/>
                <a:cs typeface="Liberation Sans"/>
              </a:rPr>
              <a:t>– </a:t>
            </a:r>
            <a:r>
              <a:rPr sz="2400" spc="-5" dirty="0">
                <a:latin typeface="Liberation Sans"/>
                <a:ea typeface="ＭＳ Ｐゴシック" panose="020B0600070205080204" pitchFamily="34" charset="-128"/>
                <a:cs typeface="Liberation Sans"/>
              </a:rPr>
              <a:t>Process </a:t>
            </a:r>
            <a:r>
              <a:rPr sz="2400" spc="-10" dirty="0">
                <a:latin typeface="Liberation Sans"/>
                <a:ea typeface="ＭＳ Ｐゴシック" panose="020B0600070205080204" pitchFamily="34" charset="-128"/>
                <a:cs typeface="Liberation Sans"/>
              </a:rPr>
              <a:t>continues </a:t>
            </a:r>
            <a:r>
              <a:rPr sz="2400" spc="-5" dirty="0">
                <a:latin typeface="Liberation Sans"/>
                <a:ea typeface="ＭＳ Ｐゴシック" panose="020B0600070205080204" pitchFamily="34" charset="-128"/>
                <a:cs typeface="Liberation Sans"/>
              </a:rPr>
              <a:t>till </a:t>
            </a:r>
            <a:r>
              <a:rPr sz="2400" dirty="0">
                <a:latin typeface="Liberation Sans"/>
                <a:ea typeface="ＭＳ Ｐゴシック" panose="020B0600070205080204" pitchFamily="34" charset="-128"/>
                <a:cs typeface="Liberation Sans"/>
              </a:rPr>
              <a:t>the </a:t>
            </a:r>
            <a:r>
              <a:rPr sz="2400" spc="-5" dirty="0">
                <a:latin typeface="Liberation Sans"/>
                <a:ea typeface="ＭＳ Ｐゴシック" panose="020B0600070205080204" pitchFamily="34" charset="-128"/>
                <a:cs typeface="Liberation Sans"/>
              </a:rPr>
              <a:t>burst cycle</a:t>
            </a:r>
            <a:r>
              <a:rPr sz="2400" spc="-395" dirty="0">
                <a:latin typeface="Liberation Sans"/>
                <a:ea typeface="ＭＳ Ｐゴシック" panose="020B0600070205080204" pitchFamily="34" charset="-128"/>
                <a:cs typeface="Liberation Sans"/>
              </a:rPr>
              <a:t> </a:t>
            </a:r>
            <a:r>
              <a:rPr sz="2400" spc="-10" dirty="0">
                <a:latin typeface="Liberation Sans"/>
                <a:ea typeface="ＭＳ Ｐゴシック" panose="020B0600070205080204" pitchFamily="34" charset="-128"/>
                <a:cs typeface="Liberation Sans"/>
              </a:rPr>
              <a:t>ends</a:t>
            </a:r>
            <a:endParaRPr sz="2400" dirty="0">
              <a:latin typeface="Liberation Sans"/>
              <a:ea typeface="ＭＳ Ｐゴシック" panose="020B0600070205080204" pitchFamily="34" charset="-128"/>
              <a:cs typeface="Liberation Sans"/>
            </a:endParaRPr>
          </a:p>
        </p:txBody>
      </p:sp>
      <p:sp>
        <p:nvSpPr>
          <p:cNvPr id="65540" name="Slide Number Placeholder 1"/>
          <p:cNvSpPr>
            <a:spLocks noGrp="1"/>
          </p:cNvSpPr>
          <p:nvPr>
            <p:ph type="sldNum" sz="quarter" idx="12"/>
          </p:nvPr>
        </p:nvSpPr>
        <p:spPr bwMode="auto">
          <a:noFill/>
          <a:ln>
            <a:miter lim="800000"/>
            <a:headEnd/>
            <a:tailEnd/>
          </a:ln>
        </p:spPr>
        <p:txBody>
          <a:bodyPr/>
          <a:lstStyle/>
          <a:p>
            <a:fld id="{77C02D42-68CA-476E-8712-6E9EED26AB95}" type="slidenum">
              <a:rPr lang="en-US" altLang="en-US"/>
              <a:pPr/>
              <a:t>56</a:t>
            </a:fld>
            <a:endParaRPr lang="en-US" alt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a:xfrm>
            <a:off x="457200" y="704850"/>
            <a:ext cx="8229600" cy="684213"/>
          </a:xfrm>
        </p:spPr>
        <p:txBody>
          <a:bodyPr/>
          <a:lstStyle/>
          <a:p>
            <a:r>
              <a:rPr lang="en-IN" altLang="en-US" smtClean="0"/>
              <a:t>Example </a:t>
            </a:r>
          </a:p>
        </p:txBody>
      </p:sp>
      <p:graphicFrame>
        <p:nvGraphicFramePr>
          <p:cNvPr id="5" name="Content Placeholder 4"/>
          <p:cNvGraphicFramePr>
            <a:graphicFrameLocks noGrp="1"/>
          </p:cNvGraphicFramePr>
          <p:nvPr>
            <p:ph idx="1"/>
          </p:nvPr>
        </p:nvGraphicFramePr>
        <p:xfrm>
          <a:off x="600075" y="1792288"/>
          <a:ext cx="7700963" cy="2493961"/>
        </p:xfrm>
        <a:graphic>
          <a:graphicData uri="http://schemas.openxmlformats.org/drawingml/2006/table">
            <a:tbl>
              <a:tblPr firstRow="1" bandRow="1">
                <a:tableStyleId>{5C22544A-7EE6-4342-B048-85BDC9FD1C3A}</a:tableStyleId>
              </a:tblPr>
              <a:tblGrid>
                <a:gridCol w="754065"/>
                <a:gridCol w="1033128"/>
                <a:gridCol w="1163754"/>
                <a:gridCol w="1496255"/>
                <a:gridCol w="1947506"/>
                <a:gridCol w="1306255"/>
              </a:tblGrid>
              <a:tr h="640066">
                <a:tc>
                  <a:txBody>
                    <a:bodyPr/>
                    <a:lstStyle/>
                    <a:p>
                      <a:r>
                        <a:rPr lang="en-IN" sz="1800" dirty="0"/>
                        <a:t>P.no.</a:t>
                      </a:r>
                    </a:p>
                  </a:txBody>
                  <a:tcPr marL="91438" marR="91438" marT="45713" marB="45713"/>
                </a:tc>
                <a:tc>
                  <a:txBody>
                    <a:bodyPr/>
                    <a:lstStyle/>
                    <a:p>
                      <a:r>
                        <a:rPr lang="en-IN" sz="1800" dirty="0"/>
                        <a:t>Arrival time</a:t>
                      </a:r>
                    </a:p>
                  </a:txBody>
                  <a:tcPr marL="91438" marR="91438" marT="45713" marB="45713"/>
                </a:tc>
                <a:tc>
                  <a:txBody>
                    <a:bodyPr/>
                    <a:lstStyle/>
                    <a:p>
                      <a:r>
                        <a:rPr lang="en-IN" sz="1800" dirty="0"/>
                        <a:t>Burst time</a:t>
                      </a:r>
                    </a:p>
                  </a:txBody>
                  <a:tcPr marL="91438" marR="91438" marT="45713" marB="45713"/>
                </a:tc>
                <a:tc>
                  <a:txBody>
                    <a:bodyPr/>
                    <a:lstStyle/>
                    <a:p>
                      <a:r>
                        <a:rPr lang="en-IN" sz="1800" dirty="0"/>
                        <a:t>Completion time</a:t>
                      </a:r>
                    </a:p>
                  </a:txBody>
                  <a:tcPr marL="91438" marR="91438" marT="45713" marB="45713"/>
                </a:tc>
                <a:tc>
                  <a:txBody>
                    <a:bodyPr/>
                    <a:lstStyle/>
                    <a:p>
                      <a:r>
                        <a:rPr lang="en-IN" sz="1800" dirty="0"/>
                        <a:t>Turn around time</a:t>
                      </a:r>
                    </a:p>
                  </a:txBody>
                  <a:tcPr marL="91438" marR="91438" marT="45713" marB="45713"/>
                </a:tc>
                <a:tc>
                  <a:txBody>
                    <a:bodyPr/>
                    <a:lstStyle/>
                    <a:p>
                      <a:r>
                        <a:rPr lang="en-IN" sz="1800" dirty="0"/>
                        <a:t>Waiting time</a:t>
                      </a:r>
                    </a:p>
                  </a:txBody>
                  <a:tcPr marL="91438" marR="91438" marT="45713" marB="45713"/>
                </a:tc>
              </a:tr>
              <a:tr h="370779">
                <a:tc>
                  <a:txBody>
                    <a:bodyPr/>
                    <a:lstStyle/>
                    <a:p>
                      <a:r>
                        <a:rPr lang="en-IN" sz="1800" dirty="0"/>
                        <a:t>P1</a:t>
                      </a:r>
                    </a:p>
                  </a:txBody>
                  <a:tcPr marL="91438" marR="91438" marT="45713" marB="45713"/>
                </a:tc>
                <a:tc>
                  <a:txBody>
                    <a:bodyPr/>
                    <a:lstStyle/>
                    <a:p>
                      <a:r>
                        <a:rPr lang="en-IN" sz="1800" dirty="0"/>
                        <a:t>0</a:t>
                      </a:r>
                    </a:p>
                  </a:txBody>
                  <a:tcPr marL="91438" marR="91438" marT="45713" marB="45713"/>
                </a:tc>
                <a:tc>
                  <a:txBody>
                    <a:bodyPr/>
                    <a:lstStyle/>
                    <a:p>
                      <a:r>
                        <a:rPr lang="en-IN" sz="1800" dirty="0"/>
                        <a:t>4</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P2 </a:t>
                      </a:r>
                    </a:p>
                  </a:txBody>
                  <a:tcPr marL="91438" marR="91438" marT="45713" marB="45713"/>
                </a:tc>
                <a:tc>
                  <a:txBody>
                    <a:bodyPr/>
                    <a:lstStyle/>
                    <a:p>
                      <a:r>
                        <a:rPr lang="en-IN" sz="1800" dirty="0"/>
                        <a:t>1</a:t>
                      </a:r>
                    </a:p>
                  </a:txBody>
                  <a:tcPr marL="91438" marR="91438" marT="45713" marB="45713"/>
                </a:tc>
                <a:tc>
                  <a:txBody>
                    <a:bodyPr/>
                    <a:lstStyle/>
                    <a:p>
                      <a:r>
                        <a:rPr lang="en-IN" sz="1800" dirty="0"/>
                        <a:t>3</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P3 </a:t>
                      </a:r>
                    </a:p>
                  </a:txBody>
                  <a:tcPr marL="91438" marR="91438" marT="45713" marB="45713"/>
                </a:tc>
                <a:tc>
                  <a:txBody>
                    <a:bodyPr/>
                    <a:lstStyle/>
                    <a:p>
                      <a:r>
                        <a:rPr lang="en-IN" sz="1800" dirty="0"/>
                        <a:t>2</a:t>
                      </a:r>
                    </a:p>
                  </a:txBody>
                  <a:tcPr marL="91438" marR="91438" marT="45713" marB="45713"/>
                </a:tc>
                <a:tc>
                  <a:txBody>
                    <a:bodyPr/>
                    <a:lstStyle/>
                    <a:p>
                      <a:r>
                        <a:rPr lang="en-IN" sz="1800" dirty="0"/>
                        <a:t>1</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P4 </a:t>
                      </a:r>
                    </a:p>
                  </a:txBody>
                  <a:tcPr marL="91438" marR="91438" marT="45713" marB="45713"/>
                </a:tc>
                <a:tc>
                  <a:txBody>
                    <a:bodyPr/>
                    <a:lstStyle/>
                    <a:p>
                      <a:r>
                        <a:rPr lang="en-IN" sz="1800" dirty="0"/>
                        <a:t>3</a:t>
                      </a:r>
                    </a:p>
                  </a:txBody>
                  <a:tcPr marL="91438" marR="91438" marT="45713" marB="45713"/>
                </a:tc>
                <a:tc>
                  <a:txBody>
                    <a:bodyPr/>
                    <a:lstStyle/>
                    <a:p>
                      <a:r>
                        <a:rPr lang="en-IN" sz="1800" dirty="0"/>
                        <a:t>2</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P5 </a:t>
                      </a:r>
                    </a:p>
                  </a:txBody>
                  <a:tcPr marL="91438" marR="91438" marT="45713" marB="45713"/>
                </a:tc>
                <a:tc>
                  <a:txBody>
                    <a:bodyPr/>
                    <a:lstStyle/>
                    <a:p>
                      <a:r>
                        <a:rPr lang="en-IN" sz="1800" dirty="0"/>
                        <a:t>4</a:t>
                      </a:r>
                    </a:p>
                  </a:txBody>
                  <a:tcPr marL="91438" marR="91438" marT="45713" marB="45713"/>
                </a:tc>
                <a:tc>
                  <a:txBody>
                    <a:bodyPr/>
                    <a:lstStyle/>
                    <a:p>
                      <a:r>
                        <a:rPr lang="en-IN" sz="1800" dirty="0"/>
                        <a:t>5</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c>
                  <a:txBody>
                    <a:bodyPr/>
                    <a:lstStyle/>
                    <a:p>
                      <a:endParaRPr lang="en-IN" sz="1800" dirty="0"/>
                    </a:p>
                  </a:txBody>
                  <a:tcPr marL="91438" marR="91438" marT="45713" marB="45713"/>
                </a:tc>
              </a:tr>
            </a:tbl>
          </a:graphicData>
        </a:graphic>
      </p:graphicFrame>
      <p:sp>
        <p:nvSpPr>
          <p:cNvPr id="66614" name="Slide Number Placeholder 3"/>
          <p:cNvSpPr>
            <a:spLocks noGrp="1"/>
          </p:cNvSpPr>
          <p:nvPr>
            <p:ph type="sldNum" sz="quarter" idx="12"/>
          </p:nvPr>
        </p:nvSpPr>
        <p:spPr bwMode="auto">
          <a:noFill/>
          <a:ln>
            <a:miter lim="800000"/>
            <a:headEnd/>
            <a:tailEnd/>
          </a:ln>
        </p:spPr>
        <p:txBody>
          <a:bodyPr/>
          <a:lstStyle/>
          <a:p>
            <a:fld id="{A44D3DF9-A083-4742-B8A5-5B5036805D87}" type="slidenum">
              <a:rPr lang="en-US" altLang="en-US"/>
              <a:pPr/>
              <a:t>57</a:t>
            </a:fld>
            <a:endParaRPr lang="en-US" alt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a:xfrm>
            <a:off x="457200" y="704850"/>
            <a:ext cx="8229600" cy="684213"/>
          </a:xfrm>
        </p:spPr>
        <p:txBody>
          <a:bodyPr/>
          <a:lstStyle/>
          <a:p>
            <a:r>
              <a:rPr lang="en-IN" altLang="en-US" smtClean="0"/>
              <a:t>Example </a:t>
            </a:r>
          </a:p>
        </p:txBody>
      </p:sp>
      <p:graphicFrame>
        <p:nvGraphicFramePr>
          <p:cNvPr id="5" name="Content Placeholder 4"/>
          <p:cNvGraphicFramePr>
            <a:graphicFrameLocks noGrp="1"/>
          </p:cNvGraphicFramePr>
          <p:nvPr>
            <p:ph idx="1"/>
          </p:nvPr>
        </p:nvGraphicFramePr>
        <p:xfrm>
          <a:off x="600075" y="1792288"/>
          <a:ext cx="7700963" cy="2493961"/>
        </p:xfrm>
        <a:graphic>
          <a:graphicData uri="http://schemas.openxmlformats.org/drawingml/2006/table">
            <a:tbl>
              <a:tblPr firstRow="1" bandRow="1">
                <a:tableStyleId>{5C22544A-7EE6-4342-B048-85BDC9FD1C3A}</a:tableStyleId>
              </a:tblPr>
              <a:tblGrid>
                <a:gridCol w="754065"/>
                <a:gridCol w="1033128"/>
                <a:gridCol w="1163754"/>
                <a:gridCol w="1496255"/>
                <a:gridCol w="1947506"/>
                <a:gridCol w="1306255"/>
              </a:tblGrid>
              <a:tr h="640066">
                <a:tc>
                  <a:txBody>
                    <a:bodyPr/>
                    <a:lstStyle/>
                    <a:p>
                      <a:r>
                        <a:rPr lang="en-IN" sz="1800" dirty="0"/>
                        <a:t>P.no.</a:t>
                      </a:r>
                    </a:p>
                  </a:txBody>
                  <a:tcPr marL="91438" marR="91438" marT="45713" marB="45713"/>
                </a:tc>
                <a:tc>
                  <a:txBody>
                    <a:bodyPr/>
                    <a:lstStyle/>
                    <a:p>
                      <a:r>
                        <a:rPr lang="en-IN" sz="1800" dirty="0"/>
                        <a:t>Arrival time</a:t>
                      </a:r>
                    </a:p>
                  </a:txBody>
                  <a:tcPr marL="91438" marR="91438" marT="45713" marB="45713"/>
                </a:tc>
                <a:tc>
                  <a:txBody>
                    <a:bodyPr/>
                    <a:lstStyle/>
                    <a:p>
                      <a:r>
                        <a:rPr lang="en-IN" sz="1800" dirty="0"/>
                        <a:t>Burst time</a:t>
                      </a:r>
                    </a:p>
                  </a:txBody>
                  <a:tcPr marL="91438" marR="91438" marT="45713" marB="45713"/>
                </a:tc>
                <a:tc>
                  <a:txBody>
                    <a:bodyPr/>
                    <a:lstStyle/>
                    <a:p>
                      <a:r>
                        <a:rPr lang="en-IN" sz="1800" dirty="0"/>
                        <a:t>Completion time</a:t>
                      </a:r>
                    </a:p>
                  </a:txBody>
                  <a:tcPr marL="91438" marR="91438" marT="45713" marB="45713"/>
                </a:tc>
                <a:tc>
                  <a:txBody>
                    <a:bodyPr/>
                    <a:lstStyle/>
                    <a:p>
                      <a:r>
                        <a:rPr lang="en-IN" sz="1800" dirty="0"/>
                        <a:t>Turn around time</a:t>
                      </a:r>
                    </a:p>
                  </a:txBody>
                  <a:tcPr marL="91438" marR="91438" marT="45713" marB="45713"/>
                </a:tc>
                <a:tc>
                  <a:txBody>
                    <a:bodyPr/>
                    <a:lstStyle/>
                    <a:p>
                      <a:r>
                        <a:rPr lang="en-IN" sz="1800" dirty="0"/>
                        <a:t>Waiting time</a:t>
                      </a:r>
                    </a:p>
                  </a:txBody>
                  <a:tcPr marL="91438" marR="91438" marT="45713" marB="45713"/>
                </a:tc>
              </a:tr>
              <a:tr h="370779">
                <a:tc>
                  <a:txBody>
                    <a:bodyPr/>
                    <a:lstStyle/>
                    <a:p>
                      <a:r>
                        <a:rPr lang="en-IN" sz="1800" dirty="0"/>
                        <a:t>P1</a:t>
                      </a:r>
                    </a:p>
                  </a:txBody>
                  <a:tcPr marL="91438" marR="91438" marT="45713" marB="45713"/>
                </a:tc>
                <a:tc>
                  <a:txBody>
                    <a:bodyPr/>
                    <a:lstStyle/>
                    <a:p>
                      <a:r>
                        <a:rPr lang="en-IN" sz="1800" dirty="0"/>
                        <a:t>0</a:t>
                      </a:r>
                    </a:p>
                  </a:txBody>
                  <a:tcPr marL="91438" marR="91438" marT="45713" marB="45713"/>
                </a:tc>
                <a:tc>
                  <a:txBody>
                    <a:bodyPr/>
                    <a:lstStyle/>
                    <a:p>
                      <a:r>
                        <a:rPr lang="en-IN" sz="1800" dirty="0"/>
                        <a:t>4</a:t>
                      </a:r>
                    </a:p>
                  </a:txBody>
                  <a:tcPr marL="91438" marR="91438" marT="45713" marB="45713"/>
                </a:tc>
                <a:tc>
                  <a:txBody>
                    <a:bodyPr/>
                    <a:lstStyle/>
                    <a:p>
                      <a:r>
                        <a:rPr lang="en-IN" sz="1800" dirty="0"/>
                        <a:t>4</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P2 </a:t>
                      </a:r>
                    </a:p>
                  </a:txBody>
                  <a:tcPr marL="91438" marR="91438" marT="45713" marB="45713"/>
                </a:tc>
                <a:tc>
                  <a:txBody>
                    <a:bodyPr/>
                    <a:lstStyle/>
                    <a:p>
                      <a:r>
                        <a:rPr lang="en-IN" sz="1800" dirty="0"/>
                        <a:t>1</a:t>
                      </a:r>
                    </a:p>
                  </a:txBody>
                  <a:tcPr marL="91438" marR="91438" marT="45713" marB="45713"/>
                </a:tc>
                <a:tc>
                  <a:txBody>
                    <a:bodyPr/>
                    <a:lstStyle/>
                    <a:p>
                      <a:r>
                        <a:rPr lang="en-IN" sz="1800" dirty="0"/>
                        <a:t>3</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P3 </a:t>
                      </a:r>
                    </a:p>
                  </a:txBody>
                  <a:tcPr marL="91438" marR="91438" marT="45713" marB="45713"/>
                </a:tc>
                <a:tc>
                  <a:txBody>
                    <a:bodyPr/>
                    <a:lstStyle/>
                    <a:p>
                      <a:r>
                        <a:rPr lang="en-IN" sz="1800" dirty="0"/>
                        <a:t>2</a:t>
                      </a:r>
                    </a:p>
                  </a:txBody>
                  <a:tcPr marL="91438" marR="91438" marT="45713" marB="45713"/>
                </a:tc>
                <a:tc>
                  <a:txBody>
                    <a:bodyPr/>
                    <a:lstStyle/>
                    <a:p>
                      <a:r>
                        <a:rPr lang="en-IN" sz="1800" dirty="0"/>
                        <a:t>1</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P4 </a:t>
                      </a:r>
                    </a:p>
                  </a:txBody>
                  <a:tcPr marL="91438" marR="91438" marT="45713" marB="45713"/>
                </a:tc>
                <a:tc>
                  <a:txBody>
                    <a:bodyPr/>
                    <a:lstStyle/>
                    <a:p>
                      <a:r>
                        <a:rPr lang="en-IN" sz="1800" dirty="0"/>
                        <a:t>3</a:t>
                      </a:r>
                    </a:p>
                  </a:txBody>
                  <a:tcPr marL="91438" marR="91438" marT="45713" marB="45713"/>
                </a:tc>
                <a:tc>
                  <a:txBody>
                    <a:bodyPr/>
                    <a:lstStyle/>
                    <a:p>
                      <a:r>
                        <a:rPr lang="en-IN" sz="1800" dirty="0"/>
                        <a:t>2</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P5 </a:t>
                      </a:r>
                    </a:p>
                  </a:txBody>
                  <a:tcPr marL="91438" marR="91438" marT="45713" marB="45713"/>
                </a:tc>
                <a:tc>
                  <a:txBody>
                    <a:bodyPr/>
                    <a:lstStyle/>
                    <a:p>
                      <a:r>
                        <a:rPr lang="en-IN" sz="1800" dirty="0"/>
                        <a:t>4</a:t>
                      </a:r>
                    </a:p>
                  </a:txBody>
                  <a:tcPr marL="91438" marR="91438" marT="45713" marB="45713"/>
                </a:tc>
                <a:tc>
                  <a:txBody>
                    <a:bodyPr/>
                    <a:lstStyle/>
                    <a:p>
                      <a:r>
                        <a:rPr lang="en-IN" sz="1800" dirty="0"/>
                        <a:t>5</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c>
                  <a:txBody>
                    <a:bodyPr/>
                    <a:lstStyle/>
                    <a:p>
                      <a:endParaRPr lang="en-IN" sz="1800" dirty="0"/>
                    </a:p>
                  </a:txBody>
                  <a:tcPr marL="91438" marR="91438" marT="45713" marB="45713"/>
                </a:tc>
              </a:tr>
            </a:tbl>
          </a:graphicData>
        </a:graphic>
      </p:graphicFrame>
      <p:sp>
        <p:nvSpPr>
          <p:cNvPr id="67638" name="Slide Number Placeholder 3"/>
          <p:cNvSpPr>
            <a:spLocks noGrp="1"/>
          </p:cNvSpPr>
          <p:nvPr>
            <p:ph type="sldNum" sz="quarter" idx="12"/>
          </p:nvPr>
        </p:nvSpPr>
        <p:spPr bwMode="auto">
          <a:noFill/>
          <a:ln>
            <a:miter lim="800000"/>
            <a:headEnd/>
            <a:tailEnd/>
          </a:ln>
        </p:spPr>
        <p:txBody>
          <a:bodyPr/>
          <a:lstStyle/>
          <a:p>
            <a:fld id="{BA55AB1C-ADC4-4BFF-A2B9-87CC17EA8C8E}" type="slidenum">
              <a:rPr lang="en-US" altLang="en-US"/>
              <a:pPr/>
              <a:t>58</a:t>
            </a:fld>
            <a:endParaRPr lang="en-US" altLang="en-US"/>
          </a:p>
        </p:txBody>
      </p:sp>
      <p:graphicFrame>
        <p:nvGraphicFramePr>
          <p:cNvPr id="3" name="Table 2"/>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67663" name="TextBox 5"/>
          <p:cNvSpPr txBox="1">
            <a:spLocks noChangeArrowheads="1"/>
          </p:cNvSpPr>
          <p:nvPr/>
        </p:nvSpPr>
        <p:spPr bwMode="auto">
          <a:xfrm>
            <a:off x="1222375" y="4643438"/>
            <a:ext cx="6856413" cy="369887"/>
          </a:xfrm>
          <a:prstGeom prst="rect">
            <a:avLst/>
          </a:prstGeom>
          <a:noFill/>
          <a:ln w="9525">
            <a:noFill/>
            <a:miter lim="800000"/>
            <a:headEnd/>
            <a:tailEnd/>
          </a:ln>
        </p:spPr>
        <p:txBody>
          <a:bodyPr>
            <a:spAutoFit/>
          </a:bodyPr>
          <a:lstStyle/>
          <a:p>
            <a:r>
              <a:rPr lang="en-IN" altLang="en-US"/>
              <a:t>Gantt Chart (graphical illustration of a process scheduling</a:t>
            </a:r>
          </a:p>
        </p:txBody>
      </p:sp>
      <p:sp>
        <p:nvSpPr>
          <p:cNvPr id="67664" name="TextBox 6"/>
          <p:cNvSpPr txBox="1">
            <a:spLocks noChangeArrowheads="1"/>
          </p:cNvSpPr>
          <p:nvPr/>
        </p:nvSpPr>
        <p:spPr bwMode="auto">
          <a:xfrm>
            <a:off x="711200" y="5635625"/>
            <a:ext cx="322263" cy="369888"/>
          </a:xfrm>
          <a:prstGeom prst="rect">
            <a:avLst/>
          </a:prstGeom>
          <a:noFill/>
          <a:ln w="9525">
            <a:noFill/>
            <a:miter lim="800000"/>
            <a:headEnd/>
            <a:tailEnd/>
          </a:ln>
        </p:spPr>
        <p:txBody>
          <a:bodyPr>
            <a:spAutoFit/>
          </a:bodyPr>
          <a:lstStyle/>
          <a:p>
            <a:r>
              <a:rPr lang="en-IN" altLang="en-US"/>
              <a:t>0</a:t>
            </a:r>
          </a:p>
        </p:txBody>
      </p:sp>
      <p:sp>
        <p:nvSpPr>
          <p:cNvPr id="67665"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4</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a:xfrm>
            <a:off x="457200" y="704850"/>
            <a:ext cx="8229600" cy="684213"/>
          </a:xfrm>
        </p:spPr>
        <p:txBody>
          <a:bodyPr/>
          <a:lstStyle/>
          <a:p>
            <a:r>
              <a:rPr lang="en-IN" altLang="en-US" smtClean="0"/>
              <a:t>Example </a:t>
            </a:r>
          </a:p>
        </p:txBody>
      </p:sp>
      <p:graphicFrame>
        <p:nvGraphicFramePr>
          <p:cNvPr id="5" name="Content Placeholder 4"/>
          <p:cNvGraphicFramePr>
            <a:graphicFrameLocks noGrp="1"/>
          </p:cNvGraphicFramePr>
          <p:nvPr>
            <p:ph idx="1"/>
          </p:nvPr>
        </p:nvGraphicFramePr>
        <p:xfrm>
          <a:off x="600075" y="1792288"/>
          <a:ext cx="7700963" cy="2493961"/>
        </p:xfrm>
        <a:graphic>
          <a:graphicData uri="http://schemas.openxmlformats.org/drawingml/2006/table">
            <a:tbl>
              <a:tblPr firstRow="1" bandRow="1">
                <a:tableStyleId>{5C22544A-7EE6-4342-B048-85BDC9FD1C3A}</a:tableStyleId>
              </a:tblPr>
              <a:tblGrid>
                <a:gridCol w="754065"/>
                <a:gridCol w="1033128"/>
                <a:gridCol w="1163754"/>
                <a:gridCol w="1496255"/>
                <a:gridCol w="1947506"/>
                <a:gridCol w="1306255"/>
              </a:tblGrid>
              <a:tr h="640066">
                <a:tc>
                  <a:txBody>
                    <a:bodyPr/>
                    <a:lstStyle/>
                    <a:p>
                      <a:r>
                        <a:rPr lang="en-IN" sz="1800" dirty="0"/>
                        <a:t>P.no.</a:t>
                      </a:r>
                    </a:p>
                  </a:txBody>
                  <a:tcPr marL="91438" marR="91438" marT="45713" marB="45713"/>
                </a:tc>
                <a:tc>
                  <a:txBody>
                    <a:bodyPr/>
                    <a:lstStyle/>
                    <a:p>
                      <a:r>
                        <a:rPr lang="en-IN" sz="1800" dirty="0"/>
                        <a:t>Arrival time</a:t>
                      </a:r>
                    </a:p>
                  </a:txBody>
                  <a:tcPr marL="91438" marR="91438" marT="45713" marB="45713"/>
                </a:tc>
                <a:tc>
                  <a:txBody>
                    <a:bodyPr/>
                    <a:lstStyle/>
                    <a:p>
                      <a:r>
                        <a:rPr lang="en-IN" sz="1800" dirty="0"/>
                        <a:t>Burst time</a:t>
                      </a:r>
                    </a:p>
                  </a:txBody>
                  <a:tcPr marL="91438" marR="91438" marT="45713" marB="45713"/>
                </a:tc>
                <a:tc>
                  <a:txBody>
                    <a:bodyPr/>
                    <a:lstStyle/>
                    <a:p>
                      <a:r>
                        <a:rPr lang="en-IN" sz="1800" dirty="0"/>
                        <a:t>Completion time</a:t>
                      </a:r>
                    </a:p>
                  </a:txBody>
                  <a:tcPr marL="91438" marR="91438" marT="45713" marB="45713"/>
                </a:tc>
                <a:tc>
                  <a:txBody>
                    <a:bodyPr/>
                    <a:lstStyle/>
                    <a:p>
                      <a:r>
                        <a:rPr lang="en-IN" sz="1800" dirty="0"/>
                        <a:t>Turn around time</a:t>
                      </a:r>
                    </a:p>
                  </a:txBody>
                  <a:tcPr marL="91438" marR="91438" marT="45713" marB="45713"/>
                </a:tc>
                <a:tc>
                  <a:txBody>
                    <a:bodyPr/>
                    <a:lstStyle/>
                    <a:p>
                      <a:r>
                        <a:rPr lang="en-IN" sz="1800" dirty="0"/>
                        <a:t>Waiting time</a:t>
                      </a:r>
                    </a:p>
                  </a:txBody>
                  <a:tcPr marL="91438" marR="91438" marT="45713" marB="45713"/>
                </a:tc>
              </a:tr>
              <a:tr h="370779">
                <a:tc>
                  <a:txBody>
                    <a:bodyPr/>
                    <a:lstStyle/>
                    <a:p>
                      <a:r>
                        <a:rPr lang="en-IN" sz="1800" dirty="0"/>
                        <a:t>P1</a:t>
                      </a:r>
                    </a:p>
                  </a:txBody>
                  <a:tcPr marL="91438" marR="91438" marT="45713" marB="45713"/>
                </a:tc>
                <a:tc>
                  <a:txBody>
                    <a:bodyPr/>
                    <a:lstStyle/>
                    <a:p>
                      <a:r>
                        <a:rPr lang="en-IN" sz="1800" dirty="0"/>
                        <a:t>0</a:t>
                      </a:r>
                    </a:p>
                  </a:txBody>
                  <a:tcPr marL="91438" marR="91438" marT="45713" marB="45713"/>
                </a:tc>
                <a:tc>
                  <a:txBody>
                    <a:bodyPr/>
                    <a:lstStyle/>
                    <a:p>
                      <a:r>
                        <a:rPr lang="en-IN" sz="1800" dirty="0"/>
                        <a:t>4</a:t>
                      </a:r>
                    </a:p>
                  </a:txBody>
                  <a:tcPr marL="91438" marR="91438" marT="45713" marB="45713"/>
                </a:tc>
                <a:tc>
                  <a:txBody>
                    <a:bodyPr/>
                    <a:lstStyle/>
                    <a:p>
                      <a:r>
                        <a:rPr lang="en-IN" sz="1800" dirty="0"/>
                        <a:t>4</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P2 </a:t>
                      </a:r>
                    </a:p>
                  </a:txBody>
                  <a:tcPr marL="91438" marR="91438" marT="45713" marB="45713"/>
                </a:tc>
                <a:tc>
                  <a:txBody>
                    <a:bodyPr/>
                    <a:lstStyle/>
                    <a:p>
                      <a:r>
                        <a:rPr lang="en-IN" sz="1800" dirty="0"/>
                        <a:t>1</a:t>
                      </a:r>
                    </a:p>
                  </a:txBody>
                  <a:tcPr marL="91438" marR="91438" marT="45713" marB="45713"/>
                </a:tc>
                <a:tc>
                  <a:txBody>
                    <a:bodyPr/>
                    <a:lstStyle/>
                    <a:p>
                      <a:r>
                        <a:rPr lang="en-IN" sz="1800" dirty="0"/>
                        <a:t>3</a:t>
                      </a:r>
                    </a:p>
                  </a:txBody>
                  <a:tcPr marL="91438" marR="91438" marT="45713" marB="45713"/>
                </a:tc>
                <a:tc>
                  <a:txBody>
                    <a:bodyPr/>
                    <a:lstStyle/>
                    <a:p>
                      <a:r>
                        <a:rPr lang="en-IN" sz="1800" dirty="0"/>
                        <a:t>7</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P3 </a:t>
                      </a:r>
                    </a:p>
                  </a:txBody>
                  <a:tcPr marL="91438" marR="91438" marT="45713" marB="45713"/>
                </a:tc>
                <a:tc>
                  <a:txBody>
                    <a:bodyPr/>
                    <a:lstStyle/>
                    <a:p>
                      <a:r>
                        <a:rPr lang="en-IN" sz="1800" dirty="0"/>
                        <a:t>2</a:t>
                      </a:r>
                    </a:p>
                  </a:txBody>
                  <a:tcPr marL="91438" marR="91438" marT="45713" marB="45713"/>
                </a:tc>
                <a:tc>
                  <a:txBody>
                    <a:bodyPr/>
                    <a:lstStyle/>
                    <a:p>
                      <a:r>
                        <a:rPr lang="en-IN" sz="1800" dirty="0"/>
                        <a:t>1</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P4 </a:t>
                      </a:r>
                    </a:p>
                  </a:txBody>
                  <a:tcPr marL="91438" marR="91438" marT="45713" marB="45713"/>
                </a:tc>
                <a:tc>
                  <a:txBody>
                    <a:bodyPr/>
                    <a:lstStyle/>
                    <a:p>
                      <a:r>
                        <a:rPr lang="en-IN" sz="1800" dirty="0"/>
                        <a:t>3</a:t>
                      </a:r>
                    </a:p>
                  </a:txBody>
                  <a:tcPr marL="91438" marR="91438" marT="45713" marB="45713"/>
                </a:tc>
                <a:tc>
                  <a:txBody>
                    <a:bodyPr/>
                    <a:lstStyle/>
                    <a:p>
                      <a:r>
                        <a:rPr lang="en-IN" sz="1800" dirty="0"/>
                        <a:t>2</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P5 </a:t>
                      </a:r>
                    </a:p>
                  </a:txBody>
                  <a:tcPr marL="91438" marR="91438" marT="45713" marB="45713"/>
                </a:tc>
                <a:tc>
                  <a:txBody>
                    <a:bodyPr/>
                    <a:lstStyle/>
                    <a:p>
                      <a:r>
                        <a:rPr lang="en-IN" sz="1800" dirty="0"/>
                        <a:t>4</a:t>
                      </a:r>
                    </a:p>
                  </a:txBody>
                  <a:tcPr marL="91438" marR="91438" marT="45713" marB="45713"/>
                </a:tc>
                <a:tc>
                  <a:txBody>
                    <a:bodyPr/>
                    <a:lstStyle/>
                    <a:p>
                      <a:r>
                        <a:rPr lang="en-IN" sz="1800" dirty="0"/>
                        <a:t>5</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c>
                  <a:txBody>
                    <a:bodyPr/>
                    <a:lstStyle/>
                    <a:p>
                      <a:endParaRPr lang="en-IN" sz="1800" dirty="0"/>
                    </a:p>
                  </a:txBody>
                  <a:tcPr marL="91438" marR="91438" marT="45713" marB="45713"/>
                </a:tc>
              </a:tr>
            </a:tbl>
          </a:graphicData>
        </a:graphic>
      </p:graphicFrame>
      <p:sp>
        <p:nvSpPr>
          <p:cNvPr id="68662" name="Slide Number Placeholder 3"/>
          <p:cNvSpPr>
            <a:spLocks noGrp="1"/>
          </p:cNvSpPr>
          <p:nvPr>
            <p:ph type="sldNum" sz="quarter" idx="12"/>
          </p:nvPr>
        </p:nvSpPr>
        <p:spPr bwMode="auto">
          <a:noFill/>
          <a:ln>
            <a:miter lim="800000"/>
            <a:headEnd/>
            <a:tailEnd/>
          </a:ln>
        </p:spPr>
        <p:txBody>
          <a:bodyPr/>
          <a:lstStyle/>
          <a:p>
            <a:fld id="{4FD6C1B6-F5C1-4E33-B1C7-85A5237DFC5D}" type="slidenum">
              <a:rPr lang="en-US" altLang="en-US"/>
              <a:pPr/>
              <a:t>59</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68687" name="TextBox 6"/>
          <p:cNvSpPr txBox="1">
            <a:spLocks noChangeArrowheads="1"/>
          </p:cNvSpPr>
          <p:nvPr/>
        </p:nvSpPr>
        <p:spPr bwMode="auto">
          <a:xfrm>
            <a:off x="1222375" y="4643438"/>
            <a:ext cx="2114550" cy="369887"/>
          </a:xfrm>
          <a:prstGeom prst="rect">
            <a:avLst/>
          </a:prstGeom>
          <a:noFill/>
          <a:ln w="9525">
            <a:noFill/>
            <a:miter lim="800000"/>
            <a:headEnd/>
            <a:tailEnd/>
          </a:ln>
        </p:spPr>
        <p:txBody>
          <a:bodyPr>
            <a:spAutoFit/>
          </a:bodyPr>
          <a:lstStyle/>
          <a:p>
            <a:r>
              <a:rPr lang="en-IN" altLang="en-US"/>
              <a:t>Gantt Chart</a:t>
            </a:r>
          </a:p>
        </p:txBody>
      </p:sp>
      <p:sp>
        <p:nvSpPr>
          <p:cNvPr id="68688" name="TextBox 7"/>
          <p:cNvSpPr txBox="1">
            <a:spLocks noChangeArrowheads="1"/>
          </p:cNvSpPr>
          <p:nvPr/>
        </p:nvSpPr>
        <p:spPr bwMode="auto">
          <a:xfrm>
            <a:off x="711200" y="5635625"/>
            <a:ext cx="322263" cy="369888"/>
          </a:xfrm>
          <a:prstGeom prst="rect">
            <a:avLst/>
          </a:prstGeom>
          <a:noFill/>
          <a:ln w="9525">
            <a:noFill/>
            <a:miter lim="800000"/>
            <a:headEnd/>
            <a:tailEnd/>
          </a:ln>
        </p:spPr>
        <p:txBody>
          <a:bodyPr>
            <a:spAutoFit/>
          </a:bodyPr>
          <a:lstStyle/>
          <a:p>
            <a:r>
              <a:rPr lang="en-IN" altLang="en-US"/>
              <a:t>0</a:t>
            </a:r>
          </a:p>
        </p:txBody>
      </p:sp>
      <p:sp>
        <p:nvSpPr>
          <p:cNvPr id="68689" name="TextBox 8"/>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4</a:t>
            </a:r>
          </a:p>
        </p:txBody>
      </p:sp>
      <p:sp>
        <p:nvSpPr>
          <p:cNvPr id="68690" name="TextBox 9"/>
          <p:cNvSpPr txBox="1">
            <a:spLocks noChangeArrowheads="1"/>
          </p:cNvSpPr>
          <p:nvPr/>
        </p:nvSpPr>
        <p:spPr bwMode="auto">
          <a:xfrm>
            <a:off x="1925638" y="5635625"/>
            <a:ext cx="322262" cy="369888"/>
          </a:xfrm>
          <a:prstGeom prst="rect">
            <a:avLst/>
          </a:prstGeom>
          <a:noFill/>
          <a:ln w="9525">
            <a:noFill/>
            <a:miter lim="800000"/>
            <a:headEnd/>
            <a:tailEnd/>
          </a:ln>
        </p:spPr>
        <p:txBody>
          <a:bodyPr>
            <a:spAutoFit/>
          </a:bodyPr>
          <a:lstStyle/>
          <a:p>
            <a:r>
              <a:rPr lang="en-IN" altLang="en-US"/>
              <a:t>7</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a:xfrm>
            <a:off x="457200" y="704850"/>
            <a:ext cx="8229600" cy="684213"/>
          </a:xfrm>
        </p:spPr>
        <p:txBody>
          <a:bodyPr/>
          <a:lstStyle/>
          <a:p>
            <a:r>
              <a:rPr lang="en-IN" altLang="en-US" smtClean="0"/>
              <a:t>Example </a:t>
            </a:r>
          </a:p>
        </p:txBody>
      </p:sp>
      <p:graphicFrame>
        <p:nvGraphicFramePr>
          <p:cNvPr id="5" name="Content Placeholder 4"/>
          <p:cNvGraphicFramePr>
            <a:graphicFrameLocks noGrp="1"/>
          </p:cNvGraphicFramePr>
          <p:nvPr>
            <p:ph idx="1"/>
          </p:nvPr>
        </p:nvGraphicFramePr>
        <p:xfrm>
          <a:off x="600075" y="1792288"/>
          <a:ext cx="7700963" cy="2493961"/>
        </p:xfrm>
        <a:graphic>
          <a:graphicData uri="http://schemas.openxmlformats.org/drawingml/2006/table">
            <a:tbl>
              <a:tblPr firstRow="1" bandRow="1">
                <a:tableStyleId>{5C22544A-7EE6-4342-B048-85BDC9FD1C3A}</a:tableStyleId>
              </a:tblPr>
              <a:tblGrid>
                <a:gridCol w="754065"/>
                <a:gridCol w="1033128"/>
                <a:gridCol w="1163754"/>
                <a:gridCol w="1496255"/>
                <a:gridCol w="1947506"/>
                <a:gridCol w="1306255"/>
              </a:tblGrid>
              <a:tr h="640066">
                <a:tc>
                  <a:txBody>
                    <a:bodyPr/>
                    <a:lstStyle/>
                    <a:p>
                      <a:r>
                        <a:rPr lang="en-IN" sz="1800" dirty="0"/>
                        <a:t>P.no.</a:t>
                      </a:r>
                    </a:p>
                  </a:txBody>
                  <a:tcPr marL="91438" marR="91438" marT="45713" marB="45713"/>
                </a:tc>
                <a:tc>
                  <a:txBody>
                    <a:bodyPr/>
                    <a:lstStyle/>
                    <a:p>
                      <a:r>
                        <a:rPr lang="en-IN" sz="1800" dirty="0"/>
                        <a:t>Arrival time</a:t>
                      </a:r>
                    </a:p>
                  </a:txBody>
                  <a:tcPr marL="91438" marR="91438" marT="45713" marB="45713"/>
                </a:tc>
                <a:tc>
                  <a:txBody>
                    <a:bodyPr/>
                    <a:lstStyle/>
                    <a:p>
                      <a:r>
                        <a:rPr lang="en-IN" sz="1800" dirty="0"/>
                        <a:t>Burst time</a:t>
                      </a:r>
                    </a:p>
                  </a:txBody>
                  <a:tcPr marL="91438" marR="91438" marT="45713" marB="45713"/>
                </a:tc>
                <a:tc>
                  <a:txBody>
                    <a:bodyPr/>
                    <a:lstStyle/>
                    <a:p>
                      <a:r>
                        <a:rPr lang="en-IN" sz="1800" dirty="0"/>
                        <a:t>Completion time</a:t>
                      </a:r>
                    </a:p>
                  </a:txBody>
                  <a:tcPr marL="91438" marR="91438" marT="45713" marB="45713"/>
                </a:tc>
                <a:tc>
                  <a:txBody>
                    <a:bodyPr/>
                    <a:lstStyle/>
                    <a:p>
                      <a:r>
                        <a:rPr lang="en-IN" sz="1800" dirty="0"/>
                        <a:t>Turn around time</a:t>
                      </a:r>
                    </a:p>
                  </a:txBody>
                  <a:tcPr marL="91438" marR="91438" marT="45713" marB="45713"/>
                </a:tc>
                <a:tc>
                  <a:txBody>
                    <a:bodyPr/>
                    <a:lstStyle/>
                    <a:p>
                      <a:r>
                        <a:rPr lang="en-IN" sz="1800" dirty="0"/>
                        <a:t>Waiting time</a:t>
                      </a:r>
                    </a:p>
                  </a:txBody>
                  <a:tcPr marL="91438" marR="91438" marT="45713" marB="45713"/>
                </a:tc>
              </a:tr>
              <a:tr h="370779">
                <a:tc>
                  <a:txBody>
                    <a:bodyPr/>
                    <a:lstStyle/>
                    <a:p>
                      <a:r>
                        <a:rPr lang="en-IN" sz="1800" dirty="0"/>
                        <a:t>P1</a:t>
                      </a:r>
                    </a:p>
                  </a:txBody>
                  <a:tcPr marL="91438" marR="91438" marT="45713" marB="45713"/>
                </a:tc>
                <a:tc>
                  <a:txBody>
                    <a:bodyPr/>
                    <a:lstStyle/>
                    <a:p>
                      <a:r>
                        <a:rPr lang="en-IN" sz="1800" dirty="0"/>
                        <a:t>0</a:t>
                      </a:r>
                    </a:p>
                  </a:txBody>
                  <a:tcPr marL="91438" marR="91438" marT="45713" marB="45713"/>
                </a:tc>
                <a:tc>
                  <a:txBody>
                    <a:bodyPr/>
                    <a:lstStyle/>
                    <a:p>
                      <a:r>
                        <a:rPr lang="en-IN" sz="1800" dirty="0"/>
                        <a:t>4</a:t>
                      </a:r>
                    </a:p>
                  </a:txBody>
                  <a:tcPr marL="91438" marR="91438" marT="45713" marB="45713"/>
                </a:tc>
                <a:tc>
                  <a:txBody>
                    <a:bodyPr/>
                    <a:lstStyle/>
                    <a:p>
                      <a:r>
                        <a:rPr lang="en-IN" sz="1800" dirty="0"/>
                        <a:t>4</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P2 </a:t>
                      </a:r>
                    </a:p>
                  </a:txBody>
                  <a:tcPr marL="91438" marR="91438" marT="45713" marB="45713"/>
                </a:tc>
                <a:tc>
                  <a:txBody>
                    <a:bodyPr/>
                    <a:lstStyle/>
                    <a:p>
                      <a:r>
                        <a:rPr lang="en-IN" sz="1800" dirty="0"/>
                        <a:t>1</a:t>
                      </a:r>
                    </a:p>
                  </a:txBody>
                  <a:tcPr marL="91438" marR="91438" marT="45713" marB="45713"/>
                </a:tc>
                <a:tc>
                  <a:txBody>
                    <a:bodyPr/>
                    <a:lstStyle/>
                    <a:p>
                      <a:r>
                        <a:rPr lang="en-IN" sz="1800" dirty="0"/>
                        <a:t>3</a:t>
                      </a:r>
                    </a:p>
                  </a:txBody>
                  <a:tcPr marL="91438" marR="91438" marT="45713" marB="45713"/>
                </a:tc>
                <a:tc>
                  <a:txBody>
                    <a:bodyPr/>
                    <a:lstStyle/>
                    <a:p>
                      <a:r>
                        <a:rPr lang="en-IN" sz="1800" dirty="0"/>
                        <a:t>7</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P3 </a:t>
                      </a:r>
                    </a:p>
                  </a:txBody>
                  <a:tcPr marL="91438" marR="91438" marT="45713" marB="45713"/>
                </a:tc>
                <a:tc>
                  <a:txBody>
                    <a:bodyPr/>
                    <a:lstStyle/>
                    <a:p>
                      <a:r>
                        <a:rPr lang="en-IN" sz="1800" dirty="0"/>
                        <a:t>2</a:t>
                      </a:r>
                    </a:p>
                  </a:txBody>
                  <a:tcPr marL="91438" marR="91438" marT="45713" marB="45713"/>
                </a:tc>
                <a:tc>
                  <a:txBody>
                    <a:bodyPr/>
                    <a:lstStyle/>
                    <a:p>
                      <a:r>
                        <a:rPr lang="en-IN" sz="1800" dirty="0"/>
                        <a:t>1</a:t>
                      </a:r>
                    </a:p>
                  </a:txBody>
                  <a:tcPr marL="91438" marR="91438" marT="45713" marB="45713"/>
                </a:tc>
                <a:tc>
                  <a:txBody>
                    <a:bodyPr/>
                    <a:lstStyle/>
                    <a:p>
                      <a:r>
                        <a:rPr lang="en-IN" sz="1800" dirty="0"/>
                        <a:t>8</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P4 </a:t>
                      </a:r>
                    </a:p>
                  </a:txBody>
                  <a:tcPr marL="91438" marR="91438" marT="45713" marB="45713"/>
                </a:tc>
                <a:tc>
                  <a:txBody>
                    <a:bodyPr/>
                    <a:lstStyle/>
                    <a:p>
                      <a:r>
                        <a:rPr lang="en-IN" sz="1800" dirty="0"/>
                        <a:t>3</a:t>
                      </a:r>
                    </a:p>
                  </a:txBody>
                  <a:tcPr marL="91438" marR="91438" marT="45713" marB="45713"/>
                </a:tc>
                <a:tc>
                  <a:txBody>
                    <a:bodyPr/>
                    <a:lstStyle/>
                    <a:p>
                      <a:r>
                        <a:rPr lang="en-IN" sz="1800" dirty="0"/>
                        <a:t>2</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P5 </a:t>
                      </a:r>
                    </a:p>
                  </a:txBody>
                  <a:tcPr marL="91438" marR="91438" marT="45713" marB="45713"/>
                </a:tc>
                <a:tc>
                  <a:txBody>
                    <a:bodyPr/>
                    <a:lstStyle/>
                    <a:p>
                      <a:r>
                        <a:rPr lang="en-IN" sz="1800" dirty="0"/>
                        <a:t>4</a:t>
                      </a:r>
                    </a:p>
                  </a:txBody>
                  <a:tcPr marL="91438" marR="91438" marT="45713" marB="45713"/>
                </a:tc>
                <a:tc>
                  <a:txBody>
                    <a:bodyPr/>
                    <a:lstStyle/>
                    <a:p>
                      <a:r>
                        <a:rPr lang="en-IN" sz="1800" dirty="0"/>
                        <a:t>5</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c>
                  <a:txBody>
                    <a:bodyPr/>
                    <a:lstStyle/>
                    <a:p>
                      <a:endParaRPr lang="en-IN" sz="1800" dirty="0"/>
                    </a:p>
                  </a:txBody>
                  <a:tcPr marL="91438" marR="91438" marT="45713" marB="45713"/>
                </a:tc>
              </a:tr>
            </a:tbl>
          </a:graphicData>
        </a:graphic>
      </p:graphicFrame>
      <p:sp>
        <p:nvSpPr>
          <p:cNvPr id="69686" name="Slide Number Placeholder 3"/>
          <p:cNvSpPr>
            <a:spLocks noGrp="1"/>
          </p:cNvSpPr>
          <p:nvPr>
            <p:ph type="sldNum" sz="quarter" idx="12"/>
          </p:nvPr>
        </p:nvSpPr>
        <p:spPr bwMode="auto">
          <a:noFill/>
          <a:ln>
            <a:miter lim="800000"/>
            <a:headEnd/>
            <a:tailEnd/>
          </a:ln>
        </p:spPr>
        <p:txBody>
          <a:bodyPr/>
          <a:lstStyle/>
          <a:p>
            <a:fld id="{C23FF97A-D201-4EB1-80F3-21173A70F3C6}" type="slidenum">
              <a:rPr lang="en-US" altLang="en-US"/>
              <a:pPr/>
              <a:t>60</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69711" name="TextBox 6"/>
          <p:cNvSpPr txBox="1">
            <a:spLocks noChangeArrowheads="1"/>
          </p:cNvSpPr>
          <p:nvPr/>
        </p:nvSpPr>
        <p:spPr bwMode="auto">
          <a:xfrm>
            <a:off x="1222375" y="4643438"/>
            <a:ext cx="2114550" cy="369887"/>
          </a:xfrm>
          <a:prstGeom prst="rect">
            <a:avLst/>
          </a:prstGeom>
          <a:noFill/>
          <a:ln w="9525">
            <a:noFill/>
            <a:miter lim="800000"/>
            <a:headEnd/>
            <a:tailEnd/>
          </a:ln>
        </p:spPr>
        <p:txBody>
          <a:bodyPr>
            <a:spAutoFit/>
          </a:bodyPr>
          <a:lstStyle/>
          <a:p>
            <a:r>
              <a:rPr lang="en-IN" altLang="en-US"/>
              <a:t>Gantt Chart</a:t>
            </a:r>
          </a:p>
        </p:txBody>
      </p:sp>
      <p:sp>
        <p:nvSpPr>
          <p:cNvPr id="69712" name="TextBox 7"/>
          <p:cNvSpPr txBox="1">
            <a:spLocks noChangeArrowheads="1"/>
          </p:cNvSpPr>
          <p:nvPr/>
        </p:nvSpPr>
        <p:spPr bwMode="auto">
          <a:xfrm>
            <a:off x="711200" y="5635625"/>
            <a:ext cx="322263" cy="369888"/>
          </a:xfrm>
          <a:prstGeom prst="rect">
            <a:avLst/>
          </a:prstGeom>
          <a:noFill/>
          <a:ln w="9525">
            <a:noFill/>
            <a:miter lim="800000"/>
            <a:headEnd/>
            <a:tailEnd/>
          </a:ln>
        </p:spPr>
        <p:txBody>
          <a:bodyPr>
            <a:spAutoFit/>
          </a:bodyPr>
          <a:lstStyle/>
          <a:p>
            <a:r>
              <a:rPr lang="en-IN" altLang="en-US"/>
              <a:t>0</a:t>
            </a:r>
          </a:p>
        </p:txBody>
      </p:sp>
      <p:sp>
        <p:nvSpPr>
          <p:cNvPr id="69713" name="TextBox 8"/>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4</a:t>
            </a:r>
          </a:p>
        </p:txBody>
      </p:sp>
      <p:sp>
        <p:nvSpPr>
          <p:cNvPr id="69714" name="TextBox 9"/>
          <p:cNvSpPr txBox="1">
            <a:spLocks noChangeArrowheads="1"/>
          </p:cNvSpPr>
          <p:nvPr/>
        </p:nvSpPr>
        <p:spPr bwMode="auto">
          <a:xfrm>
            <a:off x="1925638" y="5635625"/>
            <a:ext cx="322262" cy="369888"/>
          </a:xfrm>
          <a:prstGeom prst="rect">
            <a:avLst/>
          </a:prstGeom>
          <a:noFill/>
          <a:ln w="9525">
            <a:noFill/>
            <a:miter lim="800000"/>
            <a:headEnd/>
            <a:tailEnd/>
          </a:ln>
        </p:spPr>
        <p:txBody>
          <a:bodyPr>
            <a:spAutoFit/>
          </a:bodyPr>
          <a:lstStyle/>
          <a:p>
            <a:r>
              <a:rPr lang="en-IN" altLang="en-US"/>
              <a:t>7</a:t>
            </a:r>
          </a:p>
        </p:txBody>
      </p:sp>
      <p:sp>
        <p:nvSpPr>
          <p:cNvPr id="69715" name="TextBox 10"/>
          <p:cNvSpPr txBox="1">
            <a:spLocks noChangeArrowheads="1"/>
          </p:cNvSpPr>
          <p:nvPr/>
        </p:nvSpPr>
        <p:spPr bwMode="auto">
          <a:xfrm>
            <a:off x="2533650" y="5635625"/>
            <a:ext cx="322263" cy="369888"/>
          </a:xfrm>
          <a:prstGeom prst="rect">
            <a:avLst/>
          </a:prstGeom>
          <a:noFill/>
          <a:ln w="9525">
            <a:noFill/>
            <a:miter lim="800000"/>
            <a:headEnd/>
            <a:tailEnd/>
          </a:ln>
        </p:spPr>
        <p:txBody>
          <a:bodyPr>
            <a:spAutoFit/>
          </a:bodyPr>
          <a:lstStyle/>
          <a:p>
            <a:r>
              <a:rPr lang="en-IN" altLang="en-US"/>
              <a:t>8</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a:xfrm>
            <a:off x="457200" y="704850"/>
            <a:ext cx="8229600" cy="684213"/>
          </a:xfrm>
        </p:spPr>
        <p:txBody>
          <a:bodyPr/>
          <a:lstStyle/>
          <a:p>
            <a:r>
              <a:rPr lang="en-IN" altLang="en-US" smtClean="0"/>
              <a:t>Example </a:t>
            </a:r>
          </a:p>
        </p:txBody>
      </p:sp>
      <p:graphicFrame>
        <p:nvGraphicFramePr>
          <p:cNvPr id="5" name="Content Placeholder 4"/>
          <p:cNvGraphicFramePr>
            <a:graphicFrameLocks noGrp="1"/>
          </p:cNvGraphicFramePr>
          <p:nvPr>
            <p:ph idx="1"/>
          </p:nvPr>
        </p:nvGraphicFramePr>
        <p:xfrm>
          <a:off x="600075" y="1792288"/>
          <a:ext cx="7700963" cy="2493961"/>
        </p:xfrm>
        <a:graphic>
          <a:graphicData uri="http://schemas.openxmlformats.org/drawingml/2006/table">
            <a:tbl>
              <a:tblPr firstRow="1" bandRow="1">
                <a:tableStyleId>{5C22544A-7EE6-4342-B048-85BDC9FD1C3A}</a:tableStyleId>
              </a:tblPr>
              <a:tblGrid>
                <a:gridCol w="754065"/>
                <a:gridCol w="1033128"/>
                <a:gridCol w="1163754"/>
                <a:gridCol w="1496255"/>
                <a:gridCol w="1947506"/>
                <a:gridCol w="1306255"/>
              </a:tblGrid>
              <a:tr h="640066">
                <a:tc>
                  <a:txBody>
                    <a:bodyPr/>
                    <a:lstStyle/>
                    <a:p>
                      <a:r>
                        <a:rPr lang="en-IN" sz="1800" dirty="0"/>
                        <a:t>P.no.</a:t>
                      </a:r>
                    </a:p>
                  </a:txBody>
                  <a:tcPr marL="91438" marR="91438" marT="45713" marB="45713"/>
                </a:tc>
                <a:tc>
                  <a:txBody>
                    <a:bodyPr/>
                    <a:lstStyle/>
                    <a:p>
                      <a:r>
                        <a:rPr lang="en-IN" sz="1800" dirty="0"/>
                        <a:t>Arrival time</a:t>
                      </a:r>
                    </a:p>
                  </a:txBody>
                  <a:tcPr marL="91438" marR="91438" marT="45713" marB="45713"/>
                </a:tc>
                <a:tc>
                  <a:txBody>
                    <a:bodyPr/>
                    <a:lstStyle/>
                    <a:p>
                      <a:r>
                        <a:rPr lang="en-IN" sz="1800" dirty="0"/>
                        <a:t>Burst time</a:t>
                      </a:r>
                    </a:p>
                  </a:txBody>
                  <a:tcPr marL="91438" marR="91438" marT="45713" marB="45713"/>
                </a:tc>
                <a:tc>
                  <a:txBody>
                    <a:bodyPr/>
                    <a:lstStyle/>
                    <a:p>
                      <a:r>
                        <a:rPr lang="en-IN" sz="1800" dirty="0"/>
                        <a:t>Completion time</a:t>
                      </a:r>
                    </a:p>
                  </a:txBody>
                  <a:tcPr marL="91438" marR="91438" marT="45713" marB="45713"/>
                </a:tc>
                <a:tc>
                  <a:txBody>
                    <a:bodyPr/>
                    <a:lstStyle/>
                    <a:p>
                      <a:r>
                        <a:rPr lang="en-IN" sz="1800" dirty="0"/>
                        <a:t>Turn around time</a:t>
                      </a:r>
                    </a:p>
                  </a:txBody>
                  <a:tcPr marL="91438" marR="91438" marT="45713" marB="45713"/>
                </a:tc>
                <a:tc>
                  <a:txBody>
                    <a:bodyPr/>
                    <a:lstStyle/>
                    <a:p>
                      <a:r>
                        <a:rPr lang="en-IN" sz="1800" dirty="0"/>
                        <a:t>Waiting time</a:t>
                      </a:r>
                    </a:p>
                  </a:txBody>
                  <a:tcPr marL="91438" marR="91438" marT="45713" marB="45713"/>
                </a:tc>
              </a:tr>
              <a:tr h="370779">
                <a:tc>
                  <a:txBody>
                    <a:bodyPr/>
                    <a:lstStyle/>
                    <a:p>
                      <a:r>
                        <a:rPr lang="en-IN" sz="1800" dirty="0"/>
                        <a:t>P1</a:t>
                      </a:r>
                    </a:p>
                  </a:txBody>
                  <a:tcPr marL="91438" marR="91438" marT="45713" marB="45713"/>
                </a:tc>
                <a:tc>
                  <a:txBody>
                    <a:bodyPr/>
                    <a:lstStyle/>
                    <a:p>
                      <a:r>
                        <a:rPr lang="en-IN" sz="1800" dirty="0"/>
                        <a:t>0</a:t>
                      </a:r>
                    </a:p>
                  </a:txBody>
                  <a:tcPr marL="91438" marR="91438" marT="45713" marB="45713"/>
                </a:tc>
                <a:tc>
                  <a:txBody>
                    <a:bodyPr/>
                    <a:lstStyle/>
                    <a:p>
                      <a:r>
                        <a:rPr lang="en-IN" sz="1800" dirty="0"/>
                        <a:t>4</a:t>
                      </a:r>
                    </a:p>
                  </a:txBody>
                  <a:tcPr marL="91438" marR="91438" marT="45713" marB="45713"/>
                </a:tc>
                <a:tc>
                  <a:txBody>
                    <a:bodyPr/>
                    <a:lstStyle/>
                    <a:p>
                      <a:r>
                        <a:rPr lang="en-IN" sz="1800" dirty="0"/>
                        <a:t>4</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P2 </a:t>
                      </a:r>
                    </a:p>
                  </a:txBody>
                  <a:tcPr marL="91438" marR="91438" marT="45713" marB="45713"/>
                </a:tc>
                <a:tc>
                  <a:txBody>
                    <a:bodyPr/>
                    <a:lstStyle/>
                    <a:p>
                      <a:r>
                        <a:rPr lang="en-IN" sz="1800" dirty="0"/>
                        <a:t>1</a:t>
                      </a:r>
                    </a:p>
                  </a:txBody>
                  <a:tcPr marL="91438" marR="91438" marT="45713" marB="45713"/>
                </a:tc>
                <a:tc>
                  <a:txBody>
                    <a:bodyPr/>
                    <a:lstStyle/>
                    <a:p>
                      <a:r>
                        <a:rPr lang="en-IN" sz="1800" dirty="0"/>
                        <a:t>3</a:t>
                      </a:r>
                    </a:p>
                  </a:txBody>
                  <a:tcPr marL="91438" marR="91438" marT="45713" marB="45713"/>
                </a:tc>
                <a:tc>
                  <a:txBody>
                    <a:bodyPr/>
                    <a:lstStyle/>
                    <a:p>
                      <a:r>
                        <a:rPr lang="en-IN" sz="1800" dirty="0"/>
                        <a:t>7</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P3 </a:t>
                      </a:r>
                    </a:p>
                  </a:txBody>
                  <a:tcPr marL="91438" marR="91438" marT="45713" marB="45713"/>
                </a:tc>
                <a:tc>
                  <a:txBody>
                    <a:bodyPr/>
                    <a:lstStyle/>
                    <a:p>
                      <a:r>
                        <a:rPr lang="en-IN" sz="1800" dirty="0"/>
                        <a:t>2</a:t>
                      </a:r>
                    </a:p>
                  </a:txBody>
                  <a:tcPr marL="91438" marR="91438" marT="45713" marB="45713"/>
                </a:tc>
                <a:tc>
                  <a:txBody>
                    <a:bodyPr/>
                    <a:lstStyle/>
                    <a:p>
                      <a:r>
                        <a:rPr lang="en-IN" sz="1800" dirty="0"/>
                        <a:t>1</a:t>
                      </a:r>
                    </a:p>
                  </a:txBody>
                  <a:tcPr marL="91438" marR="91438" marT="45713" marB="45713"/>
                </a:tc>
                <a:tc>
                  <a:txBody>
                    <a:bodyPr/>
                    <a:lstStyle/>
                    <a:p>
                      <a:r>
                        <a:rPr lang="en-IN" sz="1800" dirty="0"/>
                        <a:t>8</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P4 </a:t>
                      </a:r>
                    </a:p>
                  </a:txBody>
                  <a:tcPr marL="91438" marR="91438" marT="45713" marB="45713"/>
                </a:tc>
                <a:tc>
                  <a:txBody>
                    <a:bodyPr/>
                    <a:lstStyle/>
                    <a:p>
                      <a:r>
                        <a:rPr lang="en-IN" sz="1800" dirty="0"/>
                        <a:t>3</a:t>
                      </a:r>
                    </a:p>
                  </a:txBody>
                  <a:tcPr marL="91438" marR="91438" marT="45713" marB="45713"/>
                </a:tc>
                <a:tc>
                  <a:txBody>
                    <a:bodyPr/>
                    <a:lstStyle/>
                    <a:p>
                      <a:r>
                        <a:rPr lang="en-IN" sz="1800" dirty="0"/>
                        <a:t>2</a:t>
                      </a:r>
                    </a:p>
                  </a:txBody>
                  <a:tcPr marL="91438" marR="91438" marT="45713" marB="45713"/>
                </a:tc>
                <a:tc>
                  <a:txBody>
                    <a:bodyPr/>
                    <a:lstStyle/>
                    <a:p>
                      <a:r>
                        <a:rPr lang="en-IN" sz="1800" dirty="0"/>
                        <a:t>10</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P5 </a:t>
                      </a:r>
                    </a:p>
                  </a:txBody>
                  <a:tcPr marL="91438" marR="91438" marT="45713" marB="45713"/>
                </a:tc>
                <a:tc>
                  <a:txBody>
                    <a:bodyPr/>
                    <a:lstStyle/>
                    <a:p>
                      <a:r>
                        <a:rPr lang="en-IN" sz="1800" dirty="0"/>
                        <a:t>4</a:t>
                      </a:r>
                    </a:p>
                  </a:txBody>
                  <a:tcPr marL="91438" marR="91438" marT="45713" marB="45713"/>
                </a:tc>
                <a:tc>
                  <a:txBody>
                    <a:bodyPr/>
                    <a:lstStyle/>
                    <a:p>
                      <a:r>
                        <a:rPr lang="en-IN" sz="1800" dirty="0"/>
                        <a:t>5</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c>
                  <a:txBody>
                    <a:bodyPr/>
                    <a:lstStyle/>
                    <a:p>
                      <a:endParaRPr lang="en-IN" sz="1800" dirty="0"/>
                    </a:p>
                  </a:txBody>
                  <a:tcPr marL="91438" marR="91438" marT="45713" marB="45713"/>
                </a:tc>
              </a:tr>
            </a:tbl>
          </a:graphicData>
        </a:graphic>
      </p:graphicFrame>
      <p:sp>
        <p:nvSpPr>
          <p:cNvPr id="70710" name="Slide Number Placeholder 3"/>
          <p:cNvSpPr>
            <a:spLocks noGrp="1"/>
          </p:cNvSpPr>
          <p:nvPr>
            <p:ph type="sldNum" sz="quarter" idx="12"/>
          </p:nvPr>
        </p:nvSpPr>
        <p:spPr bwMode="auto">
          <a:noFill/>
          <a:ln>
            <a:miter lim="800000"/>
            <a:headEnd/>
            <a:tailEnd/>
          </a:ln>
        </p:spPr>
        <p:txBody>
          <a:bodyPr/>
          <a:lstStyle/>
          <a:p>
            <a:fld id="{740D0F3A-8696-4F41-90C1-016A17F30F7D}" type="slidenum">
              <a:rPr lang="en-US" altLang="en-US"/>
              <a:pPr/>
              <a:t>61</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p4</a:t>
                      </a:r>
                    </a:p>
                  </a:txBody>
                  <a:tcPr marT="45798" marB="45798"/>
                </a:tc>
                <a:tc>
                  <a:txBody>
                    <a:bodyPr/>
                    <a:lstStyle/>
                    <a:p>
                      <a:endParaRPr lang="en-IN" sz="1800"/>
                    </a:p>
                  </a:txBody>
                  <a:tcPr marT="45798" marB="45798"/>
                </a:tc>
                <a:tc>
                  <a:txBody>
                    <a:bodyPr/>
                    <a:lstStyle/>
                    <a:p>
                      <a:endParaRPr lang="en-IN" sz="1800" dirty="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70735" name="TextBox 6"/>
          <p:cNvSpPr txBox="1">
            <a:spLocks noChangeArrowheads="1"/>
          </p:cNvSpPr>
          <p:nvPr/>
        </p:nvSpPr>
        <p:spPr bwMode="auto">
          <a:xfrm>
            <a:off x="1222375" y="4643438"/>
            <a:ext cx="2114550" cy="369887"/>
          </a:xfrm>
          <a:prstGeom prst="rect">
            <a:avLst/>
          </a:prstGeom>
          <a:noFill/>
          <a:ln w="9525">
            <a:noFill/>
            <a:miter lim="800000"/>
            <a:headEnd/>
            <a:tailEnd/>
          </a:ln>
        </p:spPr>
        <p:txBody>
          <a:bodyPr>
            <a:spAutoFit/>
          </a:bodyPr>
          <a:lstStyle/>
          <a:p>
            <a:r>
              <a:rPr lang="en-IN" altLang="en-US"/>
              <a:t>Gantt Chart</a:t>
            </a:r>
          </a:p>
        </p:txBody>
      </p:sp>
      <p:sp>
        <p:nvSpPr>
          <p:cNvPr id="70736"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4</a:t>
            </a:r>
          </a:p>
        </p:txBody>
      </p:sp>
      <p:sp>
        <p:nvSpPr>
          <p:cNvPr id="70737" name="TextBox 8"/>
          <p:cNvSpPr txBox="1">
            <a:spLocks noChangeArrowheads="1"/>
          </p:cNvSpPr>
          <p:nvPr/>
        </p:nvSpPr>
        <p:spPr bwMode="auto">
          <a:xfrm>
            <a:off x="1925638" y="5635625"/>
            <a:ext cx="322262" cy="369888"/>
          </a:xfrm>
          <a:prstGeom prst="rect">
            <a:avLst/>
          </a:prstGeom>
          <a:noFill/>
          <a:ln w="9525">
            <a:noFill/>
            <a:miter lim="800000"/>
            <a:headEnd/>
            <a:tailEnd/>
          </a:ln>
        </p:spPr>
        <p:txBody>
          <a:bodyPr>
            <a:spAutoFit/>
          </a:bodyPr>
          <a:lstStyle/>
          <a:p>
            <a:r>
              <a:rPr lang="en-IN" altLang="en-US"/>
              <a:t>7</a:t>
            </a:r>
          </a:p>
        </p:txBody>
      </p:sp>
      <p:sp>
        <p:nvSpPr>
          <p:cNvPr id="70738" name="TextBox 9"/>
          <p:cNvSpPr txBox="1">
            <a:spLocks noChangeArrowheads="1"/>
          </p:cNvSpPr>
          <p:nvPr/>
        </p:nvSpPr>
        <p:spPr bwMode="auto">
          <a:xfrm>
            <a:off x="2533650" y="5635625"/>
            <a:ext cx="322263" cy="369888"/>
          </a:xfrm>
          <a:prstGeom prst="rect">
            <a:avLst/>
          </a:prstGeom>
          <a:noFill/>
          <a:ln w="9525">
            <a:noFill/>
            <a:miter lim="800000"/>
            <a:headEnd/>
            <a:tailEnd/>
          </a:ln>
        </p:spPr>
        <p:txBody>
          <a:bodyPr>
            <a:spAutoFit/>
          </a:bodyPr>
          <a:lstStyle/>
          <a:p>
            <a:r>
              <a:rPr lang="en-IN" altLang="en-US"/>
              <a:t>8</a:t>
            </a:r>
          </a:p>
        </p:txBody>
      </p:sp>
      <p:sp>
        <p:nvSpPr>
          <p:cNvPr id="70739" name="TextBox 10"/>
          <p:cNvSpPr txBox="1">
            <a:spLocks noChangeArrowheads="1"/>
          </p:cNvSpPr>
          <p:nvPr/>
        </p:nvSpPr>
        <p:spPr bwMode="auto">
          <a:xfrm>
            <a:off x="3141663" y="5635625"/>
            <a:ext cx="515937" cy="369888"/>
          </a:xfrm>
          <a:prstGeom prst="rect">
            <a:avLst/>
          </a:prstGeom>
          <a:noFill/>
          <a:ln w="9525">
            <a:noFill/>
            <a:miter lim="800000"/>
            <a:headEnd/>
            <a:tailEnd/>
          </a:ln>
        </p:spPr>
        <p:txBody>
          <a:bodyPr>
            <a:spAutoFit/>
          </a:bodyPr>
          <a:lstStyle/>
          <a:p>
            <a:r>
              <a:rPr lang="en-IN" altLang="en-US"/>
              <a:t>10</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a:xfrm>
            <a:off x="457200" y="704850"/>
            <a:ext cx="8229600" cy="684213"/>
          </a:xfrm>
        </p:spPr>
        <p:txBody>
          <a:bodyPr/>
          <a:lstStyle/>
          <a:p>
            <a:r>
              <a:rPr lang="en-IN" altLang="en-US" smtClean="0"/>
              <a:t>Example </a:t>
            </a:r>
          </a:p>
        </p:txBody>
      </p:sp>
      <p:graphicFrame>
        <p:nvGraphicFramePr>
          <p:cNvPr id="5" name="Content Placeholder 4"/>
          <p:cNvGraphicFramePr>
            <a:graphicFrameLocks noGrp="1"/>
          </p:cNvGraphicFramePr>
          <p:nvPr>
            <p:ph idx="1"/>
          </p:nvPr>
        </p:nvGraphicFramePr>
        <p:xfrm>
          <a:off x="600075" y="1792288"/>
          <a:ext cx="7700963" cy="2493961"/>
        </p:xfrm>
        <a:graphic>
          <a:graphicData uri="http://schemas.openxmlformats.org/drawingml/2006/table">
            <a:tbl>
              <a:tblPr firstRow="1" bandRow="1">
                <a:tableStyleId>{5C22544A-7EE6-4342-B048-85BDC9FD1C3A}</a:tableStyleId>
              </a:tblPr>
              <a:tblGrid>
                <a:gridCol w="754065"/>
                <a:gridCol w="1033128"/>
                <a:gridCol w="1163754"/>
                <a:gridCol w="1496255"/>
                <a:gridCol w="1947506"/>
                <a:gridCol w="1306255"/>
              </a:tblGrid>
              <a:tr h="640066">
                <a:tc>
                  <a:txBody>
                    <a:bodyPr/>
                    <a:lstStyle/>
                    <a:p>
                      <a:r>
                        <a:rPr lang="en-IN" sz="1800" dirty="0"/>
                        <a:t>P.no.</a:t>
                      </a:r>
                    </a:p>
                  </a:txBody>
                  <a:tcPr marL="91438" marR="91438" marT="45713" marB="45713"/>
                </a:tc>
                <a:tc>
                  <a:txBody>
                    <a:bodyPr/>
                    <a:lstStyle/>
                    <a:p>
                      <a:r>
                        <a:rPr lang="en-IN" sz="1800" dirty="0"/>
                        <a:t>Arrival time</a:t>
                      </a:r>
                    </a:p>
                  </a:txBody>
                  <a:tcPr marL="91438" marR="91438" marT="45713" marB="45713"/>
                </a:tc>
                <a:tc>
                  <a:txBody>
                    <a:bodyPr/>
                    <a:lstStyle/>
                    <a:p>
                      <a:r>
                        <a:rPr lang="en-IN" sz="1800" dirty="0"/>
                        <a:t>Burst time</a:t>
                      </a:r>
                    </a:p>
                  </a:txBody>
                  <a:tcPr marL="91438" marR="91438" marT="45713" marB="45713"/>
                </a:tc>
                <a:tc>
                  <a:txBody>
                    <a:bodyPr/>
                    <a:lstStyle/>
                    <a:p>
                      <a:r>
                        <a:rPr lang="en-IN" sz="1800" dirty="0"/>
                        <a:t>Completion time</a:t>
                      </a:r>
                    </a:p>
                  </a:txBody>
                  <a:tcPr marL="91438" marR="91438" marT="45713" marB="45713"/>
                </a:tc>
                <a:tc>
                  <a:txBody>
                    <a:bodyPr/>
                    <a:lstStyle/>
                    <a:p>
                      <a:r>
                        <a:rPr lang="en-IN" sz="1800" dirty="0"/>
                        <a:t>Turn around time</a:t>
                      </a:r>
                    </a:p>
                  </a:txBody>
                  <a:tcPr marL="91438" marR="91438" marT="45713" marB="45713"/>
                </a:tc>
                <a:tc>
                  <a:txBody>
                    <a:bodyPr/>
                    <a:lstStyle/>
                    <a:p>
                      <a:r>
                        <a:rPr lang="en-IN" sz="1800" dirty="0"/>
                        <a:t>Waiting time</a:t>
                      </a:r>
                    </a:p>
                  </a:txBody>
                  <a:tcPr marL="91438" marR="91438" marT="45713" marB="45713"/>
                </a:tc>
              </a:tr>
              <a:tr h="370779">
                <a:tc>
                  <a:txBody>
                    <a:bodyPr/>
                    <a:lstStyle/>
                    <a:p>
                      <a:r>
                        <a:rPr lang="en-IN" sz="1800" dirty="0"/>
                        <a:t>P1</a:t>
                      </a:r>
                    </a:p>
                  </a:txBody>
                  <a:tcPr marL="91438" marR="91438" marT="45713" marB="45713"/>
                </a:tc>
                <a:tc>
                  <a:txBody>
                    <a:bodyPr/>
                    <a:lstStyle/>
                    <a:p>
                      <a:r>
                        <a:rPr lang="en-IN" sz="1800" dirty="0"/>
                        <a:t>0</a:t>
                      </a:r>
                    </a:p>
                  </a:txBody>
                  <a:tcPr marL="91438" marR="91438" marT="45713" marB="45713"/>
                </a:tc>
                <a:tc>
                  <a:txBody>
                    <a:bodyPr/>
                    <a:lstStyle/>
                    <a:p>
                      <a:r>
                        <a:rPr lang="en-IN" sz="1800" dirty="0"/>
                        <a:t>4</a:t>
                      </a:r>
                    </a:p>
                  </a:txBody>
                  <a:tcPr marL="91438" marR="91438" marT="45713" marB="45713"/>
                </a:tc>
                <a:tc>
                  <a:txBody>
                    <a:bodyPr/>
                    <a:lstStyle/>
                    <a:p>
                      <a:r>
                        <a:rPr lang="en-IN" sz="1800" dirty="0"/>
                        <a:t>4</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P2 </a:t>
                      </a:r>
                    </a:p>
                  </a:txBody>
                  <a:tcPr marL="91438" marR="91438" marT="45713" marB="45713"/>
                </a:tc>
                <a:tc>
                  <a:txBody>
                    <a:bodyPr/>
                    <a:lstStyle/>
                    <a:p>
                      <a:r>
                        <a:rPr lang="en-IN" sz="1800" dirty="0"/>
                        <a:t>1</a:t>
                      </a:r>
                    </a:p>
                  </a:txBody>
                  <a:tcPr marL="91438" marR="91438" marT="45713" marB="45713"/>
                </a:tc>
                <a:tc>
                  <a:txBody>
                    <a:bodyPr/>
                    <a:lstStyle/>
                    <a:p>
                      <a:r>
                        <a:rPr lang="en-IN" sz="1800" dirty="0"/>
                        <a:t>3</a:t>
                      </a:r>
                    </a:p>
                  </a:txBody>
                  <a:tcPr marL="91438" marR="91438" marT="45713" marB="45713"/>
                </a:tc>
                <a:tc>
                  <a:txBody>
                    <a:bodyPr/>
                    <a:lstStyle/>
                    <a:p>
                      <a:r>
                        <a:rPr lang="en-IN" sz="1800" dirty="0"/>
                        <a:t>7</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P3 </a:t>
                      </a:r>
                    </a:p>
                  </a:txBody>
                  <a:tcPr marL="91438" marR="91438" marT="45713" marB="45713"/>
                </a:tc>
                <a:tc>
                  <a:txBody>
                    <a:bodyPr/>
                    <a:lstStyle/>
                    <a:p>
                      <a:r>
                        <a:rPr lang="en-IN" sz="1800" dirty="0"/>
                        <a:t>2</a:t>
                      </a:r>
                    </a:p>
                  </a:txBody>
                  <a:tcPr marL="91438" marR="91438" marT="45713" marB="45713"/>
                </a:tc>
                <a:tc>
                  <a:txBody>
                    <a:bodyPr/>
                    <a:lstStyle/>
                    <a:p>
                      <a:r>
                        <a:rPr lang="en-IN" sz="1800" dirty="0"/>
                        <a:t>1</a:t>
                      </a:r>
                    </a:p>
                  </a:txBody>
                  <a:tcPr marL="91438" marR="91438" marT="45713" marB="45713"/>
                </a:tc>
                <a:tc>
                  <a:txBody>
                    <a:bodyPr/>
                    <a:lstStyle/>
                    <a:p>
                      <a:r>
                        <a:rPr lang="en-IN" sz="1800" dirty="0"/>
                        <a:t>8</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P4 </a:t>
                      </a:r>
                    </a:p>
                  </a:txBody>
                  <a:tcPr marL="91438" marR="91438" marT="45713" marB="45713"/>
                </a:tc>
                <a:tc>
                  <a:txBody>
                    <a:bodyPr/>
                    <a:lstStyle/>
                    <a:p>
                      <a:r>
                        <a:rPr lang="en-IN" sz="1800" dirty="0"/>
                        <a:t>3</a:t>
                      </a:r>
                    </a:p>
                  </a:txBody>
                  <a:tcPr marL="91438" marR="91438" marT="45713" marB="45713"/>
                </a:tc>
                <a:tc>
                  <a:txBody>
                    <a:bodyPr/>
                    <a:lstStyle/>
                    <a:p>
                      <a:r>
                        <a:rPr lang="en-IN" sz="1800" dirty="0"/>
                        <a:t>2</a:t>
                      </a:r>
                    </a:p>
                  </a:txBody>
                  <a:tcPr marL="91438" marR="91438" marT="45713" marB="45713"/>
                </a:tc>
                <a:tc>
                  <a:txBody>
                    <a:bodyPr/>
                    <a:lstStyle/>
                    <a:p>
                      <a:r>
                        <a:rPr lang="en-IN" sz="1800" dirty="0"/>
                        <a:t>10</a:t>
                      </a:r>
                    </a:p>
                  </a:txBody>
                  <a:tcPr marL="91438" marR="91438" marT="45713" marB="45713"/>
                </a:tc>
                <a:tc>
                  <a:txBody>
                    <a:bodyPr/>
                    <a:lstStyle/>
                    <a:p>
                      <a:endParaRPr lang="en-IN" sz="1800"/>
                    </a:p>
                  </a:txBody>
                  <a:tcPr marL="91438" marR="91438" marT="45713" marB="45713"/>
                </a:tc>
                <a:tc>
                  <a:txBody>
                    <a:bodyPr/>
                    <a:lstStyle/>
                    <a:p>
                      <a:endParaRPr lang="en-IN" sz="1800"/>
                    </a:p>
                  </a:txBody>
                  <a:tcPr marL="91438" marR="91438" marT="45713" marB="45713"/>
                </a:tc>
              </a:tr>
              <a:tr h="370779">
                <a:tc>
                  <a:txBody>
                    <a:bodyPr/>
                    <a:lstStyle/>
                    <a:p>
                      <a:r>
                        <a:rPr lang="en-IN" sz="1800" dirty="0"/>
                        <a:t>P5 </a:t>
                      </a:r>
                    </a:p>
                  </a:txBody>
                  <a:tcPr marL="91438" marR="91438" marT="45713" marB="45713"/>
                </a:tc>
                <a:tc>
                  <a:txBody>
                    <a:bodyPr/>
                    <a:lstStyle/>
                    <a:p>
                      <a:r>
                        <a:rPr lang="en-IN" sz="1800" dirty="0"/>
                        <a:t>4</a:t>
                      </a:r>
                    </a:p>
                  </a:txBody>
                  <a:tcPr marL="91438" marR="91438" marT="45713" marB="45713"/>
                </a:tc>
                <a:tc>
                  <a:txBody>
                    <a:bodyPr/>
                    <a:lstStyle/>
                    <a:p>
                      <a:r>
                        <a:rPr lang="en-IN" sz="1800" dirty="0"/>
                        <a:t>5</a:t>
                      </a:r>
                    </a:p>
                  </a:txBody>
                  <a:tcPr marL="91438" marR="91438" marT="45713" marB="45713"/>
                </a:tc>
                <a:tc>
                  <a:txBody>
                    <a:bodyPr/>
                    <a:lstStyle/>
                    <a:p>
                      <a:r>
                        <a:rPr lang="en-IN" sz="1800" dirty="0"/>
                        <a:t>15</a:t>
                      </a:r>
                    </a:p>
                  </a:txBody>
                  <a:tcPr marL="91438" marR="91438" marT="45713" marB="45713"/>
                </a:tc>
                <a:tc>
                  <a:txBody>
                    <a:bodyPr/>
                    <a:lstStyle/>
                    <a:p>
                      <a:endParaRPr lang="en-IN" sz="1800"/>
                    </a:p>
                  </a:txBody>
                  <a:tcPr marL="91438" marR="91438" marT="45713" marB="45713"/>
                </a:tc>
                <a:tc>
                  <a:txBody>
                    <a:bodyPr/>
                    <a:lstStyle/>
                    <a:p>
                      <a:endParaRPr lang="en-IN" sz="1800" dirty="0"/>
                    </a:p>
                  </a:txBody>
                  <a:tcPr marL="91438" marR="91438" marT="45713" marB="45713"/>
                </a:tc>
              </a:tr>
            </a:tbl>
          </a:graphicData>
        </a:graphic>
      </p:graphicFrame>
      <p:sp>
        <p:nvSpPr>
          <p:cNvPr id="71734" name="Slide Number Placeholder 3"/>
          <p:cNvSpPr>
            <a:spLocks noGrp="1"/>
          </p:cNvSpPr>
          <p:nvPr>
            <p:ph type="sldNum" sz="quarter" idx="12"/>
          </p:nvPr>
        </p:nvSpPr>
        <p:spPr bwMode="auto">
          <a:noFill/>
          <a:ln>
            <a:miter lim="800000"/>
            <a:headEnd/>
            <a:tailEnd/>
          </a:ln>
        </p:spPr>
        <p:txBody>
          <a:bodyPr/>
          <a:lstStyle/>
          <a:p>
            <a:fld id="{7E92FDE0-A82F-4669-8E2E-C8947EF95378}" type="slidenum">
              <a:rPr lang="en-US" altLang="en-US"/>
              <a:pPr/>
              <a:t>62</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endParaRPr lang="en-IN" sz="1800" dirty="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71759" name="TextBox 6"/>
          <p:cNvSpPr txBox="1">
            <a:spLocks noChangeArrowheads="1"/>
          </p:cNvSpPr>
          <p:nvPr/>
        </p:nvSpPr>
        <p:spPr bwMode="auto">
          <a:xfrm>
            <a:off x="1222375" y="4643438"/>
            <a:ext cx="2114550" cy="369887"/>
          </a:xfrm>
          <a:prstGeom prst="rect">
            <a:avLst/>
          </a:prstGeom>
          <a:noFill/>
          <a:ln w="9525">
            <a:noFill/>
            <a:miter lim="800000"/>
            <a:headEnd/>
            <a:tailEnd/>
          </a:ln>
        </p:spPr>
        <p:txBody>
          <a:bodyPr>
            <a:spAutoFit/>
          </a:bodyPr>
          <a:lstStyle/>
          <a:p>
            <a:r>
              <a:rPr lang="en-IN" altLang="en-US"/>
              <a:t>Gantt Chart</a:t>
            </a:r>
          </a:p>
        </p:txBody>
      </p:sp>
      <p:sp>
        <p:nvSpPr>
          <p:cNvPr id="71760"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4</a:t>
            </a:r>
          </a:p>
        </p:txBody>
      </p:sp>
      <p:sp>
        <p:nvSpPr>
          <p:cNvPr id="71761" name="TextBox 8"/>
          <p:cNvSpPr txBox="1">
            <a:spLocks noChangeArrowheads="1"/>
          </p:cNvSpPr>
          <p:nvPr/>
        </p:nvSpPr>
        <p:spPr bwMode="auto">
          <a:xfrm>
            <a:off x="1925638" y="5635625"/>
            <a:ext cx="322262" cy="369888"/>
          </a:xfrm>
          <a:prstGeom prst="rect">
            <a:avLst/>
          </a:prstGeom>
          <a:noFill/>
          <a:ln w="9525">
            <a:noFill/>
            <a:miter lim="800000"/>
            <a:headEnd/>
            <a:tailEnd/>
          </a:ln>
        </p:spPr>
        <p:txBody>
          <a:bodyPr>
            <a:spAutoFit/>
          </a:bodyPr>
          <a:lstStyle/>
          <a:p>
            <a:r>
              <a:rPr lang="en-IN" altLang="en-US"/>
              <a:t>7</a:t>
            </a:r>
          </a:p>
        </p:txBody>
      </p:sp>
      <p:sp>
        <p:nvSpPr>
          <p:cNvPr id="71762" name="TextBox 9"/>
          <p:cNvSpPr txBox="1">
            <a:spLocks noChangeArrowheads="1"/>
          </p:cNvSpPr>
          <p:nvPr/>
        </p:nvSpPr>
        <p:spPr bwMode="auto">
          <a:xfrm>
            <a:off x="2533650" y="5635625"/>
            <a:ext cx="322263" cy="369888"/>
          </a:xfrm>
          <a:prstGeom prst="rect">
            <a:avLst/>
          </a:prstGeom>
          <a:noFill/>
          <a:ln w="9525">
            <a:noFill/>
            <a:miter lim="800000"/>
            <a:headEnd/>
            <a:tailEnd/>
          </a:ln>
        </p:spPr>
        <p:txBody>
          <a:bodyPr>
            <a:spAutoFit/>
          </a:bodyPr>
          <a:lstStyle/>
          <a:p>
            <a:r>
              <a:rPr lang="en-IN" altLang="en-US"/>
              <a:t>8</a:t>
            </a:r>
          </a:p>
        </p:txBody>
      </p:sp>
      <p:sp>
        <p:nvSpPr>
          <p:cNvPr id="71763" name="TextBox 10"/>
          <p:cNvSpPr txBox="1">
            <a:spLocks noChangeArrowheads="1"/>
          </p:cNvSpPr>
          <p:nvPr/>
        </p:nvSpPr>
        <p:spPr bwMode="auto">
          <a:xfrm>
            <a:off x="3141663" y="5635625"/>
            <a:ext cx="515937" cy="369888"/>
          </a:xfrm>
          <a:prstGeom prst="rect">
            <a:avLst/>
          </a:prstGeom>
          <a:noFill/>
          <a:ln w="9525">
            <a:noFill/>
            <a:miter lim="800000"/>
            <a:headEnd/>
            <a:tailEnd/>
          </a:ln>
        </p:spPr>
        <p:txBody>
          <a:bodyPr>
            <a:spAutoFit/>
          </a:bodyPr>
          <a:lstStyle/>
          <a:p>
            <a:r>
              <a:rPr lang="en-IN" altLang="en-US"/>
              <a:t>10</a:t>
            </a:r>
          </a:p>
        </p:txBody>
      </p:sp>
      <p:sp>
        <p:nvSpPr>
          <p:cNvPr id="71764" name="TextBox 11"/>
          <p:cNvSpPr txBox="1">
            <a:spLocks noChangeArrowheads="1"/>
          </p:cNvSpPr>
          <p:nvPr/>
        </p:nvSpPr>
        <p:spPr bwMode="auto">
          <a:xfrm>
            <a:off x="3768725" y="5635625"/>
            <a:ext cx="515938" cy="369888"/>
          </a:xfrm>
          <a:prstGeom prst="rect">
            <a:avLst/>
          </a:prstGeom>
          <a:noFill/>
          <a:ln w="9525">
            <a:noFill/>
            <a:miter lim="800000"/>
            <a:headEnd/>
            <a:tailEnd/>
          </a:ln>
        </p:spPr>
        <p:txBody>
          <a:bodyPr>
            <a:spAutoFit/>
          </a:bodyPr>
          <a:lstStyle/>
          <a:p>
            <a:r>
              <a:rPr lang="en-IN" altLang="en-US"/>
              <a:t>15</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a:xfrm>
            <a:off x="457200" y="704850"/>
            <a:ext cx="8229600" cy="684213"/>
          </a:xfrm>
        </p:spPr>
        <p:txBody>
          <a:bodyPr/>
          <a:lstStyle/>
          <a:p>
            <a:r>
              <a:rPr lang="en-IN" altLang="en-US" smtClean="0"/>
              <a:t>Example </a:t>
            </a:r>
          </a:p>
        </p:txBody>
      </p:sp>
      <p:graphicFrame>
        <p:nvGraphicFramePr>
          <p:cNvPr id="5" name="Content Placeholder 4"/>
          <p:cNvGraphicFramePr>
            <a:graphicFrameLocks noGrp="1"/>
          </p:cNvGraphicFramePr>
          <p:nvPr>
            <p:ph idx="1"/>
          </p:nvPr>
        </p:nvGraphicFramePr>
        <p:xfrm>
          <a:off x="600075" y="1792288"/>
          <a:ext cx="7700963" cy="2493961"/>
        </p:xfrm>
        <a:graphic>
          <a:graphicData uri="http://schemas.openxmlformats.org/drawingml/2006/table">
            <a:tbl>
              <a:tblPr firstRow="1" bandRow="1">
                <a:tableStyleId>{5C22544A-7EE6-4342-B048-85BDC9FD1C3A}</a:tableStyleId>
              </a:tblPr>
              <a:tblGrid>
                <a:gridCol w="754065"/>
                <a:gridCol w="1033128"/>
                <a:gridCol w="1163754"/>
                <a:gridCol w="1496255"/>
                <a:gridCol w="1947506"/>
                <a:gridCol w="1306255"/>
              </a:tblGrid>
              <a:tr h="640066">
                <a:tc>
                  <a:txBody>
                    <a:bodyPr/>
                    <a:lstStyle/>
                    <a:p>
                      <a:r>
                        <a:rPr lang="en-IN" sz="1800" dirty="0"/>
                        <a:t>P.no.</a:t>
                      </a:r>
                    </a:p>
                  </a:txBody>
                  <a:tcPr marL="91438" marR="91438" marT="45713" marB="45713"/>
                </a:tc>
                <a:tc>
                  <a:txBody>
                    <a:bodyPr/>
                    <a:lstStyle/>
                    <a:p>
                      <a:r>
                        <a:rPr lang="en-IN" sz="1800" dirty="0"/>
                        <a:t>Arrival time</a:t>
                      </a:r>
                    </a:p>
                  </a:txBody>
                  <a:tcPr marL="91438" marR="91438" marT="45713" marB="45713"/>
                </a:tc>
                <a:tc>
                  <a:txBody>
                    <a:bodyPr/>
                    <a:lstStyle/>
                    <a:p>
                      <a:r>
                        <a:rPr lang="en-IN" sz="1800" dirty="0"/>
                        <a:t>Burst time</a:t>
                      </a:r>
                    </a:p>
                  </a:txBody>
                  <a:tcPr marL="91438" marR="91438" marT="45713" marB="45713"/>
                </a:tc>
                <a:tc>
                  <a:txBody>
                    <a:bodyPr/>
                    <a:lstStyle/>
                    <a:p>
                      <a:r>
                        <a:rPr lang="en-IN" sz="1800" dirty="0"/>
                        <a:t>Completion time</a:t>
                      </a:r>
                    </a:p>
                  </a:txBody>
                  <a:tcPr marL="91438" marR="91438" marT="45713" marB="45713"/>
                </a:tc>
                <a:tc>
                  <a:txBody>
                    <a:bodyPr/>
                    <a:lstStyle/>
                    <a:p>
                      <a:r>
                        <a:rPr lang="en-IN" sz="1800" dirty="0"/>
                        <a:t>Turn around Time=CT-AT</a:t>
                      </a:r>
                    </a:p>
                  </a:txBody>
                  <a:tcPr marL="91438" marR="91438" marT="45713" marB="45713"/>
                </a:tc>
                <a:tc>
                  <a:txBody>
                    <a:bodyPr/>
                    <a:lstStyle/>
                    <a:p>
                      <a:r>
                        <a:rPr lang="en-IN" sz="1800" dirty="0"/>
                        <a:t>Waiting time</a:t>
                      </a:r>
                    </a:p>
                  </a:txBody>
                  <a:tcPr marL="91438" marR="91438" marT="45713" marB="45713"/>
                </a:tc>
              </a:tr>
              <a:tr h="370779">
                <a:tc>
                  <a:txBody>
                    <a:bodyPr/>
                    <a:lstStyle/>
                    <a:p>
                      <a:r>
                        <a:rPr lang="en-IN" sz="1800" dirty="0"/>
                        <a:t>P1</a:t>
                      </a:r>
                    </a:p>
                  </a:txBody>
                  <a:tcPr marL="91438" marR="91438" marT="45713" marB="45713"/>
                </a:tc>
                <a:tc>
                  <a:txBody>
                    <a:bodyPr/>
                    <a:lstStyle/>
                    <a:p>
                      <a:r>
                        <a:rPr lang="en-IN" sz="1800" dirty="0"/>
                        <a:t>0</a:t>
                      </a:r>
                    </a:p>
                  </a:txBody>
                  <a:tcPr marL="91438" marR="91438" marT="45713" marB="45713"/>
                </a:tc>
                <a:tc>
                  <a:txBody>
                    <a:bodyPr/>
                    <a:lstStyle/>
                    <a:p>
                      <a:r>
                        <a:rPr lang="en-IN" sz="1800" dirty="0"/>
                        <a:t>4</a:t>
                      </a:r>
                    </a:p>
                  </a:txBody>
                  <a:tcPr marL="91438" marR="91438" marT="45713" marB="45713"/>
                </a:tc>
                <a:tc>
                  <a:txBody>
                    <a:bodyPr/>
                    <a:lstStyle/>
                    <a:p>
                      <a:r>
                        <a:rPr lang="en-IN" sz="1800" dirty="0"/>
                        <a:t>4</a:t>
                      </a:r>
                    </a:p>
                  </a:txBody>
                  <a:tcPr marL="91438" marR="91438" marT="45713" marB="45713"/>
                </a:tc>
                <a:tc>
                  <a:txBody>
                    <a:bodyPr/>
                    <a:lstStyle/>
                    <a:p>
                      <a:r>
                        <a:rPr lang="en-IN" sz="1800" dirty="0"/>
                        <a:t>4</a:t>
                      </a:r>
                    </a:p>
                  </a:txBody>
                  <a:tcPr marL="91438" marR="91438" marT="45713" marB="45713"/>
                </a:tc>
                <a:tc>
                  <a:txBody>
                    <a:bodyPr/>
                    <a:lstStyle/>
                    <a:p>
                      <a:endParaRPr lang="en-IN" sz="1800"/>
                    </a:p>
                  </a:txBody>
                  <a:tcPr marL="91438" marR="91438" marT="45713" marB="45713"/>
                </a:tc>
              </a:tr>
              <a:tr h="370779">
                <a:tc>
                  <a:txBody>
                    <a:bodyPr/>
                    <a:lstStyle/>
                    <a:p>
                      <a:r>
                        <a:rPr lang="en-IN" sz="1800" dirty="0"/>
                        <a:t>P2 </a:t>
                      </a:r>
                    </a:p>
                  </a:txBody>
                  <a:tcPr marL="91438" marR="91438" marT="45713" marB="45713"/>
                </a:tc>
                <a:tc>
                  <a:txBody>
                    <a:bodyPr/>
                    <a:lstStyle/>
                    <a:p>
                      <a:r>
                        <a:rPr lang="en-IN" sz="1800" dirty="0"/>
                        <a:t>1</a:t>
                      </a:r>
                    </a:p>
                  </a:txBody>
                  <a:tcPr marL="91438" marR="91438" marT="45713" marB="45713"/>
                </a:tc>
                <a:tc>
                  <a:txBody>
                    <a:bodyPr/>
                    <a:lstStyle/>
                    <a:p>
                      <a:r>
                        <a:rPr lang="en-IN" sz="1800" dirty="0"/>
                        <a:t>3</a:t>
                      </a:r>
                    </a:p>
                  </a:txBody>
                  <a:tcPr marL="91438" marR="91438" marT="45713" marB="45713"/>
                </a:tc>
                <a:tc>
                  <a:txBody>
                    <a:bodyPr/>
                    <a:lstStyle/>
                    <a:p>
                      <a:r>
                        <a:rPr lang="en-IN" sz="1800" dirty="0"/>
                        <a:t>7</a:t>
                      </a:r>
                    </a:p>
                  </a:txBody>
                  <a:tcPr marL="91438" marR="91438" marT="45713" marB="45713"/>
                </a:tc>
                <a:tc>
                  <a:txBody>
                    <a:bodyPr/>
                    <a:lstStyle/>
                    <a:p>
                      <a:r>
                        <a:rPr lang="en-IN" sz="1800" dirty="0"/>
                        <a:t>6</a:t>
                      </a:r>
                    </a:p>
                  </a:txBody>
                  <a:tcPr marL="91438" marR="91438" marT="45713" marB="45713"/>
                </a:tc>
                <a:tc>
                  <a:txBody>
                    <a:bodyPr/>
                    <a:lstStyle/>
                    <a:p>
                      <a:endParaRPr lang="en-IN" sz="1800"/>
                    </a:p>
                  </a:txBody>
                  <a:tcPr marL="91438" marR="91438" marT="45713" marB="45713"/>
                </a:tc>
              </a:tr>
              <a:tr h="370779">
                <a:tc>
                  <a:txBody>
                    <a:bodyPr/>
                    <a:lstStyle/>
                    <a:p>
                      <a:r>
                        <a:rPr lang="en-IN" sz="1800" dirty="0"/>
                        <a:t>P3 </a:t>
                      </a:r>
                    </a:p>
                  </a:txBody>
                  <a:tcPr marL="91438" marR="91438" marT="45713" marB="45713"/>
                </a:tc>
                <a:tc>
                  <a:txBody>
                    <a:bodyPr/>
                    <a:lstStyle/>
                    <a:p>
                      <a:r>
                        <a:rPr lang="en-IN" sz="1800" dirty="0"/>
                        <a:t>2</a:t>
                      </a:r>
                    </a:p>
                  </a:txBody>
                  <a:tcPr marL="91438" marR="91438" marT="45713" marB="45713"/>
                </a:tc>
                <a:tc>
                  <a:txBody>
                    <a:bodyPr/>
                    <a:lstStyle/>
                    <a:p>
                      <a:r>
                        <a:rPr lang="en-IN" sz="1800" dirty="0"/>
                        <a:t>1</a:t>
                      </a:r>
                    </a:p>
                  </a:txBody>
                  <a:tcPr marL="91438" marR="91438" marT="45713" marB="45713"/>
                </a:tc>
                <a:tc>
                  <a:txBody>
                    <a:bodyPr/>
                    <a:lstStyle/>
                    <a:p>
                      <a:r>
                        <a:rPr lang="en-IN" sz="1800" dirty="0"/>
                        <a:t>8</a:t>
                      </a:r>
                    </a:p>
                  </a:txBody>
                  <a:tcPr marL="91438" marR="91438" marT="45713" marB="45713"/>
                </a:tc>
                <a:tc>
                  <a:txBody>
                    <a:bodyPr/>
                    <a:lstStyle/>
                    <a:p>
                      <a:r>
                        <a:rPr lang="en-IN" sz="1800" dirty="0"/>
                        <a:t>6</a:t>
                      </a:r>
                    </a:p>
                  </a:txBody>
                  <a:tcPr marL="91438" marR="91438" marT="45713" marB="45713"/>
                </a:tc>
                <a:tc>
                  <a:txBody>
                    <a:bodyPr/>
                    <a:lstStyle/>
                    <a:p>
                      <a:endParaRPr lang="en-IN" sz="1800"/>
                    </a:p>
                  </a:txBody>
                  <a:tcPr marL="91438" marR="91438" marT="45713" marB="45713"/>
                </a:tc>
              </a:tr>
              <a:tr h="370779">
                <a:tc>
                  <a:txBody>
                    <a:bodyPr/>
                    <a:lstStyle/>
                    <a:p>
                      <a:r>
                        <a:rPr lang="en-IN" sz="1800" dirty="0"/>
                        <a:t>P4 </a:t>
                      </a:r>
                    </a:p>
                  </a:txBody>
                  <a:tcPr marL="91438" marR="91438" marT="45713" marB="45713"/>
                </a:tc>
                <a:tc>
                  <a:txBody>
                    <a:bodyPr/>
                    <a:lstStyle/>
                    <a:p>
                      <a:r>
                        <a:rPr lang="en-IN" sz="1800" dirty="0"/>
                        <a:t>3</a:t>
                      </a:r>
                    </a:p>
                  </a:txBody>
                  <a:tcPr marL="91438" marR="91438" marT="45713" marB="45713"/>
                </a:tc>
                <a:tc>
                  <a:txBody>
                    <a:bodyPr/>
                    <a:lstStyle/>
                    <a:p>
                      <a:r>
                        <a:rPr lang="en-IN" sz="1800" dirty="0"/>
                        <a:t>2</a:t>
                      </a:r>
                    </a:p>
                  </a:txBody>
                  <a:tcPr marL="91438" marR="91438" marT="45713" marB="45713"/>
                </a:tc>
                <a:tc>
                  <a:txBody>
                    <a:bodyPr/>
                    <a:lstStyle/>
                    <a:p>
                      <a:r>
                        <a:rPr lang="en-IN" sz="1800" dirty="0"/>
                        <a:t>10</a:t>
                      </a:r>
                    </a:p>
                  </a:txBody>
                  <a:tcPr marL="91438" marR="91438" marT="45713" marB="45713"/>
                </a:tc>
                <a:tc>
                  <a:txBody>
                    <a:bodyPr/>
                    <a:lstStyle/>
                    <a:p>
                      <a:r>
                        <a:rPr lang="en-IN" sz="1800" dirty="0"/>
                        <a:t>7</a:t>
                      </a:r>
                    </a:p>
                  </a:txBody>
                  <a:tcPr marL="91438" marR="91438" marT="45713" marB="45713"/>
                </a:tc>
                <a:tc>
                  <a:txBody>
                    <a:bodyPr/>
                    <a:lstStyle/>
                    <a:p>
                      <a:endParaRPr lang="en-IN" sz="1800"/>
                    </a:p>
                  </a:txBody>
                  <a:tcPr marL="91438" marR="91438" marT="45713" marB="45713"/>
                </a:tc>
              </a:tr>
              <a:tr h="370779">
                <a:tc>
                  <a:txBody>
                    <a:bodyPr/>
                    <a:lstStyle/>
                    <a:p>
                      <a:r>
                        <a:rPr lang="en-IN" sz="1800" dirty="0"/>
                        <a:t>P5 </a:t>
                      </a:r>
                    </a:p>
                  </a:txBody>
                  <a:tcPr marL="91438" marR="91438" marT="45713" marB="45713"/>
                </a:tc>
                <a:tc>
                  <a:txBody>
                    <a:bodyPr/>
                    <a:lstStyle/>
                    <a:p>
                      <a:r>
                        <a:rPr lang="en-IN" sz="1800" dirty="0"/>
                        <a:t>4</a:t>
                      </a:r>
                    </a:p>
                  </a:txBody>
                  <a:tcPr marL="91438" marR="91438" marT="45713" marB="45713"/>
                </a:tc>
                <a:tc>
                  <a:txBody>
                    <a:bodyPr/>
                    <a:lstStyle/>
                    <a:p>
                      <a:r>
                        <a:rPr lang="en-IN" sz="1800" dirty="0"/>
                        <a:t>5</a:t>
                      </a:r>
                    </a:p>
                  </a:txBody>
                  <a:tcPr marL="91438" marR="91438" marT="45713" marB="45713"/>
                </a:tc>
                <a:tc>
                  <a:txBody>
                    <a:bodyPr/>
                    <a:lstStyle/>
                    <a:p>
                      <a:r>
                        <a:rPr lang="en-IN" sz="1800" dirty="0"/>
                        <a:t>15</a:t>
                      </a:r>
                    </a:p>
                  </a:txBody>
                  <a:tcPr marL="91438" marR="91438" marT="45713" marB="45713"/>
                </a:tc>
                <a:tc>
                  <a:txBody>
                    <a:bodyPr/>
                    <a:lstStyle/>
                    <a:p>
                      <a:r>
                        <a:rPr lang="en-IN" sz="1800" dirty="0"/>
                        <a:t>11</a:t>
                      </a:r>
                    </a:p>
                  </a:txBody>
                  <a:tcPr marL="91438" marR="91438" marT="45713" marB="45713"/>
                </a:tc>
                <a:tc>
                  <a:txBody>
                    <a:bodyPr/>
                    <a:lstStyle/>
                    <a:p>
                      <a:endParaRPr lang="en-IN" sz="1800" dirty="0"/>
                    </a:p>
                  </a:txBody>
                  <a:tcPr marL="91438" marR="91438" marT="45713" marB="45713"/>
                </a:tc>
              </a:tr>
            </a:tbl>
          </a:graphicData>
        </a:graphic>
      </p:graphicFrame>
      <p:sp>
        <p:nvSpPr>
          <p:cNvPr id="72758" name="Slide Number Placeholder 3"/>
          <p:cNvSpPr>
            <a:spLocks noGrp="1"/>
          </p:cNvSpPr>
          <p:nvPr>
            <p:ph type="sldNum" sz="quarter" idx="12"/>
          </p:nvPr>
        </p:nvSpPr>
        <p:spPr bwMode="auto">
          <a:noFill/>
          <a:ln>
            <a:miter lim="800000"/>
            <a:headEnd/>
            <a:tailEnd/>
          </a:ln>
        </p:spPr>
        <p:txBody>
          <a:bodyPr/>
          <a:lstStyle/>
          <a:p>
            <a:fld id="{74B4FFAF-B26C-4F78-B4D0-72C9B95D36A5}" type="slidenum">
              <a:rPr lang="en-US" altLang="en-US"/>
              <a:pPr/>
              <a:t>63</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endParaRPr lang="en-IN" sz="1800" dirty="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72783" name="TextBox 6"/>
          <p:cNvSpPr txBox="1">
            <a:spLocks noChangeArrowheads="1"/>
          </p:cNvSpPr>
          <p:nvPr/>
        </p:nvSpPr>
        <p:spPr bwMode="auto">
          <a:xfrm>
            <a:off x="1222375" y="4643438"/>
            <a:ext cx="2114550" cy="369887"/>
          </a:xfrm>
          <a:prstGeom prst="rect">
            <a:avLst/>
          </a:prstGeom>
          <a:noFill/>
          <a:ln w="9525">
            <a:noFill/>
            <a:miter lim="800000"/>
            <a:headEnd/>
            <a:tailEnd/>
          </a:ln>
        </p:spPr>
        <p:txBody>
          <a:bodyPr>
            <a:spAutoFit/>
          </a:bodyPr>
          <a:lstStyle/>
          <a:p>
            <a:r>
              <a:rPr lang="en-IN" altLang="en-US"/>
              <a:t>Gantt Chart</a:t>
            </a:r>
          </a:p>
        </p:txBody>
      </p:sp>
      <p:sp>
        <p:nvSpPr>
          <p:cNvPr id="72784"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4</a:t>
            </a:r>
          </a:p>
        </p:txBody>
      </p:sp>
      <p:sp>
        <p:nvSpPr>
          <p:cNvPr id="72785" name="TextBox 8"/>
          <p:cNvSpPr txBox="1">
            <a:spLocks noChangeArrowheads="1"/>
          </p:cNvSpPr>
          <p:nvPr/>
        </p:nvSpPr>
        <p:spPr bwMode="auto">
          <a:xfrm>
            <a:off x="1925638" y="5635625"/>
            <a:ext cx="322262" cy="369888"/>
          </a:xfrm>
          <a:prstGeom prst="rect">
            <a:avLst/>
          </a:prstGeom>
          <a:noFill/>
          <a:ln w="9525">
            <a:noFill/>
            <a:miter lim="800000"/>
            <a:headEnd/>
            <a:tailEnd/>
          </a:ln>
        </p:spPr>
        <p:txBody>
          <a:bodyPr>
            <a:spAutoFit/>
          </a:bodyPr>
          <a:lstStyle/>
          <a:p>
            <a:r>
              <a:rPr lang="en-IN" altLang="en-US"/>
              <a:t>7</a:t>
            </a:r>
          </a:p>
        </p:txBody>
      </p:sp>
      <p:sp>
        <p:nvSpPr>
          <p:cNvPr id="72786" name="TextBox 9"/>
          <p:cNvSpPr txBox="1">
            <a:spLocks noChangeArrowheads="1"/>
          </p:cNvSpPr>
          <p:nvPr/>
        </p:nvSpPr>
        <p:spPr bwMode="auto">
          <a:xfrm>
            <a:off x="2533650" y="5635625"/>
            <a:ext cx="322263" cy="369888"/>
          </a:xfrm>
          <a:prstGeom prst="rect">
            <a:avLst/>
          </a:prstGeom>
          <a:noFill/>
          <a:ln w="9525">
            <a:noFill/>
            <a:miter lim="800000"/>
            <a:headEnd/>
            <a:tailEnd/>
          </a:ln>
        </p:spPr>
        <p:txBody>
          <a:bodyPr>
            <a:spAutoFit/>
          </a:bodyPr>
          <a:lstStyle/>
          <a:p>
            <a:r>
              <a:rPr lang="en-IN" altLang="en-US"/>
              <a:t>8</a:t>
            </a:r>
          </a:p>
        </p:txBody>
      </p:sp>
      <p:sp>
        <p:nvSpPr>
          <p:cNvPr id="72787" name="TextBox 10"/>
          <p:cNvSpPr txBox="1">
            <a:spLocks noChangeArrowheads="1"/>
          </p:cNvSpPr>
          <p:nvPr/>
        </p:nvSpPr>
        <p:spPr bwMode="auto">
          <a:xfrm>
            <a:off x="3141663" y="5635625"/>
            <a:ext cx="515937" cy="369888"/>
          </a:xfrm>
          <a:prstGeom prst="rect">
            <a:avLst/>
          </a:prstGeom>
          <a:noFill/>
          <a:ln w="9525">
            <a:noFill/>
            <a:miter lim="800000"/>
            <a:headEnd/>
            <a:tailEnd/>
          </a:ln>
        </p:spPr>
        <p:txBody>
          <a:bodyPr>
            <a:spAutoFit/>
          </a:bodyPr>
          <a:lstStyle/>
          <a:p>
            <a:r>
              <a:rPr lang="en-IN" altLang="en-US"/>
              <a:t>10</a:t>
            </a:r>
          </a:p>
        </p:txBody>
      </p:sp>
      <p:sp>
        <p:nvSpPr>
          <p:cNvPr id="72788" name="TextBox 11"/>
          <p:cNvSpPr txBox="1">
            <a:spLocks noChangeArrowheads="1"/>
          </p:cNvSpPr>
          <p:nvPr/>
        </p:nvSpPr>
        <p:spPr bwMode="auto">
          <a:xfrm>
            <a:off x="3768725" y="5635625"/>
            <a:ext cx="515938" cy="369888"/>
          </a:xfrm>
          <a:prstGeom prst="rect">
            <a:avLst/>
          </a:prstGeom>
          <a:noFill/>
          <a:ln w="9525">
            <a:noFill/>
            <a:miter lim="800000"/>
            <a:headEnd/>
            <a:tailEnd/>
          </a:ln>
        </p:spPr>
        <p:txBody>
          <a:bodyPr>
            <a:spAutoFit/>
          </a:bodyPr>
          <a:lstStyle/>
          <a:p>
            <a:r>
              <a:rPr lang="en-IN" altLang="en-US"/>
              <a:t>15</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a:xfrm>
            <a:off x="457200" y="704850"/>
            <a:ext cx="8229600" cy="684213"/>
          </a:xfrm>
        </p:spPr>
        <p:txBody>
          <a:bodyPr/>
          <a:lstStyle/>
          <a:p>
            <a:r>
              <a:rPr lang="en-IN" altLang="en-US" smtClean="0"/>
              <a:t>Example </a:t>
            </a:r>
          </a:p>
        </p:txBody>
      </p:sp>
      <p:graphicFrame>
        <p:nvGraphicFramePr>
          <p:cNvPr id="5" name="Content Placeholder 4"/>
          <p:cNvGraphicFramePr>
            <a:graphicFrameLocks noGrp="1"/>
          </p:cNvGraphicFramePr>
          <p:nvPr>
            <p:ph idx="1"/>
          </p:nvPr>
        </p:nvGraphicFramePr>
        <p:xfrm>
          <a:off x="600075" y="1792288"/>
          <a:ext cx="8281989" cy="2493961"/>
        </p:xfrm>
        <a:graphic>
          <a:graphicData uri="http://schemas.openxmlformats.org/drawingml/2006/table">
            <a:tbl>
              <a:tblPr firstRow="1" bandRow="1">
                <a:tableStyleId>{5C22544A-7EE6-4342-B048-85BDC9FD1C3A}</a:tableStyleId>
              </a:tblPr>
              <a:tblGrid>
                <a:gridCol w="810958"/>
                <a:gridCol w="1111076"/>
                <a:gridCol w="1251557"/>
                <a:gridCol w="1609145"/>
                <a:gridCol w="1623190"/>
                <a:gridCol w="1876063"/>
              </a:tblGrid>
              <a:tr h="640066">
                <a:tc>
                  <a:txBody>
                    <a:bodyPr/>
                    <a:lstStyle/>
                    <a:p>
                      <a:r>
                        <a:rPr lang="en-IN" sz="1800" dirty="0"/>
                        <a:t>P.no.</a:t>
                      </a:r>
                    </a:p>
                  </a:txBody>
                  <a:tcPr marL="91428" marR="91428" marT="45713" marB="45713"/>
                </a:tc>
                <a:tc>
                  <a:txBody>
                    <a:bodyPr/>
                    <a:lstStyle/>
                    <a:p>
                      <a:r>
                        <a:rPr lang="en-IN" sz="1800" dirty="0"/>
                        <a:t>Arrival time</a:t>
                      </a:r>
                    </a:p>
                  </a:txBody>
                  <a:tcPr marL="91428" marR="91428" marT="45713" marB="45713"/>
                </a:tc>
                <a:tc>
                  <a:txBody>
                    <a:bodyPr/>
                    <a:lstStyle/>
                    <a:p>
                      <a:r>
                        <a:rPr lang="en-IN" sz="1800" dirty="0"/>
                        <a:t>Burst time</a:t>
                      </a:r>
                    </a:p>
                  </a:txBody>
                  <a:tcPr marL="91428" marR="91428" marT="45713" marB="45713"/>
                </a:tc>
                <a:tc>
                  <a:txBody>
                    <a:bodyPr/>
                    <a:lstStyle/>
                    <a:p>
                      <a:r>
                        <a:rPr lang="en-IN" sz="1800" dirty="0"/>
                        <a:t>Completion time</a:t>
                      </a:r>
                    </a:p>
                  </a:txBody>
                  <a:tcPr marL="91428" marR="91428" marT="45713" marB="45713"/>
                </a:tc>
                <a:tc>
                  <a:txBody>
                    <a:bodyPr/>
                    <a:lstStyle/>
                    <a:p>
                      <a:r>
                        <a:rPr lang="en-IN" sz="1800" dirty="0"/>
                        <a:t>Turn around Time=CT-AT</a:t>
                      </a:r>
                    </a:p>
                  </a:txBody>
                  <a:tcPr marL="91428" marR="91428" marT="45713" marB="45713"/>
                </a:tc>
                <a:tc>
                  <a:txBody>
                    <a:bodyPr/>
                    <a:lstStyle/>
                    <a:p>
                      <a:r>
                        <a:rPr lang="en-IN" sz="1800" dirty="0"/>
                        <a:t>Waiting Time=TAT-BT</a:t>
                      </a:r>
                    </a:p>
                  </a:txBody>
                  <a:tcPr marL="91428" marR="91428" marT="45713" marB="45713"/>
                </a:tc>
              </a:tr>
              <a:tr h="370779">
                <a:tc>
                  <a:txBody>
                    <a:bodyPr/>
                    <a:lstStyle/>
                    <a:p>
                      <a:r>
                        <a:rPr lang="en-IN" sz="1800" dirty="0"/>
                        <a:t>P1</a:t>
                      </a:r>
                    </a:p>
                  </a:txBody>
                  <a:tcPr marL="91428" marR="91428" marT="45713" marB="45713"/>
                </a:tc>
                <a:tc>
                  <a:txBody>
                    <a:bodyPr/>
                    <a:lstStyle/>
                    <a:p>
                      <a:r>
                        <a:rPr lang="en-IN" sz="1800" dirty="0"/>
                        <a:t>0</a:t>
                      </a:r>
                    </a:p>
                  </a:txBody>
                  <a:tcPr marL="91428" marR="91428" marT="45713" marB="45713"/>
                </a:tc>
                <a:tc>
                  <a:txBody>
                    <a:bodyPr/>
                    <a:lstStyle/>
                    <a:p>
                      <a:r>
                        <a:rPr lang="en-IN" sz="1800" dirty="0"/>
                        <a:t>4</a:t>
                      </a:r>
                    </a:p>
                  </a:txBody>
                  <a:tcPr marL="91428" marR="91428" marT="45713" marB="45713"/>
                </a:tc>
                <a:tc>
                  <a:txBody>
                    <a:bodyPr/>
                    <a:lstStyle/>
                    <a:p>
                      <a:r>
                        <a:rPr lang="en-IN" sz="1800" dirty="0"/>
                        <a:t>4</a:t>
                      </a:r>
                    </a:p>
                  </a:txBody>
                  <a:tcPr marL="91428" marR="91428" marT="45713" marB="45713"/>
                </a:tc>
                <a:tc>
                  <a:txBody>
                    <a:bodyPr/>
                    <a:lstStyle/>
                    <a:p>
                      <a:r>
                        <a:rPr lang="en-IN" sz="1800" dirty="0"/>
                        <a:t>4</a:t>
                      </a:r>
                    </a:p>
                  </a:txBody>
                  <a:tcPr marL="91428" marR="91428" marT="45713" marB="45713"/>
                </a:tc>
                <a:tc>
                  <a:txBody>
                    <a:bodyPr/>
                    <a:lstStyle/>
                    <a:p>
                      <a:r>
                        <a:rPr lang="en-IN" sz="1800" dirty="0"/>
                        <a:t>0</a:t>
                      </a:r>
                    </a:p>
                  </a:txBody>
                  <a:tcPr marL="91428" marR="91428" marT="45713" marB="45713"/>
                </a:tc>
              </a:tr>
              <a:tr h="370779">
                <a:tc>
                  <a:txBody>
                    <a:bodyPr/>
                    <a:lstStyle/>
                    <a:p>
                      <a:r>
                        <a:rPr lang="en-IN" sz="1800" dirty="0"/>
                        <a:t>P2 </a:t>
                      </a:r>
                    </a:p>
                  </a:txBody>
                  <a:tcPr marL="91428" marR="91428" marT="45713" marB="45713"/>
                </a:tc>
                <a:tc>
                  <a:txBody>
                    <a:bodyPr/>
                    <a:lstStyle/>
                    <a:p>
                      <a:r>
                        <a:rPr lang="en-IN" sz="1800" dirty="0"/>
                        <a:t>1</a:t>
                      </a:r>
                    </a:p>
                  </a:txBody>
                  <a:tcPr marL="91428" marR="91428" marT="45713" marB="45713"/>
                </a:tc>
                <a:tc>
                  <a:txBody>
                    <a:bodyPr/>
                    <a:lstStyle/>
                    <a:p>
                      <a:r>
                        <a:rPr lang="en-IN" sz="1800" dirty="0"/>
                        <a:t>3</a:t>
                      </a:r>
                    </a:p>
                  </a:txBody>
                  <a:tcPr marL="91428" marR="91428" marT="45713" marB="45713"/>
                </a:tc>
                <a:tc>
                  <a:txBody>
                    <a:bodyPr/>
                    <a:lstStyle/>
                    <a:p>
                      <a:r>
                        <a:rPr lang="en-IN" sz="1800" dirty="0"/>
                        <a:t>7</a:t>
                      </a:r>
                    </a:p>
                  </a:txBody>
                  <a:tcPr marL="91428" marR="91428" marT="45713" marB="45713"/>
                </a:tc>
                <a:tc>
                  <a:txBody>
                    <a:bodyPr/>
                    <a:lstStyle/>
                    <a:p>
                      <a:r>
                        <a:rPr lang="en-IN" sz="1800" dirty="0"/>
                        <a:t>6</a:t>
                      </a:r>
                    </a:p>
                  </a:txBody>
                  <a:tcPr marL="91428" marR="91428" marT="45713" marB="45713"/>
                </a:tc>
                <a:tc>
                  <a:txBody>
                    <a:bodyPr/>
                    <a:lstStyle/>
                    <a:p>
                      <a:r>
                        <a:rPr lang="en-IN" sz="1800" dirty="0"/>
                        <a:t>3</a:t>
                      </a:r>
                    </a:p>
                  </a:txBody>
                  <a:tcPr marL="91428" marR="91428" marT="45713" marB="45713"/>
                </a:tc>
              </a:tr>
              <a:tr h="370779">
                <a:tc>
                  <a:txBody>
                    <a:bodyPr/>
                    <a:lstStyle/>
                    <a:p>
                      <a:r>
                        <a:rPr lang="en-IN" sz="1800" dirty="0"/>
                        <a:t>P3 </a:t>
                      </a:r>
                    </a:p>
                  </a:txBody>
                  <a:tcPr marL="91428" marR="91428" marT="45713" marB="45713"/>
                </a:tc>
                <a:tc>
                  <a:txBody>
                    <a:bodyPr/>
                    <a:lstStyle/>
                    <a:p>
                      <a:r>
                        <a:rPr lang="en-IN" sz="1800" dirty="0"/>
                        <a:t>2</a:t>
                      </a:r>
                    </a:p>
                  </a:txBody>
                  <a:tcPr marL="91428" marR="91428" marT="45713" marB="45713"/>
                </a:tc>
                <a:tc>
                  <a:txBody>
                    <a:bodyPr/>
                    <a:lstStyle/>
                    <a:p>
                      <a:r>
                        <a:rPr lang="en-IN" sz="1800" dirty="0"/>
                        <a:t>1</a:t>
                      </a:r>
                    </a:p>
                  </a:txBody>
                  <a:tcPr marL="91428" marR="91428" marT="45713" marB="45713"/>
                </a:tc>
                <a:tc>
                  <a:txBody>
                    <a:bodyPr/>
                    <a:lstStyle/>
                    <a:p>
                      <a:r>
                        <a:rPr lang="en-IN" sz="1800" dirty="0"/>
                        <a:t>8</a:t>
                      </a:r>
                    </a:p>
                  </a:txBody>
                  <a:tcPr marL="91428" marR="91428" marT="45713" marB="45713"/>
                </a:tc>
                <a:tc>
                  <a:txBody>
                    <a:bodyPr/>
                    <a:lstStyle/>
                    <a:p>
                      <a:r>
                        <a:rPr lang="en-IN" sz="1800" dirty="0"/>
                        <a:t>6</a:t>
                      </a:r>
                    </a:p>
                  </a:txBody>
                  <a:tcPr marL="91428" marR="91428" marT="45713" marB="45713"/>
                </a:tc>
                <a:tc>
                  <a:txBody>
                    <a:bodyPr/>
                    <a:lstStyle/>
                    <a:p>
                      <a:r>
                        <a:rPr lang="en-IN" sz="1800" dirty="0"/>
                        <a:t>5</a:t>
                      </a:r>
                    </a:p>
                  </a:txBody>
                  <a:tcPr marL="91428" marR="91428" marT="45713" marB="45713"/>
                </a:tc>
              </a:tr>
              <a:tr h="370779">
                <a:tc>
                  <a:txBody>
                    <a:bodyPr/>
                    <a:lstStyle/>
                    <a:p>
                      <a:r>
                        <a:rPr lang="en-IN" sz="1800" dirty="0"/>
                        <a:t>P4 </a:t>
                      </a:r>
                    </a:p>
                  </a:txBody>
                  <a:tcPr marL="91428" marR="91428" marT="45713" marB="45713"/>
                </a:tc>
                <a:tc>
                  <a:txBody>
                    <a:bodyPr/>
                    <a:lstStyle/>
                    <a:p>
                      <a:r>
                        <a:rPr lang="en-IN" sz="1800" dirty="0"/>
                        <a:t>3</a:t>
                      </a:r>
                    </a:p>
                  </a:txBody>
                  <a:tcPr marL="91428" marR="91428" marT="45713" marB="45713"/>
                </a:tc>
                <a:tc>
                  <a:txBody>
                    <a:bodyPr/>
                    <a:lstStyle/>
                    <a:p>
                      <a:r>
                        <a:rPr lang="en-IN" sz="1800" dirty="0"/>
                        <a:t>2</a:t>
                      </a:r>
                    </a:p>
                  </a:txBody>
                  <a:tcPr marL="91428" marR="91428" marT="45713" marB="45713"/>
                </a:tc>
                <a:tc>
                  <a:txBody>
                    <a:bodyPr/>
                    <a:lstStyle/>
                    <a:p>
                      <a:r>
                        <a:rPr lang="en-IN" sz="1800" dirty="0"/>
                        <a:t>10</a:t>
                      </a:r>
                    </a:p>
                  </a:txBody>
                  <a:tcPr marL="91428" marR="91428" marT="45713" marB="45713"/>
                </a:tc>
                <a:tc>
                  <a:txBody>
                    <a:bodyPr/>
                    <a:lstStyle/>
                    <a:p>
                      <a:r>
                        <a:rPr lang="en-IN" sz="1800" dirty="0"/>
                        <a:t>7</a:t>
                      </a:r>
                    </a:p>
                  </a:txBody>
                  <a:tcPr marL="91428" marR="91428" marT="45713" marB="45713"/>
                </a:tc>
                <a:tc>
                  <a:txBody>
                    <a:bodyPr/>
                    <a:lstStyle/>
                    <a:p>
                      <a:r>
                        <a:rPr lang="en-IN" sz="1800" dirty="0"/>
                        <a:t>5</a:t>
                      </a:r>
                    </a:p>
                  </a:txBody>
                  <a:tcPr marL="91428" marR="91428" marT="45713" marB="45713"/>
                </a:tc>
              </a:tr>
              <a:tr h="370779">
                <a:tc>
                  <a:txBody>
                    <a:bodyPr/>
                    <a:lstStyle/>
                    <a:p>
                      <a:r>
                        <a:rPr lang="en-IN" sz="1800" dirty="0"/>
                        <a:t>P5 </a:t>
                      </a:r>
                    </a:p>
                  </a:txBody>
                  <a:tcPr marL="91428" marR="91428" marT="45713" marB="45713"/>
                </a:tc>
                <a:tc>
                  <a:txBody>
                    <a:bodyPr/>
                    <a:lstStyle/>
                    <a:p>
                      <a:r>
                        <a:rPr lang="en-IN" sz="1800" dirty="0"/>
                        <a:t>4</a:t>
                      </a:r>
                    </a:p>
                  </a:txBody>
                  <a:tcPr marL="91428" marR="91428" marT="45713" marB="45713"/>
                </a:tc>
                <a:tc>
                  <a:txBody>
                    <a:bodyPr/>
                    <a:lstStyle/>
                    <a:p>
                      <a:r>
                        <a:rPr lang="en-IN" sz="1800" dirty="0"/>
                        <a:t>5</a:t>
                      </a:r>
                    </a:p>
                  </a:txBody>
                  <a:tcPr marL="91428" marR="91428" marT="45713" marB="45713"/>
                </a:tc>
                <a:tc>
                  <a:txBody>
                    <a:bodyPr/>
                    <a:lstStyle/>
                    <a:p>
                      <a:r>
                        <a:rPr lang="en-IN" sz="1800" dirty="0"/>
                        <a:t>15</a:t>
                      </a:r>
                    </a:p>
                  </a:txBody>
                  <a:tcPr marL="91428" marR="91428" marT="45713" marB="45713"/>
                </a:tc>
                <a:tc>
                  <a:txBody>
                    <a:bodyPr/>
                    <a:lstStyle/>
                    <a:p>
                      <a:r>
                        <a:rPr lang="en-IN" sz="1800" dirty="0"/>
                        <a:t>11</a:t>
                      </a:r>
                    </a:p>
                  </a:txBody>
                  <a:tcPr marL="91428" marR="91428" marT="45713" marB="45713"/>
                </a:tc>
                <a:tc>
                  <a:txBody>
                    <a:bodyPr/>
                    <a:lstStyle/>
                    <a:p>
                      <a:r>
                        <a:rPr lang="en-IN" sz="1800" dirty="0"/>
                        <a:t>6</a:t>
                      </a:r>
                    </a:p>
                  </a:txBody>
                  <a:tcPr marL="91428" marR="91428" marT="45713" marB="45713"/>
                </a:tc>
              </a:tr>
            </a:tbl>
          </a:graphicData>
        </a:graphic>
      </p:graphicFrame>
      <p:sp>
        <p:nvSpPr>
          <p:cNvPr id="73782" name="Slide Number Placeholder 3"/>
          <p:cNvSpPr>
            <a:spLocks noGrp="1"/>
          </p:cNvSpPr>
          <p:nvPr>
            <p:ph type="sldNum" sz="quarter" idx="12"/>
          </p:nvPr>
        </p:nvSpPr>
        <p:spPr bwMode="auto">
          <a:noFill/>
          <a:ln>
            <a:miter lim="800000"/>
            <a:headEnd/>
            <a:tailEnd/>
          </a:ln>
        </p:spPr>
        <p:txBody>
          <a:bodyPr/>
          <a:lstStyle/>
          <a:p>
            <a:fld id="{D0B7D571-57F5-451E-AC27-CAB1A6E4750A}" type="slidenum">
              <a:rPr lang="en-US" altLang="en-US"/>
              <a:pPr/>
              <a:t>64</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endParaRPr lang="en-IN" sz="1800" dirty="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73807" name="TextBox 6"/>
          <p:cNvSpPr txBox="1">
            <a:spLocks noChangeArrowheads="1"/>
          </p:cNvSpPr>
          <p:nvPr/>
        </p:nvSpPr>
        <p:spPr bwMode="auto">
          <a:xfrm>
            <a:off x="1222375" y="4643438"/>
            <a:ext cx="2114550" cy="369887"/>
          </a:xfrm>
          <a:prstGeom prst="rect">
            <a:avLst/>
          </a:prstGeom>
          <a:noFill/>
          <a:ln w="9525">
            <a:noFill/>
            <a:miter lim="800000"/>
            <a:headEnd/>
            <a:tailEnd/>
          </a:ln>
        </p:spPr>
        <p:txBody>
          <a:bodyPr>
            <a:spAutoFit/>
          </a:bodyPr>
          <a:lstStyle/>
          <a:p>
            <a:r>
              <a:rPr lang="en-IN" altLang="en-US"/>
              <a:t>Gantt Chart</a:t>
            </a:r>
          </a:p>
        </p:txBody>
      </p:sp>
      <p:sp>
        <p:nvSpPr>
          <p:cNvPr id="73808"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4</a:t>
            </a:r>
          </a:p>
        </p:txBody>
      </p:sp>
      <p:sp>
        <p:nvSpPr>
          <p:cNvPr id="73809" name="TextBox 8"/>
          <p:cNvSpPr txBox="1">
            <a:spLocks noChangeArrowheads="1"/>
          </p:cNvSpPr>
          <p:nvPr/>
        </p:nvSpPr>
        <p:spPr bwMode="auto">
          <a:xfrm>
            <a:off x="1925638" y="5635625"/>
            <a:ext cx="322262" cy="369888"/>
          </a:xfrm>
          <a:prstGeom prst="rect">
            <a:avLst/>
          </a:prstGeom>
          <a:noFill/>
          <a:ln w="9525">
            <a:noFill/>
            <a:miter lim="800000"/>
            <a:headEnd/>
            <a:tailEnd/>
          </a:ln>
        </p:spPr>
        <p:txBody>
          <a:bodyPr>
            <a:spAutoFit/>
          </a:bodyPr>
          <a:lstStyle/>
          <a:p>
            <a:r>
              <a:rPr lang="en-IN" altLang="en-US"/>
              <a:t>7</a:t>
            </a:r>
          </a:p>
        </p:txBody>
      </p:sp>
      <p:sp>
        <p:nvSpPr>
          <p:cNvPr id="73810" name="TextBox 9"/>
          <p:cNvSpPr txBox="1">
            <a:spLocks noChangeArrowheads="1"/>
          </p:cNvSpPr>
          <p:nvPr/>
        </p:nvSpPr>
        <p:spPr bwMode="auto">
          <a:xfrm>
            <a:off x="2533650" y="5635625"/>
            <a:ext cx="322263" cy="369888"/>
          </a:xfrm>
          <a:prstGeom prst="rect">
            <a:avLst/>
          </a:prstGeom>
          <a:noFill/>
          <a:ln w="9525">
            <a:noFill/>
            <a:miter lim="800000"/>
            <a:headEnd/>
            <a:tailEnd/>
          </a:ln>
        </p:spPr>
        <p:txBody>
          <a:bodyPr>
            <a:spAutoFit/>
          </a:bodyPr>
          <a:lstStyle/>
          <a:p>
            <a:r>
              <a:rPr lang="en-IN" altLang="en-US"/>
              <a:t>8</a:t>
            </a:r>
          </a:p>
        </p:txBody>
      </p:sp>
      <p:sp>
        <p:nvSpPr>
          <p:cNvPr id="73811" name="TextBox 10"/>
          <p:cNvSpPr txBox="1">
            <a:spLocks noChangeArrowheads="1"/>
          </p:cNvSpPr>
          <p:nvPr/>
        </p:nvSpPr>
        <p:spPr bwMode="auto">
          <a:xfrm>
            <a:off x="3141663" y="5635625"/>
            <a:ext cx="515937" cy="369888"/>
          </a:xfrm>
          <a:prstGeom prst="rect">
            <a:avLst/>
          </a:prstGeom>
          <a:noFill/>
          <a:ln w="9525">
            <a:noFill/>
            <a:miter lim="800000"/>
            <a:headEnd/>
            <a:tailEnd/>
          </a:ln>
        </p:spPr>
        <p:txBody>
          <a:bodyPr>
            <a:spAutoFit/>
          </a:bodyPr>
          <a:lstStyle/>
          <a:p>
            <a:r>
              <a:rPr lang="en-IN" altLang="en-US"/>
              <a:t>10</a:t>
            </a:r>
          </a:p>
        </p:txBody>
      </p:sp>
      <p:sp>
        <p:nvSpPr>
          <p:cNvPr id="73812" name="TextBox 11"/>
          <p:cNvSpPr txBox="1">
            <a:spLocks noChangeArrowheads="1"/>
          </p:cNvSpPr>
          <p:nvPr/>
        </p:nvSpPr>
        <p:spPr bwMode="auto">
          <a:xfrm>
            <a:off x="3768725" y="5635625"/>
            <a:ext cx="515938" cy="369888"/>
          </a:xfrm>
          <a:prstGeom prst="rect">
            <a:avLst/>
          </a:prstGeom>
          <a:noFill/>
          <a:ln w="9525">
            <a:noFill/>
            <a:miter lim="800000"/>
            <a:headEnd/>
            <a:tailEnd/>
          </a:ln>
        </p:spPr>
        <p:txBody>
          <a:bodyPr>
            <a:spAutoFit/>
          </a:bodyPr>
          <a:lstStyle/>
          <a:p>
            <a:r>
              <a:rPr lang="en-IN" altLang="en-US"/>
              <a:t>15</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p:txBody>
          <a:bodyPr/>
          <a:lstStyle/>
          <a:p>
            <a:endParaRPr lang="en-IN" altLang="en-US" smtClean="0"/>
          </a:p>
        </p:txBody>
      </p:sp>
      <p:sp>
        <p:nvSpPr>
          <p:cNvPr id="74755" name="Content Placeholder 2"/>
          <p:cNvSpPr>
            <a:spLocks noGrp="1"/>
          </p:cNvSpPr>
          <p:nvPr>
            <p:ph idx="1"/>
          </p:nvPr>
        </p:nvSpPr>
        <p:spPr/>
        <p:txBody>
          <a:bodyPr/>
          <a:lstStyle/>
          <a:p>
            <a:r>
              <a:rPr lang="en-IN" altLang="en-US" smtClean="0"/>
              <a:t>Average TAT=(4+6+6+7+11)/5</a:t>
            </a:r>
          </a:p>
          <a:p>
            <a:pPr marL="393700" lvl="1" indent="0">
              <a:buFont typeface="Wingdings 2" pitchFamily="18" charset="2"/>
              <a:buNone/>
            </a:pPr>
            <a:r>
              <a:rPr lang="en-IN" altLang="en-US" smtClean="0"/>
              <a:t>                      =  5</a:t>
            </a:r>
          </a:p>
          <a:p>
            <a:r>
              <a:rPr lang="en-IN" altLang="en-US" smtClean="0"/>
              <a:t>Average WT=(0+3+5+5+6)/5</a:t>
            </a:r>
          </a:p>
          <a:p>
            <a:r>
              <a:rPr lang="en-IN" altLang="en-US" smtClean="0"/>
              <a:t>                     =3.8</a:t>
            </a:r>
          </a:p>
        </p:txBody>
      </p:sp>
      <p:sp>
        <p:nvSpPr>
          <p:cNvPr id="74756" name="Slide Number Placeholder 3"/>
          <p:cNvSpPr>
            <a:spLocks noGrp="1"/>
          </p:cNvSpPr>
          <p:nvPr>
            <p:ph type="sldNum" sz="quarter" idx="12"/>
          </p:nvPr>
        </p:nvSpPr>
        <p:spPr bwMode="auto">
          <a:noFill/>
          <a:ln>
            <a:miter lim="800000"/>
            <a:headEnd/>
            <a:tailEnd/>
          </a:ln>
        </p:spPr>
        <p:txBody>
          <a:bodyPr/>
          <a:lstStyle/>
          <a:p>
            <a:fld id="{C1663835-1C7A-4D61-BEBA-F3B27667DC96}" type="slidenum">
              <a:rPr lang="en-US" altLang="en-US"/>
              <a:pPr/>
              <a:t>65</a:t>
            </a:fld>
            <a:endParaRPr lang="en-US" altLang="en-US"/>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object 2"/>
          <p:cNvSpPr>
            <a:spLocks noGrp="1"/>
          </p:cNvSpPr>
          <p:nvPr>
            <p:ph type="title"/>
          </p:nvPr>
        </p:nvSpPr>
        <p:spPr>
          <a:xfrm>
            <a:off x="619125" y="442913"/>
            <a:ext cx="7905750" cy="1122362"/>
          </a:xfrm>
        </p:spPr>
        <p:txBody>
          <a:bodyPr tIns="12700">
            <a:spAutoFit/>
          </a:bodyPr>
          <a:lstStyle/>
          <a:p>
            <a:pPr marL="1720850" indent="-1708150">
              <a:spcBef>
                <a:spcPts val="100"/>
              </a:spcBef>
            </a:pPr>
            <a:r>
              <a:rPr lang="en-US" altLang="en-US" sz="3600" smtClean="0"/>
              <a:t>Shortest Remaining Time First -- SRTF  (SJF with preemption)</a:t>
            </a:r>
          </a:p>
        </p:txBody>
      </p:sp>
      <p:sp>
        <p:nvSpPr>
          <p:cNvPr id="75779" name="object 3"/>
          <p:cNvSpPr txBox="1">
            <a:spLocks noChangeArrowheads="1"/>
          </p:cNvSpPr>
          <p:nvPr/>
        </p:nvSpPr>
        <p:spPr bwMode="auto">
          <a:xfrm>
            <a:off x="569913" y="1770063"/>
            <a:ext cx="8004175" cy="3144837"/>
          </a:xfrm>
          <a:prstGeom prst="rect">
            <a:avLst/>
          </a:prstGeom>
          <a:noFill/>
          <a:ln w="9525">
            <a:noFill/>
            <a:miter lim="800000"/>
            <a:headEnd/>
            <a:tailEnd/>
          </a:ln>
        </p:spPr>
        <p:txBody>
          <a:bodyPr lIns="0" tIns="12700" rIns="0" bIns="0">
            <a:spAutoFit/>
          </a:bodyPr>
          <a:lstStyle/>
          <a:p>
            <a:pPr marL="355600" indent="-342900">
              <a:spcBef>
                <a:spcPts val="100"/>
              </a:spcBef>
              <a:buFontTx/>
              <a:buChar char="•"/>
              <a:tabLst>
                <a:tab pos="354013" algn="l"/>
                <a:tab pos="355600" algn="l"/>
              </a:tabLst>
            </a:pPr>
            <a:r>
              <a:rPr lang="en-US" altLang="en-US" sz="2400">
                <a:latin typeface="Liberation Sans"/>
                <a:ea typeface="Liberation Sans"/>
                <a:cs typeface="Liberation Sans"/>
              </a:rPr>
              <a:t>If a new process arrives with a shorter burst time than</a:t>
            </a:r>
          </a:p>
          <a:p>
            <a:pPr marL="355600" indent="-342900">
              <a:spcBef>
                <a:spcPts val="25"/>
              </a:spcBef>
              <a:tabLst>
                <a:tab pos="354013" algn="l"/>
                <a:tab pos="355600" algn="l"/>
              </a:tabLst>
            </a:pPr>
            <a:r>
              <a:rPr lang="en-US" altLang="en-US" sz="2400" i="1">
                <a:latin typeface="Liberation Sans"/>
                <a:ea typeface="Liberation Sans"/>
                <a:cs typeface="Liberation Sans"/>
              </a:rPr>
              <a:t>remaining of current process, </a:t>
            </a:r>
            <a:r>
              <a:rPr lang="en-US" altLang="en-US" sz="2400">
                <a:latin typeface="Liberation Sans"/>
                <a:ea typeface="Liberation Sans"/>
                <a:cs typeface="Liberation Sans"/>
              </a:rPr>
              <a:t>then schedule new process</a:t>
            </a:r>
          </a:p>
          <a:p>
            <a:pPr marL="355600" indent="-342900">
              <a:spcBef>
                <a:spcPts val="50"/>
              </a:spcBef>
              <a:tabLst>
                <a:tab pos="354013" algn="l"/>
                <a:tab pos="355600" algn="l"/>
              </a:tabLst>
            </a:pPr>
            <a:endParaRPr lang="en-US" altLang="en-US" sz="3500">
              <a:latin typeface="Liberation Sans"/>
              <a:ea typeface="Liberation Sans"/>
              <a:cs typeface="Liberation Sans"/>
            </a:endParaRPr>
          </a:p>
          <a:p>
            <a:pPr marL="355600" indent="-342900">
              <a:lnSpc>
                <a:spcPct val="101000"/>
              </a:lnSpc>
              <a:buFontTx/>
              <a:buChar char="•"/>
              <a:tabLst>
                <a:tab pos="354013" algn="l"/>
                <a:tab pos="355600" algn="l"/>
              </a:tabLst>
            </a:pPr>
            <a:r>
              <a:rPr lang="en-US" altLang="en-US" sz="2400">
                <a:latin typeface="Liberation Sans"/>
                <a:ea typeface="Liberation Sans"/>
                <a:cs typeface="Liberation Sans"/>
              </a:rPr>
              <a:t>Further reduces average waiting time and average  response time.</a:t>
            </a:r>
          </a:p>
          <a:p>
            <a:pPr marL="355600" indent="-342900">
              <a:lnSpc>
                <a:spcPct val="101000"/>
              </a:lnSpc>
              <a:buFontTx/>
              <a:buChar char="•"/>
              <a:tabLst>
                <a:tab pos="354013" algn="l"/>
                <a:tab pos="355600" algn="l"/>
              </a:tabLst>
            </a:pPr>
            <a:endParaRPr lang="en-US" altLang="en-US" sz="2400">
              <a:latin typeface="Liberation Sans"/>
              <a:ea typeface="Liberation Sans"/>
              <a:cs typeface="Liberation Sans"/>
            </a:endParaRPr>
          </a:p>
          <a:p>
            <a:pPr marL="355600" indent="-342900">
              <a:lnSpc>
                <a:spcPct val="101000"/>
              </a:lnSpc>
              <a:buFontTx/>
              <a:buChar char="•"/>
              <a:tabLst>
                <a:tab pos="354013" algn="l"/>
                <a:tab pos="355600" algn="l"/>
              </a:tabLst>
            </a:pPr>
            <a:r>
              <a:rPr lang="en-US" altLang="en-US" sz="2400">
                <a:latin typeface="Liberation Sans"/>
                <a:ea typeface="Liberation Sans"/>
                <a:cs typeface="Liberation Sans"/>
              </a:rPr>
              <a:t>Preemption is the act of temporarily interrupting a task being carried out by a computer system</a:t>
            </a:r>
            <a:endParaRPr lang="en-US" altLang="en-US" sz="3500">
              <a:latin typeface="Liberation Sans"/>
              <a:ea typeface="Liberation Sans"/>
              <a:cs typeface="Liberation Sans"/>
            </a:endParaRPr>
          </a:p>
        </p:txBody>
      </p:sp>
      <p:sp>
        <p:nvSpPr>
          <p:cNvPr id="75780" name="Slide Number Placeholder 1"/>
          <p:cNvSpPr>
            <a:spLocks noGrp="1"/>
          </p:cNvSpPr>
          <p:nvPr>
            <p:ph type="sldNum" sz="quarter" idx="12"/>
          </p:nvPr>
        </p:nvSpPr>
        <p:spPr bwMode="auto">
          <a:noFill/>
          <a:ln>
            <a:miter lim="800000"/>
            <a:headEnd/>
            <a:tailEnd/>
          </a:ln>
        </p:spPr>
        <p:txBody>
          <a:bodyPr/>
          <a:lstStyle/>
          <a:p>
            <a:fld id="{0AD1899A-6B92-40F9-9A82-2CC4557D703A}" type="slidenum">
              <a:rPr lang="en-US" altLang="en-US"/>
              <a:pPr/>
              <a:t>66</a:t>
            </a:fld>
            <a:endParaRPr lang="en-US" altLang="en-US"/>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a:xfrm>
            <a:off x="457200" y="704850"/>
            <a:ext cx="8229600" cy="496888"/>
          </a:xfrm>
        </p:spPr>
        <p:txBody>
          <a:bodyPr/>
          <a:lstStyle/>
          <a:p>
            <a:r>
              <a:rPr lang="en-IN" altLang="en-US" smtClean="0"/>
              <a:t>Example</a:t>
            </a:r>
          </a:p>
        </p:txBody>
      </p:sp>
      <p:graphicFrame>
        <p:nvGraphicFramePr>
          <p:cNvPr id="5" name="Content Placeholder 4"/>
          <p:cNvGraphicFramePr>
            <a:graphicFrameLocks noGrp="1"/>
          </p:cNvGraphicFramePr>
          <p:nvPr>
            <p:ph idx="1"/>
          </p:nvPr>
        </p:nvGraphicFramePr>
        <p:xfrm>
          <a:off x="457200" y="1935163"/>
          <a:ext cx="7458075" cy="2595564"/>
        </p:xfrm>
        <a:graphic>
          <a:graphicData uri="http://schemas.openxmlformats.org/drawingml/2006/table">
            <a:tbl>
              <a:tblPr firstRow="1" bandRow="1">
                <a:tableStyleId>{5C22544A-7EE6-4342-B048-85BDC9FD1C3A}</a:tableStyleId>
              </a:tblPr>
              <a:tblGrid>
                <a:gridCol w="948465"/>
                <a:gridCol w="887054"/>
                <a:gridCol w="859760"/>
                <a:gridCol w="818819"/>
                <a:gridCol w="1787754"/>
                <a:gridCol w="2156223"/>
              </a:tblGrid>
              <a:tr h="371196">
                <a:tc>
                  <a:txBody>
                    <a:bodyPr/>
                    <a:lstStyle/>
                    <a:p>
                      <a:r>
                        <a:rPr lang="en-IN" sz="1800" dirty="0" err="1"/>
                        <a:t>P.No</a:t>
                      </a:r>
                      <a:r>
                        <a:rPr lang="en-IN" sz="1800" dirty="0"/>
                        <a:t>.</a:t>
                      </a:r>
                    </a:p>
                  </a:txBody>
                  <a:tcPr marL="91435" marR="91435" marT="45706" marB="45706"/>
                </a:tc>
                <a:tc>
                  <a:txBody>
                    <a:bodyPr/>
                    <a:lstStyle/>
                    <a:p>
                      <a:r>
                        <a:rPr lang="en-IN" sz="1800" dirty="0"/>
                        <a:t>A.T.</a:t>
                      </a:r>
                    </a:p>
                  </a:txBody>
                  <a:tcPr marL="91435" marR="91435" marT="45706" marB="45706"/>
                </a:tc>
                <a:tc>
                  <a:txBody>
                    <a:bodyPr/>
                    <a:lstStyle/>
                    <a:p>
                      <a:r>
                        <a:rPr lang="en-IN" sz="1800" dirty="0"/>
                        <a:t>B.T.</a:t>
                      </a:r>
                    </a:p>
                  </a:txBody>
                  <a:tcPr marL="91435" marR="91435" marT="45706" marB="45706"/>
                </a:tc>
                <a:tc>
                  <a:txBody>
                    <a:bodyPr/>
                    <a:lstStyle/>
                    <a:p>
                      <a:r>
                        <a:rPr lang="en-IN" sz="1800" dirty="0"/>
                        <a:t>C.T.</a:t>
                      </a:r>
                    </a:p>
                  </a:txBody>
                  <a:tcPr marL="91435" marR="91435" marT="45706" marB="45706"/>
                </a:tc>
                <a:tc>
                  <a:txBody>
                    <a:bodyPr/>
                    <a:lstStyle/>
                    <a:p>
                      <a:r>
                        <a:rPr lang="en-IN" sz="1800" dirty="0"/>
                        <a:t>TAT =C.T.-A.T</a:t>
                      </a:r>
                    </a:p>
                  </a:txBody>
                  <a:tcPr marL="91435" marR="91435" marT="45706" marB="45706"/>
                </a:tc>
                <a:tc>
                  <a:txBody>
                    <a:bodyPr/>
                    <a:lstStyle/>
                    <a:p>
                      <a:r>
                        <a:rPr lang="en-IN" sz="1800" dirty="0"/>
                        <a:t>WT=TAT-BT</a:t>
                      </a:r>
                    </a:p>
                  </a:txBody>
                  <a:tcPr marL="91435" marR="91435" marT="45706" marB="45706"/>
                </a:tc>
              </a:tr>
              <a:tr h="370728">
                <a:tc>
                  <a:txBody>
                    <a:bodyPr/>
                    <a:lstStyle/>
                    <a:p>
                      <a:r>
                        <a:rPr lang="en-IN" sz="1800" dirty="0"/>
                        <a:t>1</a:t>
                      </a:r>
                    </a:p>
                  </a:txBody>
                  <a:tcPr marL="91435" marR="91435" marT="45706" marB="45706"/>
                </a:tc>
                <a:tc>
                  <a:txBody>
                    <a:bodyPr/>
                    <a:lstStyle/>
                    <a:p>
                      <a:r>
                        <a:rPr lang="en-IN" sz="1800" dirty="0"/>
                        <a:t>0</a:t>
                      </a:r>
                    </a:p>
                  </a:txBody>
                  <a:tcPr marL="91435" marR="91435" marT="45706" marB="45706"/>
                </a:tc>
                <a:tc>
                  <a:txBody>
                    <a:bodyPr/>
                    <a:lstStyle/>
                    <a:p>
                      <a:r>
                        <a:rPr lang="en-IN" sz="1800" dirty="0"/>
                        <a:t>7</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2</a:t>
                      </a:r>
                    </a:p>
                  </a:txBody>
                  <a:tcPr marL="91435" marR="91435" marT="45706" marB="45706"/>
                </a:tc>
                <a:tc>
                  <a:txBody>
                    <a:bodyPr/>
                    <a:lstStyle/>
                    <a:p>
                      <a:r>
                        <a:rPr lang="en-IN" sz="1800" dirty="0"/>
                        <a:t>1</a:t>
                      </a:r>
                    </a:p>
                  </a:txBody>
                  <a:tcPr marL="91435" marR="91435" marT="45706" marB="45706"/>
                </a:tc>
                <a:tc>
                  <a:txBody>
                    <a:bodyPr/>
                    <a:lstStyle/>
                    <a:p>
                      <a:r>
                        <a:rPr lang="en-IN" sz="1800" dirty="0"/>
                        <a:t>5</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3</a:t>
                      </a:r>
                    </a:p>
                  </a:txBody>
                  <a:tcPr marL="91435" marR="91435" marT="45706" marB="45706"/>
                </a:tc>
                <a:tc>
                  <a:txBody>
                    <a:bodyPr/>
                    <a:lstStyle/>
                    <a:p>
                      <a:r>
                        <a:rPr lang="en-IN" sz="1800" dirty="0"/>
                        <a:t>2</a:t>
                      </a:r>
                    </a:p>
                  </a:txBody>
                  <a:tcPr marL="91435" marR="91435" marT="45706" marB="45706"/>
                </a:tc>
                <a:tc>
                  <a:txBody>
                    <a:bodyPr/>
                    <a:lstStyle/>
                    <a:p>
                      <a:r>
                        <a:rPr lang="en-IN" sz="1800" dirty="0"/>
                        <a:t>3</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4</a:t>
                      </a:r>
                    </a:p>
                  </a:txBody>
                  <a:tcPr marL="91435" marR="91435" marT="45706" marB="45706"/>
                </a:tc>
                <a:tc>
                  <a:txBody>
                    <a:bodyPr/>
                    <a:lstStyle/>
                    <a:p>
                      <a:r>
                        <a:rPr lang="en-IN" sz="1800" dirty="0"/>
                        <a:t>3</a:t>
                      </a:r>
                    </a:p>
                  </a:txBody>
                  <a:tcPr marL="91435" marR="91435" marT="45706" marB="45706"/>
                </a:tc>
                <a:tc>
                  <a:txBody>
                    <a:bodyPr/>
                    <a:lstStyle/>
                    <a:p>
                      <a:r>
                        <a:rPr lang="en-IN" sz="1800" dirty="0"/>
                        <a:t>1</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5</a:t>
                      </a:r>
                    </a:p>
                  </a:txBody>
                  <a:tcPr marL="91435" marR="91435" marT="45706" marB="45706"/>
                </a:tc>
                <a:tc>
                  <a:txBody>
                    <a:bodyPr/>
                    <a:lstStyle/>
                    <a:p>
                      <a:r>
                        <a:rPr lang="en-IN" sz="1800" dirty="0"/>
                        <a:t>4</a:t>
                      </a:r>
                    </a:p>
                  </a:txBody>
                  <a:tcPr marL="91435" marR="91435" marT="45706" marB="45706"/>
                </a:tc>
                <a:tc>
                  <a:txBody>
                    <a:bodyPr/>
                    <a:lstStyle/>
                    <a:p>
                      <a:r>
                        <a:rPr lang="en-IN" sz="1800" dirty="0"/>
                        <a:t>2</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6</a:t>
                      </a:r>
                    </a:p>
                  </a:txBody>
                  <a:tcPr marL="91435" marR="91435" marT="45706" marB="45706"/>
                </a:tc>
                <a:tc>
                  <a:txBody>
                    <a:bodyPr/>
                    <a:lstStyle/>
                    <a:p>
                      <a:r>
                        <a:rPr lang="en-IN" sz="1800" dirty="0"/>
                        <a:t>5</a:t>
                      </a:r>
                    </a:p>
                  </a:txBody>
                  <a:tcPr marL="91435" marR="91435" marT="45706" marB="45706"/>
                </a:tc>
                <a:tc>
                  <a:txBody>
                    <a:bodyPr/>
                    <a:lstStyle/>
                    <a:p>
                      <a:r>
                        <a:rPr lang="en-IN" sz="1800" dirty="0"/>
                        <a:t>1</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bl>
          </a:graphicData>
        </a:graphic>
      </p:graphicFrame>
      <p:sp>
        <p:nvSpPr>
          <p:cNvPr id="77885" name="Slide Number Placeholder 3"/>
          <p:cNvSpPr>
            <a:spLocks noGrp="1"/>
          </p:cNvSpPr>
          <p:nvPr>
            <p:ph type="sldNum" sz="quarter" idx="12"/>
          </p:nvPr>
        </p:nvSpPr>
        <p:spPr bwMode="auto">
          <a:noFill/>
          <a:ln>
            <a:miter lim="800000"/>
            <a:headEnd/>
            <a:tailEnd/>
          </a:ln>
        </p:spPr>
        <p:txBody>
          <a:bodyPr/>
          <a:lstStyle/>
          <a:p>
            <a:fld id="{74791D52-7CCA-4014-A98B-34713B40C1DF}" type="slidenum">
              <a:rPr lang="en-US" altLang="en-US"/>
              <a:pPr/>
              <a:t>67</a:t>
            </a:fld>
            <a:endParaRPr lang="en-US" altLang="en-US"/>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a:xfrm>
            <a:off x="457200" y="704850"/>
            <a:ext cx="8229600" cy="496888"/>
          </a:xfrm>
        </p:spPr>
        <p:txBody>
          <a:bodyPr/>
          <a:lstStyle/>
          <a:p>
            <a:r>
              <a:rPr lang="en-IN" altLang="en-US" smtClean="0"/>
              <a:t>Example</a:t>
            </a:r>
          </a:p>
        </p:txBody>
      </p:sp>
      <p:graphicFrame>
        <p:nvGraphicFramePr>
          <p:cNvPr id="5" name="Content Placeholder 4"/>
          <p:cNvGraphicFramePr>
            <a:graphicFrameLocks noGrp="1"/>
          </p:cNvGraphicFramePr>
          <p:nvPr>
            <p:ph idx="1"/>
          </p:nvPr>
        </p:nvGraphicFramePr>
        <p:xfrm>
          <a:off x="457200" y="1403350"/>
          <a:ext cx="7458075" cy="2595565"/>
        </p:xfrm>
        <a:graphic>
          <a:graphicData uri="http://schemas.openxmlformats.org/drawingml/2006/table">
            <a:tbl>
              <a:tblPr firstRow="1" bandRow="1">
                <a:tableStyleId>{5C22544A-7EE6-4342-B048-85BDC9FD1C3A}</a:tableStyleId>
              </a:tblPr>
              <a:tblGrid>
                <a:gridCol w="948465"/>
                <a:gridCol w="887054"/>
                <a:gridCol w="859760"/>
                <a:gridCol w="818819"/>
                <a:gridCol w="1787754"/>
                <a:gridCol w="2156223"/>
              </a:tblGrid>
              <a:tr h="371197">
                <a:tc>
                  <a:txBody>
                    <a:bodyPr/>
                    <a:lstStyle/>
                    <a:p>
                      <a:r>
                        <a:rPr lang="en-IN" sz="1800" dirty="0" err="1"/>
                        <a:t>P.No</a:t>
                      </a:r>
                      <a:r>
                        <a:rPr lang="en-IN" sz="1800" dirty="0"/>
                        <a:t>.</a:t>
                      </a:r>
                    </a:p>
                  </a:txBody>
                  <a:tcPr marL="91435" marR="91435" marT="45706" marB="45706"/>
                </a:tc>
                <a:tc>
                  <a:txBody>
                    <a:bodyPr/>
                    <a:lstStyle/>
                    <a:p>
                      <a:r>
                        <a:rPr lang="en-IN" sz="1800" dirty="0"/>
                        <a:t>A.T.</a:t>
                      </a:r>
                    </a:p>
                  </a:txBody>
                  <a:tcPr marL="91435" marR="91435" marT="45706" marB="45706"/>
                </a:tc>
                <a:tc>
                  <a:txBody>
                    <a:bodyPr/>
                    <a:lstStyle/>
                    <a:p>
                      <a:r>
                        <a:rPr lang="en-IN" sz="1800" dirty="0"/>
                        <a:t>B.T.</a:t>
                      </a:r>
                    </a:p>
                  </a:txBody>
                  <a:tcPr marL="91435" marR="91435" marT="45706" marB="45706"/>
                </a:tc>
                <a:tc>
                  <a:txBody>
                    <a:bodyPr/>
                    <a:lstStyle/>
                    <a:p>
                      <a:r>
                        <a:rPr lang="en-IN" sz="1800" dirty="0"/>
                        <a:t>C.T.</a:t>
                      </a:r>
                    </a:p>
                  </a:txBody>
                  <a:tcPr marL="91435" marR="91435" marT="45706" marB="45706"/>
                </a:tc>
                <a:tc>
                  <a:txBody>
                    <a:bodyPr/>
                    <a:lstStyle/>
                    <a:p>
                      <a:r>
                        <a:rPr lang="en-IN" sz="1800" dirty="0"/>
                        <a:t>TAT =C.T.-A.T</a:t>
                      </a:r>
                    </a:p>
                  </a:txBody>
                  <a:tcPr marL="91435" marR="91435" marT="45706" marB="45706"/>
                </a:tc>
                <a:tc>
                  <a:txBody>
                    <a:bodyPr/>
                    <a:lstStyle/>
                    <a:p>
                      <a:r>
                        <a:rPr lang="en-IN" sz="1800" dirty="0"/>
                        <a:t>WT=TAT-BT</a:t>
                      </a:r>
                    </a:p>
                  </a:txBody>
                  <a:tcPr marL="91435" marR="91435" marT="45706" marB="45706"/>
                </a:tc>
              </a:tr>
              <a:tr h="370728">
                <a:tc>
                  <a:txBody>
                    <a:bodyPr/>
                    <a:lstStyle/>
                    <a:p>
                      <a:r>
                        <a:rPr lang="en-IN" sz="1800" dirty="0"/>
                        <a:t>P1</a:t>
                      </a:r>
                    </a:p>
                  </a:txBody>
                  <a:tcPr marL="91435" marR="91435" marT="45706" marB="45706"/>
                </a:tc>
                <a:tc>
                  <a:txBody>
                    <a:bodyPr/>
                    <a:lstStyle/>
                    <a:p>
                      <a:r>
                        <a:rPr lang="en-IN" sz="1800" dirty="0"/>
                        <a:t>0</a:t>
                      </a:r>
                    </a:p>
                  </a:txBody>
                  <a:tcPr marL="91435" marR="91435" marT="45706" marB="45706"/>
                </a:tc>
                <a:tc>
                  <a:txBody>
                    <a:bodyPr/>
                    <a:lstStyle/>
                    <a:p>
                      <a:r>
                        <a:rPr lang="en-IN" sz="1800" dirty="0">
                          <a:solidFill>
                            <a:schemeClr val="tx1"/>
                          </a:solidFill>
                        </a:rPr>
                        <a:t>7</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P2</a:t>
                      </a:r>
                    </a:p>
                  </a:txBody>
                  <a:tcPr marL="91435" marR="91435" marT="45706" marB="45706"/>
                </a:tc>
                <a:tc>
                  <a:txBody>
                    <a:bodyPr/>
                    <a:lstStyle/>
                    <a:p>
                      <a:r>
                        <a:rPr lang="en-IN" sz="1800" dirty="0"/>
                        <a:t>1</a:t>
                      </a:r>
                    </a:p>
                  </a:txBody>
                  <a:tcPr marL="91435" marR="91435" marT="45706" marB="45706"/>
                </a:tc>
                <a:tc>
                  <a:txBody>
                    <a:bodyPr/>
                    <a:lstStyle/>
                    <a:p>
                      <a:r>
                        <a:rPr lang="en-IN" sz="1800" dirty="0"/>
                        <a:t>5</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P3</a:t>
                      </a:r>
                    </a:p>
                  </a:txBody>
                  <a:tcPr marL="91435" marR="91435" marT="45706" marB="45706"/>
                </a:tc>
                <a:tc>
                  <a:txBody>
                    <a:bodyPr/>
                    <a:lstStyle/>
                    <a:p>
                      <a:r>
                        <a:rPr lang="en-IN" sz="1800" dirty="0"/>
                        <a:t>2</a:t>
                      </a:r>
                    </a:p>
                  </a:txBody>
                  <a:tcPr marL="91435" marR="91435" marT="45706" marB="45706"/>
                </a:tc>
                <a:tc>
                  <a:txBody>
                    <a:bodyPr/>
                    <a:lstStyle/>
                    <a:p>
                      <a:r>
                        <a:rPr lang="en-IN" sz="1800" dirty="0"/>
                        <a:t>3</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P4</a:t>
                      </a:r>
                    </a:p>
                  </a:txBody>
                  <a:tcPr marL="91435" marR="91435" marT="45706" marB="45706"/>
                </a:tc>
                <a:tc>
                  <a:txBody>
                    <a:bodyPr/>
                    <a:lstStyle/>
                    <a:p>
                      <a:r>
                        <a:rPr lang="en-IN" sz="1800" dirty="0"/>
                        <a:t>3</a:t>
                      </a:r>
                    </a:p>
                  </a:txBody>
                  <a:tcPr marL="91435" marR="91435" marT="45706" marB="45706"/>
                </a:tc>
                <a:tc>
                  <a:txBody>
                    <a:bodyPr/>
                    <a:lstStyle/>
                    <a:p>
                      <a:r>
                        <a:rPr lang="en-IN" sz="1800" dirty="0"/>
                        <a:t>1</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P5</a:t>
                      </a:r>
                    </a:p>
                  </a:txBody>
                  <a:tcPr marL="91435" marR="91435" marT="45706" marB="45706"/>
                </a:tc>
                <a:tc>
                  <a:txBody>
                    <a:bodyPr/>
                    <a:lstStyle/>
                    <a:p>
                      <a:r>
                        <a:rPr lang="en-IN" sz="1800" dirty="0"/>
                        <a:t>4</a:t>
                      </a:r>
                    </a:p>
                  </a:txBody>
                  <a:tcPr marL="91435" marR="91435" marT="45706" marB="45706"/>
                </a:tc>
                <a:tc>
                  <a:txBody>
                    <a:bodyPr/>
                    <a:lstStyle/>
                    <a:p>
                      <a:r>
                        <a:rPr lang="en-IN" sz="1800" dirty="0"/>
                        <a:t>2</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p6</a:t>
                      </a:r>
                    </a:p>
                  </a:txBody>
                  <a:tcPr marL="91435" marR="91435" marT="45706" marB="45706"/>
                </a:tc>
                <a:tc>
                  <a:txBody>
                    <a:bodyPr/>
                    <a:lstStyle/>
                    <a:p>
                      <a:r>
                        <a:rPr lang="en-IN" sz="1800" dirty="0"/>
                        <a:t>5</a:t>
                      </a:r>
                    </a:p>
                  </a:txBody>
                  <a:tcPr marL="91435" marR="91435" marT="45706" marB="45706"/>
                </a:tc>
                <a:tc>
                  <a:txBody>
                    <a:bodyPr/>
                    <a:lstStyle/>
                    <a:p>
                      <a:r>
                        <a:rPr lang="en-IN" sz="1800" dirty="0"/>
                        <a:t>1</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dirty="0"/>
                    </a:p>
                  </a:txBody>
                  <a:tcPr marL="91435" marR="91435" marT="45706" marB="45706"/>
                </a:tc>
              </a:tr>
            </a:tbl>
          </a:graphicData>
        </a:graphic>
      </p:graphicFrame>
      <p:sp>
        <p:nvSpPr>
          <p:cNvPr id="78909" name="Slide Number Placeholder 3"/>
          <p:cNvSpPr>
            <a:spLocks noGrp="1"/>
          </p:cNvSpPr>
          <p:nvPr>
            <p:ph type="sldNum" sz="quarter" idx="12"/>
          </p:nvPr>
        </p:nvSpPr>
        <p:spPr bwMode="auto">
          <a:noFill/>
          <a:ln>
            <a:miter lim="800000"/>
            <a:headEnd/>
            <a:tailEnd/>
          </a:ln>
        </p:spPr>
        <p:txBody>
          <a:bodyPr/>
          <a:lstStyle/>
          <a:p>
            <a:fld id="{FF462EB7-C68F-4107-BCDD-8A75340AFAFF}" type="slidenum">
              <a:rPr lang="en-US" altLang="en-US"/>
              <a:pPr/>
              <a:t>68</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78934"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1</a:t>
            </a:r>
          </a:p>
        </p:txBody>
      </p:sp>
      <p:sp>
        <p:nvSpPr>
          <p:cNvPr id="78935"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78936" name="TextBox 6"/>
          <p:cNvSpPr txBox="1">
            <a:spLocks noChangeArrowheads="1"/>
          </p:cNvSpPr>
          <p:nvPr/>
        </p:nvSpPr>
        <p:spPr bwMode="auto">
          <a:xfrm>
            <a:off x="741363" y="4589463"/>
            <a:ext cx="2114550" cy="369887"/>
          </a:xfrm>
          <a:prstGeom prst="rect">
            <a:avLst/>
          </a:prstGeom>
          <a:noFill/>
          <a:ln w="9525">
            <a:noFill/>
            <a:miter lim="800000"/>
            <a:headEnd/>
            <a:tailEnd/>
          </a:ln>
        </p:spPr>
        <p:txBody>
          <a:bodyPr>
            <a:spAutoFit/>
          </a:bodyPr>
          <a:lstStyle/>
          <a:p>
            <a:r>
              <a:rPr lang="en-IN" altLang="en-US"/>
              <a:t>Gantt Chart</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p:nvPr>
        </p:nvSpPr>
        <p:spPr>
          <a:xfrm>
            <a:off x="457200" y="704850"/>
            <a:ext cx="8229600" cy="496888"/>
          </a:xfrm>
        </p:spPr>
        <p:txBody>
          <a:bodyPr/>
          <a:lstStyle/>
          <a:p>
            <a:r>
              <a:rPr lang="en-IN" altLang="en-US" smtClean="0"/>
              <a:t>Example</a:t>
            </a:r>
          </a:p>
        </p:txBody>
      </p:sp>
      <p:graphicFrame>
        <p:nvGraphicFramePr>
          <p:cNvPr id="5" name="Content Placeholder 4"/>
          <p:cNvGraphicFramePr>
            <a:graphicFrameLocks noGrp="1"/>
          </p:cNvGraphicFramePr>
          <p:nvPr>
            <p:ph idx="1"/>
          </p:nvPr>
        </p:nvGraphicFramePr>
        <p:xfrm>
          <a:off x="457200" y="1403350"/>
          <a:ext cx="7458075" cy="2595565"/>
        </p:xfrm>
        <a:graphic>
          <a:graphicData uri="http://schemas.openxmlformats.org/drawingml/2006/table">
            <a:tbl>
              <a:tblPr firstRow="1" bandRow="1">
                <a:tableStyleId>{5C22544A-7EE6-4342-B048-85BDC9FD1C3A}</a:tableStyleId>
              </a:tblPr>
              <a:tblGrid>
                <a:gridCol w="948465"/>
                <a:gridCol w="887054"/>
                <a:gridCol w="859760"/>
                <a:gridCol w="818819"/>
                <a:gridCol w="1787754"/>
                <a:gridCol w="2156223"/>
              </a:tblGrid>
              <a:tr h="371197">
                <a:tc>
                  <a:txBody>
                    <a:bodyPr/>
                    <a:lstStyle/>
                    <a:p>
                      <a:r>
                        <a:rPr lang="en-IN" sz="1800" dirty="0" err="1"/>
                        <a:t>P.No</a:t>
                      </a:r>
                      <a:r>
                        <a:rPr lang="en-IN" sz="1800" dirty="0"/>
                        <a:t>.</a:t>
                      </a:r>
                    </a:p>
                  </a:txBody>
                  <a:tcPr marL="91435" marR="91435" marT="45706" marB="45706"/>
                </a:tc>
                <a:tc>
                  <a:txBody>
                    <a:bodyPr/>
                    <a:lstStyle/>
                    <a:p>
                      <a:r>
                        <a:rPr lang="en-IN" sz="1800" dirty="0"/>
                        <a:t>A.T.</a:t>
                      </a:r>
                    </a:p>
                  </a:txBody>
                  <a:tcPr marL="91435" marR="91435" marT="45706" marB="45706"/>
                </a:tc>
                <a:tc>
                  <a:txBody>
                    <a:bodyPr/>
                    <a:lstStyle/>
                    <a:p>
                      <a:r>
                        <a:rPr lang="en-IN" sz="1800" dirty="0"/>
                        <a:t>B.T.</a:t>
                      </a:r>
                    </a:p>
                  </a:txBody>
                  <a:tcPr marL="91435" marR="91435" marT="45706" marB="45706"/>
                </a:tc>
                <a:tc>
                  <a:txBody>
                    <a:bodyPr/>
                    <a:lstStyle/>
                    <a:p>
                      <a:r>
                        <a:rPr lang="en-IN" sz="1800" dirty="0"/>
                        <a:t>C.T.</a:t>
                      </a:r>
                    </a:p>
                  </a:txBody>
                  <a:tcPr marL="91435" marR="91435" marT="45706" marB="45706"/>
                </a:tc>
                <a:tc>
                  <a:txBody>
                    <a:bodyPr/>
                    <a:lstStyle/>
                    <a:p>
                      <a:r>
                        <a:rPr lang="en-IN" sz="1800" dirty="0"/>
                        <a:t>TAT =C.T.-A.T</a:t>
                      </a:r>
                    </a:p>
                  </a:txBody>
                  <a:tcPr marL="91435" marR="91435" marT="45706" marB="45706"/>
                </a:tc>
                <a:tc>
                  <a:txBody>
                    <a:bodyPr/>
                    <a:lstStyle/>
                    <a:p>
                      <a:r>
                        <a:rPr lang="en-IN" sz="1800" dirty="0"/>
                        <a:t>WT=TAT-BT</a:t>
                      </a:r>
                    </a:p>
                  </a:txBody>
                  <a:tcPr marL="91435" marR="91435" marT="45706" marB="45706"/>
                </a:tc>
              </a:tr>
              <a:tr h="370728">
                <a:tc>
                  <a:txBody>
                    <a:bodyPr/>
                    <a:lstStyle/>
                    <a:p>
                      <a:r>
                        <a:rPr lang="en-IN" sz="1800" dirty="0"/>
                        <a:t>P1</a:t>
                      </a:r>
                    </a:p>
                  </a:txBody>
                  <a:tcPr marL="91435" marR="91435" marT="45706" marB="45706"/>
                </a:tc>
                <a:tc>
                  <a:txBody>
                    <a:bodyPr/>
                    <a:lstStyle/>
                    <a:p>
                      <a:r>
                        <a:rPr lang="en-IN" sz="1800" dirty="0"/>
                        <a:t>0</a:t>
                      </a:r>
                    </a:p>
                  </a:txBody>
                  <a:tcPr marL="91435" marR="91435" marT="45706" marB="45706"/>
                </a:tc>
                <a:tc>
                  <a:txBody>
                    <a:bodyPr/>
                    <a:lstStyle/>
                    <a:p>
                      <a:r>
                        <a:rPr lang="en-IN" sz="1800" dirty="0">
                          <a:solidFill>
                            <a:srgbClr val="FF0000"/>
                          </a:solidFill>
                        </a:rPr>
                        <a:t>6</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dirty="0"/>
                    </a:p>
                  </a:txBody>
                  <a:tcPr marL="91435" marR="91435" marT="45706" marB="45706"/>
                </a:tc>
              </a:tr>
              <a:tr h="370728">
                <a:tc>
                  <a:txBody>
                    <a:bodyPr/>
                    <a:lstStyle/>
                    <a:p>
                      <a:r>
                        <a:rPr lang="en-IN" sz="1800" dirty="0"/>
                        <a:t>P2</a:t>
                      </a:r>
                    </a:p>
                  </a:txBody>
                  <a:tcPr marL="91435" marR="91435" marT="45706" marB="45706"/>
                </a:tc>
                <a:tc>
                  <a:txBody>
                    <a:bodyPr/>
                    <a:lstStyle/>
                    <a:p>
                      <a:r>
                        <a:rPr lang="en-IN" sz="1800" dirty="0"/>
                        <a:t>1</a:t>
                      </a:r>
                    </a:p>
                  </a:txBody>
                  <a:tcPr marL="91435" marR="91435" marT="45706" marB="45706"/>
                </a:tc>
                <a:tc>
                  <a:txBody>
                    <a:bodyPr/>
                    <a:lstStyle/>
                    <a:p>
                      <a:r>
                        <a:rPr lang="en-IN" sz="1800" dirty="0"/>
                        <a:t>5</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P3</a:t>
                      </a:r>
                    </a:p>
                  </a:txBody>
                  <a:tcPr marL="91435" marR="91435" marT="45706" marB="45706"/>
                </a:tc>
                <a:tc>
                  <a:txBody>
                    <a:bodyPr/>
                    <a:lstStyle/>
                    <a:p>
                      <a:r>
                        <a:rPr lang="en-IN" sz="1800" dirty="0"/>
                        <a:t>2</a:t>
                      </a:r>
                    </a:p>
                  </a:txBody>
                  <a:tcPr marL="91435" marR="91435" marT="45706" marB="45706"/>
                </a:tc>
                <a:tc>
                  <a:txBody>
                    <a:bodyPr/>
                    <a:lstStyle/>
                    <a:p>
                      <a:r>
                        <a:rPr lang="en-IN" sz="1800" dirty="0"/>
                        <a:t>3</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P4</a:t>
                      </a:r>
                    </a:p>
                  </a:txBody>
                  <a:tcPr marL="91435" marR="91435" marT="45706" marB="45706"/>
                </a:tc>
                <a:tc>
                  <a:txBody>
                    <a:bodyPr/>
                    <a:lstStyle/>
                    <a:p>
                      <a:r>
                        <a:rPr lang="en-IN" sz="1800" dirty="0"/>
                        <a:t>3</a:t>
                      </a:r>
                    </a:p>
                  </a:txBody>
                  <a:tcPr marL="91435" marR="91435" marT="45706" marB="45706"/>
                </a:tc>
                <a:tc>
                  <a:txBody>
                    <a:bodyPr/>
                    <a:lstStyle/>
                    <a:p>
                      <a:r>
                        <a:rPr lang="en-IN" sz="1800" dirty="0"/>
                        <a:t>1</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P5</a:t>
                      </a:r>
                    </a:p>
                  </a:txBody>
                  <a:tcPr marL="91435" marR="91435" marT="45706" marB="45706"/>
                </a:tc>
                <a:tc>
                  <a:txBody>
                    <a:bodyPr/>
                    <a:lstStyle/>
                    <a:p>
                      <a:r>
                        <a:rPr lang="en-IN" sz="1800" dirty="0"/>
                        <a:t>4</a:t>
                      </a:r>
                    </a:p>
                  </a:txBody>
                  <a:tcPr marL="91435" marR="91435" marT="45706" marB="45706"/>
                </a:tc>
                <a:tc>
                  <a:txBody>
                    <a:bodyPr/>
                    <a:lstStyle/>
                    <a:p>
                      <a:r>
                        <a:rPr lang="en-IN" sz="1800" dirty="0"/>
                        <a:t>2</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p6</a:t>
                      </a:r>
                    </a:p>
                  </a:txBody>
                  <a:tcPr marL="91435" marR="91435" marT="45706" marB="45706"/>
                </a:tc>
                <a:tc>
                  <a:txBody>
                    <a:bodyPr/>
                    <a:lstStyle/>
                    <a:p>
                      <a:r>
                        <a:rPr lang="en-IN" sz="1800" dirty="0"/>
                        <a:t>5</a:t>
                      </a:r>
                    </a:p>
                  </a:txBody>
                  <a:tcPr marL="91435" marR="91435" marT="45706" marB="45706"/>
                </a:tc>
                <a:tc>
                  <a:txBody>
                    <a:bodyPr/>
                    <a:lstStyle/>
                    <a:p>
                      <a:r>
                        <a:rPr lang="en-IN" sz="1800" dirty="0"/>
                        <a:t>1</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dirty="0"/>
                    </a:p>
                  </a:txBody>
                  <a:tcPr marL="91435" marR="91435" marT="45706" marB="45706"/>
                </a:tc>
              </a:tr>
            </a:tbl>
          </a:graphicData>
        </a:graphic>
      </p:graphicFrame>
      <p:sp>
        <p:nvSpPr>
          <p:cNvPr id="79933" name="Slide Number Placeholder 3"/>
          <p:cNvSpPr>
            <a:spLocks noGrp="1"/>
          </p:cNvSpPr>
          <p:nvPr>
            <p:ph type="sldNum" sz="quarter" idx="12"/>
          </p:nvPr>
        </p:nvSpPr>
        <p:spPr bwMode="auto">
          <a:noFill/>
          <a:ln>
            <a:miter lim="800000"/>
            <a:headEnd/>
            <a:tailEnd/>
          </a:ln>
        </p:spPr>
        <p:txBody>
          <a:bodyPr/>
          <a:lstStyle/>
          <a:p>
            <a:fld id="{4AD0B77D-2369-49E8-ABCB-39D8DB0C3B20}" type="slidenum">
              <a:rPr lang="en-US" altLang="en-US"/>
              <a:pPr/>
              <a:t>69</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79958"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1</a:t>
            </a:r>
          </a:p>
        </p:txBody>
      </p:sp>
      <p:sp>
        <p:nvSpPr>
          <p:cNvPr id="79959"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79960" name="TextBox 6"/>
          <p:cNvSpPr txBox="1">
            <a:spLocks noChangeArrowheads="1"/>
          </p:cNvSpPr>
          <p:nvPr/>
        </p:nvSpPr>
        <p:spPr bwMode="auto">
          <a:xfrm>
            <a:off x="741363" y="4589463"/>
            <a:ext cx="2114550" cy="369887"/>
          </a:xfrm>
          <a:prstGeom prst="rect">
            <a:avLst/>
          </a:prstGeom>
          <a:noFill/>
          <a:ln w="9525">
            <a:noFill/>
            <a:miter lim="800000"/>
            <a:headEnd/>
            <a:tailEnd/>
          </a:ln>
        </p:spPr>
        <p:txBody>
          <a:bodyPr>
            <a:spAutoFit/>
          </a:bodyPr>
          <a:lstStyle/>
          <a:p>
            <a:r>
              <a:rPr lang="en-IN" altLang="en-US"/>
              <a:t>Gantt Chart</a:t>
            </a:r>
          </a:p>
        </p:txBody>
      </p:sp>
      <p:sp>
        <p:nvSpPr>
          <p:cNvPr id="79961" name="TextBox 7"/>
          <p:cNvSpPr txBox="1">
            <a:spLocks noChangeArrowheads="1"/>
          </p:cNvSpPr>
          <p:nvPr/>
        </p:nvSpPr>
        <p:spPr bwMode="auto">
          <a:xfrm>
            <a:off x="1893888" y="5635625"/>
            <a:ext cx="323850" cy="369888"/>
          </a:xfrm>
          <a:prstGeom prst="rect">
            <a:avLst/>
          </a:prstGeom>
          <a:noFill/>
          <a:ln w="9525">
            <a:noFill/>
            <a:miter lim="800000"/>
            <a:headEnd/>
            <a:tailEnd/>
          </a:ln>
        </p:spPr>
        <p:txBody>
          <a:bodyPr>
            <a:spAutoFit/>
          </a:bodyPr>
          <a:lstStyle/>
          <a:p>
            <a:r>
              <a:rPr lang="en-IN" altLang="en-US"/>
              <a:t>2</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a:xfrm>
            <a:off x="457200" y="704850"/>
            <a:ext cx="8229600" cy="496888"/>
          </a:xfrm>
        </p:spPr>
        <p:txBody>
          <a:bodyPr/>
          <a:lstStyle/>
          <a:p>
            <a:r>
              <a:rPr lang="en-IN" altLang="en-US" smtClean="0"/>
              <a:t>Example</a:t>
            </a:r>
          </a:p>
        </p:txBody>
      </p:sp>
      <p:graphicFrame>
        <p:nvGraphicFramePr>
          <p:cNvPr id="5" name="Content Placeholder 4"/>
          <p:cNvGraphicFramePr>
            <a:graphicFrameLocks noGrp="1"/>
          </p:cNvGraphicFramePr>
          <p:nvPr>
            <p:ph idx="1"/>
          </p:nvPr>
        </p:nvGraphicFramePr>
        <p:xfrm>
          <a:off x="457200" y="1403350"/>
          <a:ext cx="7458075" cy="2595565"/>
        </p:xfrm>
        <a:graphic>
          <a:graphicData uri="http://schemas.openxmlformats.org/drawingml/2006/table">
            <a:tbl>
              <a:tblPr firstRow="1" bandRow="1">
                <a:tableStyleId>{5C22544A-7EE6-4342-B048-85BDC9FD1C3A}</a:tableStyleId>
              </a:tblPr>
              <a:tblGrid>
                <a:gridCol w="948465"/>
                <a:gridCol w="887054"/>
                <a:gridCol w="859760"/>
                <a:gridCol w="818819"/>
                <a:gridCol w="1787754"/>
                <a:gridCol w="2156223"/>
              </a:tblGrid>
              <a:tr h="371197">
                <a:tc>
                  <a:txBody>
                    <a:bodyPr/>
                    <a:lstStyle/>
                    <a:p>
                      <a:r>
                        <a:rPr lang="en-IN" sz="1800" dirty="0" err="1"/>
                        <a:t>P.No</a:t>
                      </a:r>
                      <a:r>
                        <a:rPr lang="en-IN" sz="1800" dirty="0"/>
                        <a:t>.</a:t>
                      </a:r>
                    </a:p>
                  </a:txBody>
                  <a:tcPr marL="91435" marR="91435" marT="45706" marB="45706"/>
                </a:tc>
                <a:tc>
                  <a:txBody>
                    <a:bodyPr/>
                    <a:lstStyle/>
                    <a:p>
                      <a:r>
                        <a:rPr lang="en-IN" sz="1800" dirty="0"/>
                        <a:t>A.T.</a:t>
                      </a:r>
                    </a:p>
                  </a:txBody>
                  <a:tcPr marL="91435" marR="91435" marT="45706" marB="45706"/>
                </a:tc>
                <a:tc>
                  <a:txBody>
                    <a:bodyPr/>
                    <a:lstStyle/>
                    <a:p>
                      <a:r>
                        <a:rPr lang="en-IN" sz="1800" dirty="0"/>
                        <a:t>B.T.</a:t>
                      </a:r>
                    </a:p>
                  </a:txBody>
                  <a:tcPr marL="91435" marR="91435" marT="45706" marB="45706"/>
                </a:tc>
                <a:tc>
                  <a:txBody>
                    <a:bodyPr/>
                    <a:lstStyle/>
                    <a:p>
                      <a:r>
                        <a:rPr lang="en-IN" sz="1800" dirty="0"/>
                        <a:t>C.T.</a:t>
                      </a:r>
                    </a:p>
                  </a:txBody>
                  <a:tcPr marL="91435" marR="91435" marT="45706" marB="45706"/>
                </a:tc>
                <a:tc>
                  <a:txBody>
                    <a:bodyPr/>
                    <a:lstStyle/>
                    <a:p>
                      <a:r>
                        <a:rPr lang="en-IN" sz="1800" dirty="0"/>
                        <a:t>TAT =C.T.-A.T</a:t>
                      </a:r>
                    </a:p>
                  </a:txBody>
                  <a:tcPr marL="91435" marR="91435" marT="45706" marB="45706"/>
                </a:tc>
                <a:tc>
                  <a:txBody>
                    <a:bodyPr/>
                    <a:lstStyle/>
                    <a:p>
                      <a:r>
                        <a:rPr lang="en-IN" sz="1800" dirty="0"/>
                        <a:t>WT=TAT-BT</a:t>
                      </a:r>
                    </a:p>
                  </a:txBody>
                  <a:tcPr marL="91435" marR="91435" marT="45706" marB="45706"/>
                </a:tc>
              </a:tr>
              <a:tr h="370728">
                <a:tc>
                  <a:txBody>
                    <a:bodyPr/>
                    <a:lstStyle/>
                    <a:p>
                      <a:r>
                        <a:rPr lang="en-IN" sz="1800" dirty="0"/>
                        <a:t>P1</a:t>
                      </a:r>
                    </a:p>
                  </a:txBody>
                  <a:tcPr marL="91435" marR="91435" marT="45706" marB="45706"/>
                </a:tc>
                <a:tc>
                  <a:txBody>
                    <a:bodyPr/>
                    <a:lstStyle/>
                    <a:p>
                      <a:r>
                        <a:rPr lang="en-IN" sz="1800" dirty="0"/>
                        <a:t>0</a:t>
                      </a:r>
                    </a:p>
                  </a:txBody>
                  <a:tcPr marL="91435" marR="91435" marT="45706" marB="45706"/>
                </a:tc>
                <a:tc>
                  <a:txBody>
                    <a:bodyPr/>
                    <a:lstStyle/>
                    <a:p>
                      <a:r>
                        <a:rPr lang="en-IN" sz="1800" dirty="0">
                          <a:solidFill>
                            <a:srgbClr val="FF0000"/>
                          </a:solidFill>
                        </a:rPr>
                        <a:t>6</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P2</a:t>
                      </a:r>
                    </a:p>
                  </a:txBody>
                  <a:tcPr marL="91435" marR="91435" marT="45706" marB="45706"/>
                </a:tc>
                <a:tc>
                  <a:txBody>
                    <a:bodyPr/>
                    <a:lstStyle/>
                    <a:p>
                      <a:r>
                        <a:rPr lang="en-IN" sz="1800" dirty="0"/>
                        <a:t>1</a:t>
                      </a:r>
                    </a:p>
                  </a:txBody>
                  <a:tcPr marL="91435" marR="91435" marT="45706" marB="45706"/>
                </a:tc>
                <a:tc>
                  <a:txBody>
                    <a:bodyPr/>
                    <a:lstStyle/>
                    <a:p>
                      <a:r>
                        <a:rPr lang="en-IN" sz="1800" dirty="0">
                          <a:solidFill>
                            <a:srgbClr val="FF0000"/>
                          </a:solidFill>
                        </a:rPr>
                        <a:t>4</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P3</a:t>
                      </a:r>
                    </a:p>
                  </a:txBody>
                  <a:tcPr marL="91435" marR="91435" marT="45706" marB="45706"/>
                </a:tc>
                <a:tc>
                  <a:txBody>
                    <a:bodyPr/>
                    <a:lstStyle/>
                    <a:p>
                      <a:r>
                        <a:rPr lang="en-IN" sz="1800" dirty="0"/>
                        <a:t>2</a:t>
                      </a:r>
                    </a:p>
                  </a:txBody>
                  <a:tcPr marL="91435" marR="91435" marT="45706" marB="45706"/>
                </a:tc>
                <a:tc>
                  <a:txBody>
                    <a:bodyPr/>
                    <a:lstStyle/>
                    <a:p>
                      <a:r>
                        <a:rPr lang="en-IN" sz="1800" dirty="0"/>
                        <a:t>3</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P4</a:t>
                      </a:r>
                    </a:p>
                  </a:txBody>
                  <a:tcPr marL="91435" marR="91435" marT="45706" marB="45706"/>
                </a:tc>
                <a:tc>
                  <a:txBody>
                    <a:bodyPr/>
                    <a:lstStyle/>
                    <a:p>
                      <a:r>
                        <a:rPr lang="en-IN" sz="1800" dirty="0"/>
                        <a:t>3</a:t>
                      </a:r>
                    </a:p>
                  </a:txBody>
                  <a:tcPr marL="91435" marR="91435" marT="45706" marB="45706"/>
                </a:tc>
                <a:tc>
                  <a:txBody>
                    <a:bodyPr/>
                    <a:lstStyle/>
                    <a:p>
                      <a:r>
                        <a:rPr lang="en-IN" sz="1800" dirty="0"/>
                        <a:t>1</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P5</a:t>
                      </a:r>
                    </a:p>
                  </a:txBody>
                  <a:tcPr marL="91435" marR="91435" marT="45706" marB="45706"/>
                </a:tc>
                <a:tc>
                  <a:txBody>
                    <a:bodyPr/>
                    <a:lstStyle/>
                    <a:p>
                      <a:r>
                        <a:rPr lang="en-IN" sz="1800" dirty="0"/>
                        <a:t>4</a:t>
                      </a:r>
                    </a:p>
                  </a:txBody>
                  <a:tcPr marL="91435" marR="91435" marT="45706" marB="45706"/>
                </a:tc>
                <a:tc>
                  <a:txBody>
                    <a:bodyPr/>
                    <a:lstStyle/>
                    <a:p>
                      <a:r>
                        <a:rPr lang="en-IN" sz="1800" dirty="0"/>
                        <a:t>2</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p6</a:t>
                      </a:r>
                    </a:p>
                  </a:txBody>
                  <a:tcPr marL="91435" marR="91435" marT="45706" marB="45706"/>
                </a:tc>
                <a:tc>
                  <a:txBody>
                    <a:bodyPr/>
                    <a:lstStyle/>
                    <a:p>
                      <a:r>
                        <a:rPr lang="en-IN" sz="1800" dirty="0"/>
                        <a:t>5</a:t>
                      </a:r>
                    </a:p>
                  </a:txBody>
                  <a:tcPr marL="91435" marR="91435" marT="45706" marB="45706"/>
                </a:tc>
                <a:tc>
                  <a:txBody>
                    <a:bodyPr/>
                    <a:lstStyle/>
                    <a:p>
                      <a:r>
                        <a:rPr lang="en-IN" sz="1800" dirty="0"/>
                        <a:t>1</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dirty="0"/>
                    </a:p>
                  </a:txBody>
                  <a:tcPr marL="91435" marR="91435" marT="45706" marB="45706"/>
                </a:tc>
              </a:tr>
            </a:tbl>
          </a:graphicData>
        </a:graphic>
      </p:graphicFrame>
      <p:sp>
        <p:nvSpPr>
          <p:cNvPr id="80957" name="Slide Number Placeholder 3"/>
          <p:cNvSpPr>
            <a:spLocks noGrp="1"/>
          </p:cNvSpPr>
          <p:nvPr>
            <p:ph type="sldNum" sz="quarter" idx="12"/>
          </p:nvPr>
        </p:nvSpPr>
        <p:spPr bwMode="auto">
          <a:noFill/>
          <a:ln>
            <a:miter lim="800000"/>
            <a:headEnd/>
            <a:tailEnd/>
          </a:ln>
        </p:spPr>
        <p:txBody>
          <a:bodyPr/>
          <a:lstStyle/>
          <a:p>
            <a:fld id="{45334AD0-262C-447C-A740-957541A6C8F9}" type="slidenum">
              <a:rPr lang="en-US" altLang="en-US"/>
              <a:pPr/>
              <a:t>70</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80982"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1</a:t>
            </a:r>
          </a:p>
        </p:txBody>
      </p:sp>
      <p:sp>
        <p:nvSpPr>
          <p:cNvPr id="80983"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80984" name="TextBox 6"/>
          <p:cNvSpPr txBox="1">
            <a:spLocks noChangeArrowheads="1"/>
          </p:cNvSpPr>
          <p:nvPr/>
        </p:nvSpPr>
        <p:spPr bwMode="auto">
          <a:xfrm>
            <a:off x="741363" y="4589463"/>
            <a:ext cx="2114550" cy="369887"/>
          </a:xfrm>
          <a:prstGeom prst="rect">
            <a:avLst/>
          </a:prstGeom>
          <a:noFill/>
          <a:ln w="9525">
            <a:noFill/>
            <a:miter lim="800000"/>
            <a:headEnd/>
            <a:tailEnd/>
          </a:ln>
        </p:spPr>
        <p:txBody>
          <a:bodyPr>
            <a:spAutoFit/>
          </a:bodyPr>
          <a:lstStyle/>
          <a:p>
            <a:r>
              <a:rPr lang="en-IN" altLang="en-US"/>
              <a:t>Gantt Chart</a:t>
            </a:r>
          </a:p>
        </p:txBody>
      </p:sp>
      <p:sp>
        <p:nvSpPr>
          <p:cNvPr id="80985" name="TextBox 7"/>
          <p:cNvSpPr txBox="1">
            <a:spLocks noChangeArrowheads="1"/>
          </p:cNvSpPr>
          <p:nvPr/>
        </p:nvSpPr>
        <p:spPr bwMode="auto">
          <a:xfrm>
            <a:off x="1893888" y="5635625"/>
            <a:ext cx="323850" cy="369888"/>
          </a:xfrm>
          <a:prstGeom prst="rect">
            <a:avLst/>
          </a:prstGeom>
          <a:noFill/>
          <a:ln w="9525">
            <a:noFill/>
            <a:miter lim="800000"/>
            <a:headEnd/>
            <a:tailEnd/>
          </a:ln>
        </p:spPr>
        <p:txBody>
          <a:bodyPr>
            <a:spAutoFit/>
          </a:bodyPr>
          <a:lstStyle/>
          <a:p>
            <a:r>
              <a:rPr lang="en-IN" altLang="en-US"/>
              <a:t>2</a:t>
            </a:r>
          </a:p>
        </p:txBody>
      </p:sp>
      <p:sp>
        <p:nvSpPr>
          <p:cNvPr id="80986" name="TextBox 7"/>
          <p:cNvSpPr txBox="1">
            <a:spLocks noChangeArrowheads="1"/>
          </p:cNvSpPr>
          <p:nvPr/>
        </p:nvSpPr>
        <p:spPr bwMode="auto">
          <a:xfrm>
            <a:off x="2470150" y="5635625"/>
            <a:ext cx="323850" cy="369888"/>
          </a:xfrm>
          <a:prstGeom prst="rect">
            <a:avLst/>
          </a:prstGeom>
          <a:noFill/>
          <a:ln w="9525">
            <a:noFill/>
            <a:miter lim="800000"/>
            <a:headEnd/>
            <a:tailEnd/>
          </a:ln>
        </p:spPr>
        <p:txBody>
          <a:bodyPr>
            <a:spAutoFit/>
          </a:bodyPr>
          <a:lstStyle/>
          <a:p>
            <a:r>
              <a:rPr lang="en-IN" altLang="en-US"/>
              <a:t>3</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a:xfrm>
            <a:off x="457200" y="704850"/>
            <a:ext cx="8229600" cy="496888"/>
          </a:xfrm>
        </p:spPr>
        <p:txBody>
          <a:bodyPr/>
          <a:lstStyle/>
          <a:p>
            <a:r>
              <a:rPr lang="en-IN" altLang="en-US" smtClean="0"/>
              <a:t>Example</a:t>
            </a:r>
          </a:p>
        </p:txBody>
      </p:sp>
      <p:graphicFrame>
        <p:nvGraphicFramePr>
          <p:cNvPr id="5" name="Content Placeholder 4"/>
          <p:cNvGraphicFramePr>
            <a:graphicFrameLocks noGrp="1"/>
          </p:cNvGraphicFramePr>
          <p:nvPr>
            <p:ph idx="1"/>
          </p:nvPr>
        </p:nvGraphicFramePr>
        <p:xfrm>
          <a:off x="457200" y="1403350"/>
          <a:ext cx="7458075" cy="2595565"/>
        </p:xfrm>
        <a:graphic>
          <a:graphicData uri="http://schemas.openxmlformats.org/drawingml/2006/table">
            <a:tbl>
              <a:tblPr firstRow="1" bandRow="1">
                <a:tableStyleId>{5C22544A-7EE6-4342-B048-85BDC9FD1C3A}</a:tableStyleId>
              </a:tblPr>
              <a:tblGrid>
                <a:gridCol w="948465"/>
                <a:gridCol w="887054"/>
                <a:gridCol w="859760"/>
                <a:gridCol w="818819"/>
                <a:gridCol w="1787754"/>
                <a:gridCol w="2156223"/>
              </a:tblGrid>
              <a:tr h="371197">
                <a:tc>
                  <a:txBody>
                    <a:bodyPr/>
                    <a:lstStyle/>
                    <a:p>
                      <a:r>
                        <a:rPr lang="en-IN" sz="1800" dirty="0" err="1"/>
                        <a:t>P.No</a:t>
                      </a:r>
                      <a:r>
                        <a:rPr lang="en-IN" sz="1800" dirty="0"/>
                        <a:t>.</a:t>
                      </a:r>
                    </a:p>
                  </a:txBody>
                  <a:tcPr marL="91435" marR="91435" marT="45706" marB="45706"/>
                </a:tc>
                <a:tc>
                  <a:txBody>
                    <a:bodyPr/>
                    <a:lstStyle/>
                    <a:p>
                      <a:r>
                        <a:rPr lang="en-IN" sz="1800" dirty="0"/>
                        <a:t>A.T.</a:t>
                      </a:r>
                    </a:p>
                  </a:txBody>
                  <a:tcPr marL="91435" marR="91435" marT="45706" marB="45706"/>
                </a:tc>
                <a:tc>
                  <a:txBody>
                    <a:bodyPr/>
                    <a:lstStyle/>
                    <a:p>
                      <a:r>
                        <a:rPr lang="en-IN" sz="1800" dirty="0"/>
                        <a:t>B.T.</a:t>
                      </a:r>
                    </a:p>
                  </a:txBody>
                  <a:tcPr marL="91435" marR="91435" marT="45706" marB="45706"/>
                </a:tc>
                <a:tc>
                  <a:txBody>
                    <a:bodyPr/>
                    <a:lstStyle/>
                    <a:p>
                      <a:r>
                        <a:rPr lang="en-IN" sz="1800" dirty="0"/>
                        <a:t>C.T.</a:t>
                      </a:r>
                    </a:p>
                  </a:txBody>
                  <a:tcPr marL="91435" marR="91435" marT="45706" marB="45706"/>
                </a:tc>
                <a:tc>
                  <a:txBody>
                    <a:bodyPr/>
                    <a:lstStyle/>
                    <a:p>
                      <a:r>
                        <a:rPr lang="en-IN" sz="1800" dirty="0"/>
                        <a:t>TAT =C.T.-A.T</a:t>
                      </a:r>
                    </a:p>
                  </a:txBody>
                  <a:tcPr marL="91435" marR="91435" marT="45706" marB="45706"/>
                </a:tc>
                <a:tc>
                  <a:txBody>
                    <a:bodyPr/>
                    <a:lstStyle/>
                    <a:p>
                      <a:r>
                        <a:rPr lang="en-IN" sz="1800" dirty="0"/>
                        <a:t>WT=TAT-BT</a:t>
                      </a:r>
                    </a:p>
                  </a:txBody>
                  <a:tcPr marL="91435" marR="91435" marT="45706" marB="45706"/>
                </a:tc>
              </a:tr>
              <a:tr h="370728">
                <a:tc>
                  <a:txBody>
                    <a:bodyPr/>
                    <a:lstStyle/>
                    <a:p>
                      <a:r>
                        <a:rPr lang="en-IN" sz="1800" dirty="0"/>
                        <a:t>P1</a:t>
                      </a:r>
                    </a:p>
                  </a:txBody>
                  <a:tcPr marL="91435" marR="91435" marT="45706" marB="45706"/>
                </a:tc>
                <a:tc>
                  <a:txBody>
                    <a:bodyPr/>
                    <a:lstStyle/>
                    <a:p>
                      <a:r>
                        <a:rPr lang="en-IN" sz="1800" dirty="0"/>
                        <a:t>0</a:t>
                      </a:r>
                    </a:p>
                  </a:txBody>
                  <a:tcPr marL="91435" marR="91435" marT="45706" marB="45706"/>
                </a:tc>
                <a:tc>
                  <a:txBody>
                    <a:bodyPr/>
                    <a:lstStyle/>
                    <a:p>
                      <a:r>
                        <a:rPr lang="en-IN" sz="1800" dirty="0">
                          <a:solidFill>
                            <a:srgbClr val="FF0000"/>
                          </a:solidFill>
                        </a:rPr>
                        <a:t>6</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P2</a:t>
                      </a:r>
                    </a:p>
                  </a:txBody>
                  <a:tcPr marL="91435" marR="91435" marT="45706" marB="45706"/>
                </a:tc>
                <a:tc>
                  <a:txBody>
                    <a:bodyPr/>
                    <a:lstStyle/>
                    <a:p>
                      <a:r>
                        <a:rPr lang="en-IN" sz="1800" dirty="0"/>
                        <a:t>1</a:t>
                      </a:r>
                    </a:p>
                  </a:txBody>
                  <a:tcPr marL="91435" marR="91435" marT="45706" marB="45706"/>
                </a:tc>
                <a:tc>
                  <a:txBody>
                    <a:bodyPr/>
                    <a:lstStyle/>
                    <a:p>
                      <a:r>
                        <a:rPr lang="en-IN" sz="1800" dirty="0">
                          <a:solidFill>
                            <a:srgbClr val="FF0000"/>
                          </a:solidFill>
                        </a:rPr>
                        <a:t>4</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P3</a:t>
                      </a:r>
                    </a:p>
                  </a:txBody>
                  <a:tcPr marL="91435" marR="91435" marT="45706" marB="45706"/>
                </a:tc>
                <a:tc>
                  <a:txBody>
                    <a:bodyPr/>
                    <a:lstStyle/>
                    <a:p>
                      <a:r>
                        <a:rPr lang="en-IN" sz="1800" dirty="0"/>
                        <a:t>2</a:t>
                      </a:r>
                    </a:p>
                  </a:txBody>
                  <a:tcPr marL="91435" marR="91435" marT="45706" marB="45706"/>
                </a:tc>
                <a:tc>
                  <a:txBody>
                    <a:bodyPr/>
                    <a:lstStyle/>
                    <a:p>
                      <a:r>
                        <a:rPr lang="en-IN" sz="1800" dirty="0">
                          <a:solidFill>
                            <a:srgbClr val="FF0000"/>
                          </a:solidFill>
                        </a:rPr>
                        <a:t>2</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P4</a:t>
                      </a:r>
                    </a:p>
                  </a:txBody>
                  <a:tcPr marL="91435" marR="91435" marT="45706" marB="45706"/>
                </a:tc>
                <a:tc>
                  <a:txBody>
                    <a:bodyPr/>
                    <a:lstStyle/>
                    <a:p>
                      <a:r>
                        <a:rPr lang="en-IN" sz="1800" dirty="0"/>
                        <a:t>3</a:t>
                      </a:r>
                    </a:p>
                  </a:txBody>
                  <a:tcPr marL="91435" marR="91435" marT="45706" marB="45706"/>
                </a:tc>
                <a:tc>
                  <a:txBody>
                    <a:bodyPr/>
                    <a:lstStyle/>
                    <a:p>
                      <a:r>
                        <a:rPr lang="en-IN" sz="1800" dirty="0"/>
                        <a:t>1</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P5</a:t>
                      </a:r>
                    </a:p>
                  </a:txBody>
                  <a:tcPr marL="91435" marR="91435" marT="45706" marB="45706"/>
                </a:tc>
                <a:tc>
                  <a:txBody>
                    <a:bodyPr/>
                    <a:lstStyle/>
                    <a:p>
                      <a:r>
                        <a:rPr lang="en-IN" sz="1800" dirty="0"/>
                        <a:t>4</a:t>
                      </a:r>
                    </a:p>
                  </a:txBody>
                  <a:tcPr marL="91435" marR="91435" marT="45706" marB="45706"/>
                </a:tc>
                <a:tc>
                  <a:txBody>
                    <a:bodyPr/>
                    <a:lstStyle/>
                    <a:p>
                      <a:r>
                        <a:rPr lang="en-IN" sz="1800" dirty="0"/>
                        <a:t>2</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p6</a:t>
                      </a:r>
                    </a:p>
                  </a:txBody>
                  <a:tcPr marL="91435" marR="91435" marT="45706" marB="45706"/>
                </a:tc>
                <a:tc>
                  <a:txBody>
                    <a:bodyPr/>
                    <a:lstStyle/>
                    <a:p>
                      <a:r>
                        <a:rPr lang="en-IN" sz="1800" dirty="0"/>
                        <a:t>5</a:t>
                      </a:r>
                    </a:p>
                  </a:txBody>
                  <a:tcPr marL="91435" marR="91435" marT="45706" marB="45706"/>
                </a:tc>
                <a:tc>
                  <a:txBody>
                    <a:bodyPr/>
                    <a:lstStyle/>
                    <a:p>
                      <a:r>
                        <a:rPr lang="en-IN" sz="1800" dirty="0"/>
                        <a:t>1</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dirty="0"/>
                    </a:p>
                  </a:txBody>
                  <a:tcPr marL="91435" marR="91435" marT="45706" marB="45706"/>
                </a:tc>
              </a:tr>
            </a:tbl>
          </a:graphicData>
        </a:graphic>
      </p:graphicFrame>
      <p:sp>
        <p:nvSpPr>
          <p:cNvPr id="81981" name="Slide Number Placeholder 3"/>
          <p:cNvSpPr>
            <a:spLocks noGrp="1"/>
          </p:cNvSpPr>
          <p:nvPr>
            <p:ph type="sldNum" sz="quarter" idx="12"/>
          </p:nvPr>
        </p:nvSpPr>
        <p:spPr bwMode="auto">
          <a:noFill/>
          <a:ln>
            <a:miter lim="800000"/>
            <a:headEnd/>
            <a:tailEnd/>
          </a:ln>
        </p:spPr>
        <p:txBody>
          <a:bodyPr/>
          <a:lstStyle/>
          <a:p>
            <a:fld id="{D6B742FE-35C5-401D-B0CD-0768E1688DD9}" type="slidenum">
              <a:rPr lang="en-US" altLang="en-US"/>
              <a:pPr/>
              <a:t>71</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p4</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82006"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1</a:t>
            </a:r>
          </a:p>
        </p:txBody>
      </p:sp>
      <p:sp>
        <p:nvSpPr>
          <p:cNvPr id="82007"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82008" name="TextBox 6"/>
          <p:cNvSpPr txBox="1">
            <a:spLocks noChangeArrowheads="1"/>
          </p:cNvSpPr>
          <p:nvPr/>
        </p:nvSpPr>
        <p:spPr bwMode="auto">
          <a:xfrm>
            <a:off x="741363" y="4589463"/>
            <a:ext cx="2114550" cy="369887"/>
          </a:xfrm>
          <a:prstGeom prst="rect">
            <a:avLst/>
          </a:prstGeom>
          <a:noFill/>
          <a:ln w="9525">
            <a:noFill/>
            <a:miter lim="800000"/>
            <a:headEnd/>
            <a:tailEnd/>
          </a:ln>
        </p:spPr>
        <p:txBody>
          <a:bodyPr>
            <a:spAutoFit/>
          </a:bodyPr>
          <a:lstStyle/>
          <a:p>
            <a:r>
              <a:rPr lang="en-IN" altLang="en-US"/>
              <a:t>Gantt Chart</a:t>
            </a:r>
          </a:p>
        </p:txBody>
      </p:sp>
      <p:sp>
        <p:nvSpPr>
          <p:cNvPr id="82009" name="TextBox 7"/>
          <p:cNvSpPr txBox="1">
            <a:spLocks noChangeArrowheads="1"/>
          </p:cNvSpPr>
          <p:nvPr/>
        </p:nvSpPr>
        <p:spPr bwMode="auto">
          <a:xfrm>
            <a:off x="1893888" y="5635625"/>
            <a:ext cx="323850" cy="369888"/>
          </a:xfrm>
          <a:prstGeom prst="rect">
            <a:avLst/>
          </a:prstGeom>
          <a:noFill/>
          <a:ln w="9525">
            <a:noFill/>
            <a:miter lim="800000"/>
            <a:headEnd/>
            <a:tailEnd/>
          </a:ln>
        </p:spPr>
        <p:txBody>
          <a:bodyPr>
            <a:spAutoFit/>
          </a:bodyPr>
          <a:lstStyle/>
          <a:p>
            <a:r>
              <a:rPr lang="en-IN" altLang="en-US"/>
              <a:t>2</a:t>
            </a:r>
          </a:p>
        </p:txBody>
      </p:sp>
      <p:sp>
        <p:nvSpPr>
          <p:cNvPr id="82010" name="TextBox 7"/>
          <p:cNvSpPr txBox="1">
            <a:spLocks noChangeArrowheads="1"/>
          </p:cNvSpPr>
          <p:nvPr/>
        </p:nvSpPr>
        <p:spPr bwMode="auto">
          <a:xfrm>
            <a:off x="2470150" y="5635625"/>
            <a:ext cx="323850" cy="369888"/>
          </a:xfrm>
          <a:prstGeom prst="rect">
            <a:avLst/>
          </a:prstGeom>
          <a:noFill/>
          <a:ln w="9525">
            <a:noFill/>
            <a:miter lim="800000"/>
            <a:headEnd/>
            <a:tailEnd/>
          </a:ln>
        </p:spPr>
        <p:txBody>
          <a:bodyPr>
            <a:spAutoFit/>
          </a:bodyPr>
          <a:lstStyle/>
          <a:p>
            <a:r>
              <a:rPr lang="en-IN" altLang="en-US"/>
              <a:t>3</a:t>
            </a:r>
          </a:p>
        </p:txBody>
      </p:sp>
      <p:sp>
        <p:nvSpPr>
          <p:cNvPr id="82011" name="TextBox 7"/>
          <p:cNvSpPr txBox="1">
            <a:spLocks noChangeArrowheads="1"/>
          </p:cNvSpPr>
          <p:nvPr/>
        </p:nvSpPr>
        <p:spPr bwMode="auto">
          <a:xfrm>
            <a:off x="3063875" y="5635625"/>
            <a:ext cx="323850" cy="369888"/>
          </a:xfrm>
          <a:prstGeom prst="rect">
            <a:avLst/>
          </a:prstGeom>
          <a:noFill/>
          <a:ln w="9525">
            <a:noFill/>
            <a:miter lim="800000"/>
            <a:headEnd/>
            <a:tailEnd/>
          </a:ln>
        </p:spPr>
        <p:txBody>
          <a:bodyPr>
            <a:spAutoFit/>
          </a:bodyPr>
          <a:lstStyle/>
          <a:p>
            <a:r>
              <a:rPr lang="en-IN" altLang="en-US"/>
              <a:t>4</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a:xfrm>
            <a:off x="457200" y="704850"/>
            <a:ext cx="8229600" cy="496888"/>
          </a:xfrm>
        </p:spPr>
        <p:txBody>
          <a:bodyPr/>
          <a:lstStyle/>
          <a:p>
            <a:r>
              <a:rPr lang="en-IN" altLang="en-US" smtClean="0"/>
              <a:t>Example</a:t>
            </a:r>
          </a:p>
        </p:txBody>
      </p:sp>
      <p:graphicFrame>
        <p:nvGraphicFramePr>
          <p:cNvPr id="5" name="Content Placeholder 4"/>
          <p:cNvGraphicFramePr>
            <a:graphicFrameLocks noGrp="1"/>
          </p:cNvGraphicFramePr>
          <p:nvPr>
            <p:ph idx="1"/>
          </p:nvPr>
        </p:nvGraphicFramePr>
        <p:xfrm>
          <a:off x="457200" y="1403350"/>
          <a:ext cx="7458075" cy="2595565"/>
        </p:xfrm>
        <a:graphic>
          <a:graphicData uri="http://schemas.openxmlformats.org/drawingml/2006/table">
            <a:tbl>
              <a:tblPr firstRow="1" bandRow="1">
                <a:tableStyleId>{5C22544A-7EE6-4342-B048-85BDC9FD1C3A}</a:tableStyleId>
              </a:tblPr>
              <a:tblGrid>
                <a:gridCol w="948465"/>
                <a:gridCol w="887054"/>
                <a:gridCol w="859760"/>
                <a:gridCol w="818819"/>
                <a:gridCol w="1787754"/>
                <a:gridCol w="2156223"/>
              </a:tblGrid>
              <a:tr h="371197">
                <a:tc>
                  <a:txBody>
                    <a:bodyPr/>
                    <a:lstStyle/>
                    <a:p>
                      <a:r>
                        <a:rPr lang="en-IN" sz="1800" dirty="0" err="1"/>
                        <a:t>P.No</a:t>
                      </a:r>
                      <a:r>
                        <a:rPr lang="en-IN" sz="1800" dirty="0"/>
                        <a:t>.</a:t>
                      </a:r>
                    </a:p>
                  </a:txBody>
                  <a:tcPr marL="91435" marR="91435" marT="45706" marB="45706"/>
                </a:tc>
                <a:tc>
                  <a:txBody>
                    <a:bodyPr/>
                    <a:lstStyle/>
                    <a:p>
                      <a:r>
                        <a:rPr lang="en-IN" sz="1800" dirty="0"/>
                        <a:t>A.T.</a:t>
                      </a:r>
                    </a:p>
                  </a:txBody>
                  <a:tcPr marL="91435" marR="91435" marT="45706" marB="45706"/>
                </a:tc>
                <a:tc>
                  <a:txBody>
                    <a:bodyPr/>
                    <a:lstStyle/>
                    <a:p>
                      <a:r>
                        <a:rPr lang="en-IN" sz="1800" dirty="0"/>
                        <a:t>B.T.</a:t>
                      </a:r>
                    </a:p>
                  </a:txBody>
                  <a:tcPr marL="91435" marR="91435" marT="45706" marB="45706"/>
                </a:tc>
                <a:tc>
                  <a:txBody>
                    <a:bodyPr/>
                    <a:lstStyle/>
                    <a:p>
                      <a:r>
                        <a:rPr lang="en-IN" sz="1800" dirty="0"/>
                        <a:t>C.T.</a:t>
                      </a:r>
                    </a:p>
                  </a:txBody>
                  <a:tcPr marL="91435" marR="91435" marT="45706" marB="45706"/>
                </a:tc>
                <a:tc>
                  <a:txBody>
                    <a:bodyPr/>
                    <a:lstStyle/>
                    <a:p>
                      <a:r>
                        <a:rPr lang="en-IN" sz="1800" dirty="0"/>
                        <a:t>TAT =C.T.-A.T</a:t>
                      </a:r>
                    </a:p>
                  </a:txBody>
                  <a:tcPr marL="91435" marR="91435" marT="45706" marB="45706"/>
                </a:tc>
                <a:tc>
                  <a:txBody>
                    <a:bodyPr/>
                    <a:lstStyle/>
                    <a:p>
                      <a:r>
                        <a:rPr lang="en-IN" sz="1800" dirty="0"/>
                        <a:t>WT=TAT-BT</a:t>
                      </a:r>
                    </a:p>
                  </a:txBody>
                  <a:tcPr marL="91435" marR="91435" marT="45706" marB="45706"/>
                </a:tc>
              </a:tr>
              <a:tr h="370728">
                <a:tc>
                  <a:txBody>
                    <a:bodyPr/>
                    <a:lstStyle/>
                    <a:p>
                      <a:r>
                        <a:rPr lang="en-IN" sz="1800" dirty="0"/>
                        <a:t>P1</a:t>
                      </a:r>
                    </a:p>
                  </a:txBody>
                  <a:tcPr marL="91435" marR="91435" marT="45706" marB="45706"/>
                </a:tc>
                <a:tc>
                  <a:txBody>
                    <a:bodyPr/>
                    <a:lstStyle/>
                    <a:p>
                      <a:r>
                        <a:rPr lang="en-IN" sz="1800" dirty="0"/>
                        <a:t>0</a:t>
                      </a:r>
                    </a:p>
                  </a:txBody>
                  <a:tcPr marL="91435" marR="91435" marT="45706" marB="45706"/>
                </a:tc>
                <a:tc>
                  <a:txBody>
                    <a:bodyPr/>
                    <a:lstStyle/>
                    <a:p>
                      <a:r>
                        <a:rPr lang="en-IN" sz="1800" dirty="0">
                          <a:solidFill>
                            <a:srgbClr val="FF0000"/>
                          </a:solidFill>
                        </a:rPr>
                        <a:t>6</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P2</a:t>
                      </a:r>
                    </a:p>
                  </a:txBody>
                  <a:tcPr marL="91435" marR="91435" marT="45706" marB="45706"/>
                </a:tc>
                <a:tc>
                  <a:txBody>
                    <a:bodyPr/>
                    <a:lstStyle/>
                    <a:p>
                      <a:r>
                        <a:rPr lang="en-IN" sz="1800" dirty="0"/>
                        <a:t>1</a:t>
                      </a:r>
                    </a:p>
                  </a:txBody>
                  <a:tcPr marL="91435" marR="91435" marT="45706" marB="45706"/>
                </a:tc>
                <a:tc>
                  <a:txBody>
                    <a:bodyPr/>
                    <a:lstStyle/>
                    <a:p>
                      <a:r>
                        <a:rPr lang="en-IN" sz="1800" dirty="0">
                          <a:solidFill>
                            <a:srgbClr val="FF0000"/>
                          </a:solidFill>
                        </a:rPr>
                        <a:t>4</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P3</a:t>
                      </a:r>
                    </a:p>
                  </a:txBody>
                  <a:tcPr marL="91435" marR="91435" marT="45706" marB="45706"/>
                </a:tc>
                <a:tc>
                  <a:txBody>
                    <a:bodyPr/>
                    <a:lstStyle/>
                    <a:p>
                      <a:r>
                        <a:rPr lang="en-IN" sz="1800" dirty="0"/>
                        <a:t>2</a:t>
                      </a:r>
                    </a:p>
                  </a:txBody>
                  <a:tcPr marL="91435" marR="91435" marT="45706" marB="45706"/>
                </a:tc>
                <a:tc>
                  <a:txBody>
                    <a:bodyPr/>
                    <a:lstStyle/>
                    <a:p>
                      <a:r>
                        <a:rPr lang="en-IN" sz="1800" dirty="0">
                          <a:solidFill>
                            <a:srgbClr val="FF0000"/>
                          </a:solidFill>
                        </a:rPr>
                        <a:t>2</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P4</a:t>
                      </a:r>
                    </a:p>
                  </a:txBody>
                  <a:tcPr marL="91435" marR="91435" marT="45706" marB="45706"/>
                </a:tc>
                <a:tc>
                  <a:txBody>
                    <a:bodyPr/>
                    <a:lstStyle/>
                    <a:p>
                      <a:r>
                        <a:rPr lang="en-IN" sz="1800" dirty="0"/>
                        <a:t>3</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P5</a:t>
                      </a:r>
                    </a:p>
                  </a:txBody>
                  <a:tcPr marL="91435" marR="91435" marT="45706" marB="45706"/>
                </a:tc>
                <a:tc>
                  <a:txBody>
                    <a:bodyPr/>
                    <a:lstStyle/>
                    <a:p>
                      <a:r>
                        <a:rPr lang="en-IN" sz="1800" dirty="0"/>
                        <a:t>4</a:t>
                      </a:r>
                    </a:p>
                  </a:txBody>
                  <a:tcPr marL="91435" marR="91435" marT="45706" marB="45706"/>
                </a:tc>
                <a:tc>
                  <a:txBody>
                    <a:bodyPr/>
                    <a:lstStyle/>
                    <a:p>
                      <a:r>
                        <a:rPr lang="en-IN" sz="1800" dirty="0"/>
                        <a:t>2</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p6</a:t>
                      </a:r>
                    </a:p>
                  </a:txBody>
                  <a:tcPr marL="91435" marR="91435" marT="45706" marB="45706"/>
                </a:tc>
                <a:tc>
                  <a:txBody>
                    <a:bodyPr/>
                    <a:lstStyle/>
                    <a:p>
                      <a:r>
                        <a:rPr lang="en-IN" sz="1800" dirty="0"/>
                        <a:t>5</a:t>
                      </a:r>
                    </a:p>
                  </a:txBody>
                  <a:tcPr marL="91435" marR="91435" marT="45706" marB="45706"/>
                </a:tc>
                <a:tc>
                  <a:txBody>
                    <a:bodyPr/>
                    <a:lstStyle/>
                    <a:p>
                      <a:r>
                        <a:rPr lang="en-IN" sz="1800" dirty="0"/>
                        <a:t>1</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dirty="0"/>
                    </a:p>
                  </a:txBody>
                  <a:tcPr marL="91435" marR="91435" marT="45706" marB="45706"/>
                </a:tc>
              </a:tr>
            </a:tbl>
          </a:graphicData>
        </a:graphic>
      </p:graphicFrame>
      <p:sp>
        <p:nvSpPr>
          <p:cNvPr id="83005" name="Slide Number Placeholder 3"/>
          <p:cNvSpPr>
            <a:spLocks noGrp="1"/>
          </p:cNvSpPr>
          <p:nvPr>
            <p:ph type="sldNum" sz="quarter" idx="12"/>
          </p:nvPr>
        </p:nvSpPr>
        <p:spPr bwMode="auto">
          <a:noFill/>
          <a:ln>
            <a:miter lim="800000"/>
            <a:headEnd/>
            <a:tailEnd/>
          </a:ln>
        </p:spPr>
        <p:txBody>
          <a:bodyPr/>
          <a:lstStyle/>
          <a:p>
            <a:fld id="{1FDAE024-2768-4A2E-9BB4-A94D4803BBFD}" type="slidenum">
              <a:rPr lang="en-US" altLang="en-US"/>
              <a:pPr/>
              <a:t>72</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p4</a:t>
                      </a:r>
                    </a:p>
                  </a:txBody>
                  <a:tcPr marT="45798" marB="45798"/>
                </a:tc>
                <a:tc>
                  <a:txBody>
                    <a:bodyPr/>
                    <a:lstStyle/>
                    <a:p>
                      <a:r>
                        <a:rPr lang="en-IN" sz="1800" dirty="0"/>
                        <a:t>p3</a:t>
                      </a:r>
                    </a:p>
                  </a:txBody>
                  <a:tcPr marT="45798" marB="45798"/>
                </a:tc>
                <a:tc>
                  <a:txBody>
                    <a:bodyPr/>
                    <a:lstStyle/>
                    <a:p>
                      <a:endParaRPr lang="en-IN" sz="1800" dirty="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83030"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1</a:t>
            </a:r>
          </a:p>
        </p:txBody>
      </p:sp>
      <p:sp>
        <p:nvSpPr>
          <p:cNvPr id="83031"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83032" name="TextBox 6"/>
          <p:cNvSpPr txBox="1">
            <a:spLocks noChangeArrowheads="1"/>
          </p:cNvSpPr>
          <p:nvPr/>
        </p:nvSpPr>
        <p:spPr bwMode="auto">
          <a:xfrm>
            <a:off x="741363" y="4589463"/>
            <a:ext cx="2114550" cy="369887"/>
          </a:xfrm>
          <a:prstGeom prst="rect">
            <a:avLst/>
          </a:prstGeom>
          <a:noFill/>
          <a:ln w="9525">
            <a:noFill/>
            <a:miter lim="800000"/>
            <a:headEnd/>
            <a:tailEnd/>
          </a:ln>
        </p:spPr>
        <p:txBody>
          <a:bodyPr>
            <a:spAutoFit/>
          </a:bodyPr>
          <a:lstStyle/>
          <a:p>
            <a:r>
              <a:rPr lang="en-IN" altLang="en-US"/>
              <a:t>Gantt Chart</a:t>
            </a:r>
          </a:p>
        </p:txBody>
      </p:sp>
      <p:sp>
        <p:nvSpPr>
          <p:cNvPr id="83033" name="TextBox 7"/>
          <p:cNvSpPr txBox="1">
            <a:spLocks noChangeArrowheads="1"/>
          </p:cNvSpPr>
          <p:nvPr/>
        </p:nvSpPr>
        <p:spPr bwMode="auto">
          <a:xfrm>
            <a:off x="1893888" y="5635625"/>
            <a:ext cx="323850" cy="369888"/>
          </a:xfrm>
          <a:prstGeom prst="rect">
            <a:avLst/>
          </a:prstGeom>
          <a:noFill/>
          <a:ln w="9525">
            <a:noFill/>
            <a:miter lim="800000"/>
            <a:headEnd/>
            <a:tailEnd/>
          </a:ln>
        </p:spPr>
        <p:txBody>
          <a:bodyPr>
            <a:spAutoFit/>
          </a:bodyPr>
          <a:lstStyle/>
          <a:p>
            <a:r>
              <a:rPr lang="en-IN" altLang="en-US"/>
              <a:t>2</a:t>
            </a:r>
          </a:p>
        </p:txBody>
      </p:sp>
      <p:sp>
        <p:nvSpPr>
          <p:cNvPr id="83034" name="TextBox 7"/>
          <p:cNvSpPr txBox="1">
            <a:spLocks noChangeArrowheads="1"/>
          </p:cNvSpPr>
          <p:nvPr/>
        </p:nvSpPr>
        <p:spPr bwMode="auto">
          <a:xfrm>
            <a:off x="2470150" y="5635625"/>
            <a:ext cx="323850" cy="369888"/>
          </a:xfrm>
          <a:prstGeom prst="rect">
            <a:avLst/>
          </a:prstGeom>
          <a:noFill/>
          <a:ln w="9525">
            <a:noFill/>
            <a:miter lim="800000"/>
            <a:headEnd/>
            <a:tailEnd/>
          </a:ln>
        </p:spPr>
        <p:txBody>
          <a:bodyPr>
            <a:spAutoFit/>
          </a:bodyPr>
          <a:lstStyle/>
          <a:p>
            <a:r>
              <a:rPr lang="en-IN" altLang="en-US"/>
              <a:t>3</a:t>
            </a:r>
          </a:p>
        </p:txBody>
      </p:sp>
      <p:sp>
        <p:nvSpPr>
          <p:cNvPr id="83035" name="TextBox 7"/>
          <p:cNvSpPr txBox="1">
            <a:spLocks noChangeArrowheads="1"/>
          </p:cNvSpPr>
          <p:nvPr/>
        </p:nvSpPr>
        <p:spPr bwMode="auto">
          <a:xfrm>
            <a:off x="3063875" y="5635625"/>
            <a:ext cx="323850" cy="369888"/>
          </a:xfrm>
          <a:prstGeom prst="rect">
            <a:avLst/>
          </a:prstGeom>
          <a:noFill/>
          <a:ln w="9525">
            <a:noFill/>
            <a:miter lim="800000"/>
            <a:headEnd/>
            <a:tailEnd/>
          </a:ln>
        </p:spPr>
        <p:txBody>
          <a:bodyPr>
            <a:spAutoFit/>
          </a:bodyPr>
          <a:lstStyle/>
          <a:p>
            <a:r>
              <a:rPr lang="en-IN" altLang="en-US"/>
              <a:t>4</a:t>
            </a:r>
          </a:p>
        </p:txBody>
      </p:sp>
      <p:sp>
        <p:nvSpPr>
          <p:cNvPr id="83036" name="TextBox 7"/>
          <p:cNvSpPr txBox="1">
            <a:spLocks noChangeArrowheads="1"/>
          </p:cNvSpPr>
          <p:nvPr/>
        </p:nvSpPr>
        <p:spPr bwMode="auto">
          <a:xfrm>
            <a:off x="3656013" y="5635625"/>
            <a:ext cx="323850" cy="369888"/>
          </a:xfrm>
          <a:prstGeom prst="rect">
            <a:avLst/>
          </a:prstGeom>
          <a:noFill/>
          <a:ln w="9525">
            <a:noFill/>
            <a:miter lim="800000"/>
            <a:headEnd/>
            <a:tailEnd/>
          </a:ln>
        </p:spPr>
        <p:txBody>
          <a:bodyPr>
            <a:spAutoFit/>
          </a:bodyPr>
          <a:lstStyle/>
          <a:p>
            <a:r>
              <a:rPr lang="en-IN" altLang="en-US"/>
              <a:t>5</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p:cNvSpPr>
          <p:nvPr>
            <p:ph type="title"/>
          </p:nvPr>
        </p:nvSpPr>
        <p:spPr>
          <a:xfrm>
            <a:off x="457200" y="704850"/>
            <a:ext cx="8229600" cy="496888"/>
          </a:xfrm>
        </p:spPr>
        <p:txBody>
          <a:bodyPr/>
          <a:lstStyle/>
          <a:p>
            <a:r>
              <a:rPr lang="en-IN" altLang="en-US" smtClean="0"/>
              <a:t>Example</a:t>
            </a:r>
          </a:p>
        </p:txBody>
      </p:sp>
      <p:graphicFrame>
        <p:nvGraphicFramePr>
          <p:cNvPr id="5" name="Content Placeholder 4"/>
          <p:cNvGraphicFramePr>
            <a:graphicFrameLocks noGrp="1"/>
          </p:cNvGraphicFramePr>
          <p:nvPr>
            <p:ph idx="1"/>
          </p:nvPr>
        </p:nvGraphicFramePr>
        <p:xfrm>
          <a:off x="457200" y="1403350"/>
          <a:ext cx="7458075" cy="2595565"/>
        </p:xfrm>
        <a:graphic>
          <a:graphicData uri="http://schemas.openxmlformats.org/drawingml/2006/table">
            <a:tbl>
              <a:tblPr firstRow="1" bandRow="1">
                <a:tableStyleId>{5C22544A-7EE6-4342-B048-85BDC9FD1C3A}</a:tableStyleId>
              </a:tblPr>
              <a:tblGrid>
                <a:gridCol w="948465"/>
                <a:gridCol w="887054"/>
                <a:gridCol w="859760"/>
                <a:gridCol w="818819"/>
                <a:gridCol w="1787754"/>
                <a:gridCol w="2156223"/>
              </a:tblGrid>
              <a:tr h="371197">
                <a:tc>
                  <a:txBody>
                    <a:bodyPr/>
                    <a:lstStyle/>
                    <a:p>
                      <a:r>
                        <a:rPr lang="en-IN" sz="1800" dirty="0" err="1"/>
                        <a:t>P.No</a:t>
                      </a:r>
                      <a:r>
                        <a:rPr lang="en-IN" sz="1800" dirty="0"/>
                        <a:t>.</a:t>
                      </a:r>
                    </a:p>
                  </a:txBody>
                  <a:tcPr marL="91435" marR="91435" marT="45706" marB="45706"/>
                </a:tc>
                <a:tc>
                  <a:txBody>
                    <a:bodyPr/>
                    <a:lstStyle/>
                    <a:p>
                      <a:r>
                        <a:rPr lang="en-IN" sz="1800" dirty="0"/>
                        <a:t>A.T.</a:t>
                      </a:r>
                    </a:p>
                  </a:txBody>
                  <a:tcPr marL="91435" marR="91435" marT="45706" marB="45706"/>
                </a:tc>
                <a:tc>
                  <a:txBody>
                    <a:bodyPr/>
                    <a:lstStyle/>
                    <a:p>
                      <a:r>
                        <a:rPr lang="en-IN" sz="1800" dirty="0"/>
                        <a:t>B.T.</a:t>
                      </a:r>
                    </a:p>
                  </a:txBody>
                  <a:tcPr marL="91435" marR="91435" marT="45706" marB="45706"/>
                </a:tc>
                <a:tc>
                  <a:txBody>
                    <a:bodyPr/>
                    <a:lstStyle/>
                    <a:p>
                      <a:r>
                        <a:rPr lang="en-IN" sz="1800" dirty="0"/>
                        <a:t>C.T.</a:t>
                      </a:r>
                    </a:p>
                  </a:txBody>
                  <a:tcPr marL="91435" marR="91435" marT="45706" marB="45706"/>
                </a:tc>
                <a:tc>
                  <a:txBody>
                    <a:bodyPr/>
                    <a:lstStyle/>
                    <a:p>
                      <a:r>
                        <a:rPr lang="en-IN" sz="1800" dirty="0"/>
                        <a:t>TAT =C.T.-A.T</a:t>
                      </a:r>
                    </a:p>
                  </a:txBody>
                  <a:tcPr marL="91435" marR="91435" marT="45706" marB="45706"/>
                </a:tc>
                <a:tc>
                  <a:txBody>
                    <a:bodyPr/>
                    <a:lstStyle/>
                    <a:p>
                      <a:r>
                        <a:rPr lang="en-IN" sz="1800" dirty="0"/>
                        <a:t>WT=TAT-BT</a:t>
                      </a:r>
                    </a:p>
                  </a:txBody>
                  <a:tcPr marL="91435" marR="91435" marT="45706" marB="45706"/>
                </a:tc>
              </a:tr>
              <a:tr h="370728">
                <a:tc>
                  <a:txBody>
                    <a:bodyPr/>
                    <a:lstStyle/>
                    <a:p>
                      <a:r>
                        <a:rPr lang="en-IN" sz="1800" dirty="0"/>
                        <a:t>P1</a:t>
                      </a:r>
                    </a:p>
                  </a:txBody>
                  <a:tcPr marL="91435" marR="91435" marT="45706" marB="45706"/>
                </a:tc>
                <a:tc>
                  <a:txBody>
                    <a:bodyPr/>
                    <a:lstStyle/>
                    <a:p>
                      <a:r>
                        <a:rPr lang="en-IN" sz="1800" dirty="0"/>
                        <a:t>0</a:t>
                      </a:r>
                    </a:p>
                  </a:txBody>
                  <a:tcPr marL="91435" marR="91435" marT="45706" marB="45706"/>
                </a:tc>
                <a:tc>
                  <a:txBody>
                    <a:bodyPr/>
                    <a:lstStyle/>
                    <a:p>
                      <a:r>
                        <a:rPr lang="en-IN" sz="1800" dirty="0">
                          <a:solidFill>
                            <a:srgbClr val="FF0000"/>
                          </a:solidFill>
                        </a:rPr>
                        <a:t>6</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P2</a:t>
                      </a:r>
                    </a:p>
                  </a:txBody>
                  <a:tcPr marL="91435" marR="91435" marT="45706" marB="45706"/>
                </a:tc>
                <a:tc>
                  <a:txBody>
                    <a:bodyPr/>
                    <a:lstStyle/>
                    <a:p>
                      <a:r>
                        <a:rPr lang="en-IN" sz="1800" dirty="0"/>
                        <a:t>1</a:t>
                      </a:r>
                    </a:p>
                  </a:txBody>
                  <a:tcPr marL="91435" marR="91435" marT="45706" marB="45706"/>
                </a:tc>
                <a:tc>
                  <a:txBody>
                    <a:bodyPr/>
                    <a:lstStyle/>
                    <a:p>
                      <a:r>
                        <a:rPr lang="en-IN" sz="1800" dirty="0">
                          <a:solidFill>
                            <a:srgbClr val="FF0000"/>
                          </a:solidFill>
                        </a:rPr>
                        <a:t>4</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P3</a:t>
                      </a:r>
                    </a:p>
                  </a:txBody>
                  <a:tcPr marL="91435" marR="91435" marT="45706" marB="45706"/>
                </a:tc>
                <a:tc>
                  <a:txBody>
                    <a:bodyPr/>
                    <a:lstStyle/>
                    <a:p>
                      <a:r>
                        <a:rPr lang="en-IN" sz="1800" dirty="0"/>
                        <a:t>2</a:t>
                      </a:r>
                    </a:p>
                  </a:txBody>
                  <a:tcPr marL="91435" marR="91435" marT="45706" marB="45706"/>
                </a:tc>
                <a:tc>
                  <a:txBody>
                    <a:bodyPr/>
                    <a:lstStyle/>
                    <a:p>
                      <a:r>
                        <a:rPr lang="en-IN" sz="1800" dirty="0">
                          <a:solidFill>
                            <a:srgbClr val="FF0000"/>
                          </a:solidFill>
                        </a:rPr>
                        <a:t>1</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P4</a:t>
                      </a:r>
                    </a:p>
                  </a:txBody>
                  <a:tcPr marL="91435" marR="91435" marT="45706" marB="45706"/>
                </a:tc>
                <a:tc>
                  <a:txBody>
                    <a:bodyPr/>
                    <a:lstStyle/>
                    <a:p>
                      <a:r>
                        <a:rPr lang="en-IN" sz="1800" dirty="0"/>
                        <a:t>3</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P5</a:t>
                      </a:r>
                    </a:p>
                  </a:txBody>
                  <a:tcPr marL="91435" marR="91435" marT="45706" marB="45706"/>
                </a:tc>
                <a:tc>
                  <a:txBody>
                    <a:bodyPr/>
                    <a:lstStyle/>
                    <a:p>
                      <a:r>
                        <a:rPr lang="en-IN" sz="1800" dirty="0"/>
                        <a:t>4</a:t>
                      </a:r>
                    </a:p>
                  </a:txBody>
                  <a:tcPr marL="91435" marR="91435" marT="45706" marB="45706"/>
                </a:tc>
                <a:tc>
                  <a:txBody>
                    <a:bodyPr/>
                    <a:lstStyle/>
                    <a:p>
                      <a:r>
                        <a:rPr lang="en-IN" sz="1800" dirty="0"/>
                        <a:t>2</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p6</a:t>
                      </a:r>
                    </a:p>
                  </a:txBody>
                  <a:tcPr marL="91435" marR="91435" marT="45706" marB="45706"/>
                </a:tc>
                <a:tc>
                  <a:txBody>
                    <a:bodyPr/>
                    <a:lstStyle/>
                    <a:p>
                      <a:r>
                        <a:rPr lang="en-IN" sz="1800" dirty="0"/>
                        <a:t>5</a:t>
                      </a:r>
                    </a:p>
                  </a:txBody>
                  <a:tcPr marL="91435" marR="91435" marT="45706" marB="45706"/>
                </a:tc>
                <a:tc>
                  <a:txBody>
                    <a:bodyPr/>
                    <a:lstStyle/>
                    <a:p>
                      <a:r>
                        <a:rPr lang="en-IN" sz="1800" dirty="0"/>
                        <a:t>1</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dirty="0"/>
                    </a:p>
                  </a:txBody>
                  <a:tcPr marL="91435" marR="91435" marT="45706" marB="45706"/>
                </a:tc>
              </a:tr>
            </a:tbl>
          </a:graphicData>
        </a:graphic>
      </p:graphicFrame>
      <p:sp>
        <p:nvSpPr>
          <p:cNvPr id="84029" name="Slide Number Placeholder 3"/>
          <p:cNvSpPr>
            <a:spLocks noGrp="1"/>
          </p:cNvSpPr>
          <p:nvPr>
            <p:ph type="sldNum" sz="quarter" idx="12"/>
          </p:nvPr>
        </p:nvSpPr>
        <p:spPr bwMode="auto">
          <a:noFill/>
          <a:ln>
            <a:miter lim="800000"/>
            <a:headEnd/>
            <a:tailEnd/>
          </a:ln>
        </p:spPr>
        <p:txBody>
          <a:bodyPr/>
          <a:lstStyle/>
          <a:p>
            <a:fld id="{86BEEB13-5D76-4A8B-8C4A-E18E465BC11D}" type="slidenum">
              <a:rPr lang="en-US" altLang="en-US"/>
              <a:pPr/>
              <a:t>73</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p4</a:t>
                      </a:r>
                    </a:p>
                  </a:txBody>
                  <a:tcPr marT="45798" marB="45798"/>
                </a:tc>
                <a:tc>
                  <a:txBody>
                    <a:bodyPr/>
                    <a:lstStyle/>
                    <a:p>
                      <a:r>
                        <a:rPr lang="en-IN" sz="1800" dirty="0"/>
                        <a:t>p3</a:t>
                      </a:r>
                    </a:p>
                  </a:txBody>
                  <a:tcPr marT="45798" marB="45798"/>
                </a:tc>
                <a:tc>
                  <a:txBody>
                    <a:bodyPr/>
                    <a:lstStyle/>
                    <a:p>
                      <a:r>
                        <a:rPr lang="en-IN" sz="1800" dirty="0"/>
                        <a:t>p3</a:t>
                      </a:r>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84054"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1</a:t>
            </a:r>
          </a:p>
        </p:txBody>
      </p:sp>
      <p:sp>
        <p:nvSpPr>
          <p:cNvPr id="84055"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84056" name="TextBox 6"/>
          <p:cNvSpPr txBox="1">
            <a:spLocks noChangeArrowheads="1"/>
          </p:cNvSpPr>
          <p:nvPr/>
        </p:nvSpPr>
        <p:spPr bwMode="auto">
          <a:xfrm>
            <a:off x="741363" y="4589463"/>
            <a:ext cx="2114550" cy="369887"/>
          </a:xfrm>
          <a:prstGeom prst="rect">
            <a:avLst/>
          </a:prstGeom>
          <a:noFill/>
          <a:ln w="9525">
            <a:noFill/>
            <a:miter lim="800000"/>
            <a:headEnd/>
            <a:tailEnd/>
          </a:ln>
        </p:spPr>
        <p:txBody>
          <a:bodyPr>
            <a:spAutoFit/>
          </a:bodyPr>
          <a:lstStyle/>
          <a:p>
            <a:r>
              <a:rPr lang="en-IN" altLang="en-US"/>
              <a:t>Gantt Chart</a:t>
            </a:r>
          </a:p>
        </p:txBody>
      </p:sp>
      <p:sp>
        <p:nvSpPr>
          <p:cNvPr id="84057" name="TextBox 7"/>
          <p:cNvSpPr txBox="1">
            <a:spLocks noChangeArrowheads="1"/>
          </p:cNvSpPr>
          <p:nvPr/>
        </p:nvSpPr>
        <p:spPr bwMode="auto">
          <a:xfrm>
            <a:off x="1893888" y="5635625"/>
            <a:ext cx="323850" cy="369888"/>
          </a:xfrm>
          <a:prstGeom prst="rect">
            <a:avLst/>
          </a:prstGeom>
          <a:noFill/>
          <a:ln w="9525">
            <a:noFill/>
            <a:miter lim="800000"/>
            <a:headEnd/>
            <a:tailEnd/>
          </a:ln>
        </p:spPr>
        <p:txBody>
          <a:bodyPr>
            <a:spAutoFit/>
          </a:bodyPr>
          <a:lstStyle/>
          <a:p>
            <a:r>
              <a:rPr lang="en-IN" altLang="en-US"/>
              <a:t>2</a:t>
            </a:r>
          </a:p>
        </p:txBody>
      </p:sp>
      <p:sp>
        <p:nvSpPr>
          <p:cNvPr id="84058" name="TextBox 7"/>
          <p:cNvSpPr txBox="1">
            <a:spLocks noChangeArrowheads="1"/>
          </p:cNvSpPr>
          <p:nvPr/>
        </p:nvSpPr>
        <p:spPr bwMode="auto">
          <a:xfrm>
            <a:off x="2470150" y="5635625"/>
            <a:ext cx="323850" cy="369888"/>
          </a:xfrm>
          <a:prstGeom prst="rect">
            <a:avLst/>
          </a:prstGeom>
          <a:noFill/>
          <a:ln w="9525">
            <a:noFill/>
            <a:miter lim="800000"/>
            <a:headEnd/>
            <a:tailEnd/>
          </a:ln>
        </p:spPr>
        <p:txBody>
          <a:bodyPr>
            <a:spAutoFit/>
          </a:bodyPr>
          <a:lstStyle/>
          <a:p>
            <a:r>
              <a:rPr lang="en-IN" altLang="en-US"/>
              <a:t>3</a:t>
            </a:r>
          </a:p>
        </p:txBody>
      </p:sp>
      <p:sp>
        <p:nvSpPr>
          <p:cNvPr id="84059" name="TextBox 7"/>
          <p:cNvSpPr txBox="1">
            <a:spLocks noChangeArrowheads="1"/>
          </p:cNvSpPr>
          <p:nvPr/>
        </p:nvSpPr>
        <p:spPr bwMode="auto">
          <a:xfrm>
            <a:off x="3063875" y="5635625"/>
            <a:ext cx="323850" cy="369888"/>
          </a:xfrm>
          <a:prstGeom prst="rect">
            <a:avLst/>
          </a:prstGeom>
          <a:noFill/>
          <a:ln w="9525">
            <a:noFill/>
            <a:miter lim="800000"/>
            <a:headEnd/>
            <a:tailEnd/>
          </a:ln>
        </p:spPr>
        <p:txBody>
          <a:bodyPr>
            <a:spAutoFit/>
          </a:bodyPr>
          <a:lstStyle/>
          <a:p>
            <a:r>
              <a:rPr lang="en-IN" altLang="en-US"/>
              <a:t>4</a:t>
            </a:r>
          </a:p>
        </p:txBody>
      </p:sp>
      <p:sp>
        <p:nvSpPr>
          <p:cNvPr id="84060" name="TextBox 7"/>
          <p:cNvSpPr txBox="1">
            <a:spLocks noChangeArrowheads="1"/>
          </p:cNvSpPr>
          <p:nvPr/>
        </p:nvSpPr>
        <p:spPr bwMode="auto">
          <a:xfrm>
            <a:off x="3656013" y="5635625"/>
            <a:ext cx="323850" cy="369888"/>
          </a:xfrm>
          <a:prstGeom prst="rect">
            <a:avLst/>
          </a:prstGeom>
          <a:noFill/>
          <a:ln w="9525">
            <a:noFill/>
            <a:miter lim="800000"/>
            <a:headEnd/>
            <a:tailEnd/>
          </a:ln>
        </p:spPr>
        <p:txBody>
          <a:bodyPr>
            <a:spAutoFit/>
          </a:bodyPr>
          <a:lstStyle/>
          <a:p>
            <a:r>
              <a:rPr lang="en-IN" altLang="en-US"/>
              <a:t>5</a:t>
            </a:r>
          </a:p>
        </p:txBody>
      </p:sp>
      <p:sp>
        <p:nvSpPr>
          <p:cNvPr id="84061" name="TextBox 7"/>
          <p:cNvSpPr txBox="1">
            <a:spLocks noChangeArrowheads="1"/>
          </p:cNvSpPr>
          <p:nvPr/>
        </p:nvSpPr>
        <p:spPr bwMode="auto">
          <a:xfrm>
            <a:off x="4249738" y="5635625"/>
            <a:ext cx="323850" cy="369888"/>
          </a:xfrm>
          <a:prstGeom prst="rect">
            <a:avLst/>
          </a:prstGeom>
          <a:noFill/>
          <a:ln w="9525">
            <a:noFill/>
            <a:miter lim="800000"/>
            <a:headEnd/>
            <a:tailEnd/>
          </a:ln>
        </p:spPr>
        <p:txBody>
          <a:bodyPr>
            <a:spAutoFit/>
          </a:bodyPr>
          <a:lstStyle/>
          <a:p>
            <a:r>
              <a:rPr lang="en-IN" altLang="en-US"/>
              <a:t>6</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p:nvPr>
        </p:nvSpPr>
        <p:spPr>
          <a:xfrm>
            <a:off x="457200" y="704850"/>
            <a:ext cx="8229600" cy="496888"/>
          </a:xfrm>
        </p:spPr>
        <p:txBody>
          <a:bodyPr/>
          <a:lstStyle/>
          <a:p>
            <a:r>
              <a:rPr lang="en-IN" altLang="en-US" smtClean="0"/>
              <a:t>Example</a:t>
            </a:r>
          </a:p>
        </p:txBody>
      </p:sp>
      <p:graphicFrame>
        <p:nvGraphicFramePr>
          <p:cNvPr id="5" name="Content Placeholder 4"/>
          <p:cNvGraphicFramePr>
            <a:graphicFrameLocks noGrp="1"/>
          </p:cNvGraphicFramePr>
          <p:nvPr>
            <p:ph idx="1"/>
          </p:nvPr>
        </p:nvGraphicFramePr>
        <p:xfrm>
          <a:off x="457200" y="1403350"/>
          <a:ext cx="7458075" cy="2595565"/>
        </p:xfrm>
        <a:graphic>
          <a:graphicData uri="http://schemas.openxmlformats.org/drawingml/2006/table">
            <a:tbl>
              <a:tblPr firstRow="1" bandRow="1">
                <a:tableStyleId>{5C22544A-7EE6-4342-B048-85BDC9FD1C3A}</a:tableStyleId>
              </a:tblPr>
              <a:tblGrid>
                <a:gridCol w="948465"/>
                <a:gridCol w="887054"/>
                <a:gridCol w="859760"/>
                <a:gridCol w="818819"/>
                <a:gridCol w="1787754"/>
                <a:gridCol w="2156223"/>
              </a:tblGrid>
              <a:tr h="371197">
                <a:tc>
                  <a:txBody>
                    <a:bodyPr/>
                    <a:lstStyle/>
                    <a:p>
                      <a:r>
                        <a:rPr lang="en-IN" sz="1800" dirty="0" err="1"/>
                        <a:t>P.No</a:t>
                      </a:r>
                      <a:r>
                        <a:rPr lang="en-IN" sz="1800" dirty="0"/>
                        <a:t>.</a:t>
                      </a:r>
                    </a:p>
                  </a:txBody>
                  <a:tcPr marL="91435" marR="91435" marT="45706" marB="45706"/>
                </a:tc>
                <a:tc>
                  <a:txBody>
                    <a:bodyPr/>
                    <a:lstStyle/>
                    <a:p>
                      <a:r>
                        <a:rPr lang="en-IN" sz="1800" dirty="0"/>
                        <a:t>A.T.</a:t>
                      </a:r>
                    </a:p>
                  </a:txBody>
                  <a:tcPr marL="91435" marR="91435" marT="45706" marB="45706"/>
                </a:tc>
                <a:tc>
                  <a:txBody>
                    <a:bodyPr/>
                    <a:lstStyle/>
                    <a:p>
                      <a:r>
                        <a:rPr lang="en-IN" sz="1800" dirty="0"/>
                        <a:t>B.T.</a:t>
                      </a:r>
                    </a:p>
                  </a:txBody>
                  <a:tcPr marL="91435" marR="91435" marT="45706" marB="45706"/>
                </a:tc>
                <a:tc>
                  <a:txBody>
                    <a:bodyPr/>
                    <a:lstStyle/>
                    <a:p>
                      <a:r>
                        <a:rPr lang="en-IN" sz="1800" dirty="0"/>
                        <a:t>C.T.</a:t>
                      </a:r>
                    </a:p>
                  </a:txBody>
                  <a:tcPr marL="91435" marR="91435" marT="45706" marB="45706"/>
                </a:tc>
                <a:tc>
                  <a:txBody>
                    <a:bodyPr/>
                    <a:lstStyle/>
                    <a:p>
                      <a:r>
                        <a:rPr lang="en-IN" sz="1800" dirty="0"/>
                        <a:t>TAT =C.T.-A.T</a:t>
                      </a:r>
                    </a:p>
                  </a:txBody>
                  <a:tcPr marL="91435" marR="91435" marT="45706" marB="45706"/>
                </a:tc>
                <a:tc>
                  <a:txBody>
                    <a:bodyPr/>
                    <a:lstStyle/>
                    <a:p>
                      <a:r>
                        <a:rPr lang="en-IN" sz="1800" dirty="0"/>
                        <a:t>WT=TAT-BT</a:t>
                      </a:r>
                    </a:p>
                  </a:txBody>
                  <a:tcPr marL="91435" marR="91435" marT="45706" marB="45706"/>
                </a:tc>
              </a:tr>
              <a:tr h="370728">
                <a:tc>
                  <a:txBody>
                    <a:bodyPr/>
                    <a:lstStyle/>
                    <a:p>
                      <a:r>
                        <a:rPr lang="en-IN" sz="1800" dirty="0"/>
                        <a:t>P1</a:t>
                      </a:r>
                    </a:p>
                  </a:txBody>
                  <a:tcPr marL="91435" marR="91435" marT="45706" marB="45706"/>
                </a:tc>
                <a:tc>
                  <a:txBody>
                    <a:bodyPr/>
                    <a:lstStyle/>
                    <a:p>
                      <a:r>
                        <a:rPr lang="en-IN" sz="1800" dirty="0"/>
                        <a:t>0</a:t>
                      </a:r>
                    </a:p>
                  </a:txBody>
                  <a:tcPr marL="91435" marR="91435" marT="45706" marB="45706"/>
                </a:tc>
                <a:tc>
                  <a:txBody>
                    <a:bodyPr/>
                    <a:lstStyle/>
                    <a:p>
                      <a:r>
                        <a:rPr lang="en-IN" sz="1800" dirty="0">
                          <a:solidFill>
                            <a:srgbClr val="FF0000"/>
                          </a:solidFill>
                        </a:rPr>
                        <a:t>6</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P2</a:t>
                      </a:r>
                    </a:p>
                  </a:txBody>
                  <a:tcPr marL="91435" marR="91435" marT="45706" marB="45706"/>
                </a:tc>
                <a:tc>
                  <a:txBody>
                    <a:bodyPr/>
                    <a:lstStyle/>
                    <a:p>
                      <a:r>
                        <a:rPr lang="en-IN" sz="1800" dirty="0"/>
                        <a:t>1</a:t>
                      </a:r>
                    </a:p>
                  </a:txBody>
                  <a:tcPr marL="91435" marR="91435" marT="45706" marB="45706"/>
                </a:tc>
                <a:tc>
                  <a:txBody>
                    <a:bodyPr/>
                    <a:lstStyle/>
                    <a:p>
                      <a:r>
                        <a:rPr lang="en-IN" sz="1800" dirty="0">
                          <a:solidFill>
                            <a:srgbClr val="FF0000"/>
                          </a:solidFill>
                        </a:rPr>
                        <a:t>4</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P3</a:t>
                      </a:r>
                    </a:p>
                  </a:txBody>
                  <a:tcPr marL="91435" marR="91435" marT="45706" marB="45706"/>
                </a:tc>
                <a:tc>
                  <a:txBody>
                    <a:bodyPr/>
                    <a:lstStyle/>
                    <a:p>
                      <a:r>
                        <a:rPr lang="en-IN" sz="1800" dirty="0"/>
                        <a:t>2</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P4</a:t>
                      </a:r>
                    </a:p>
                  </a:txBody>
                  <a:tcPr marL="91435" marR="91435" marT="45706" marB="45706"/>
                </a:tc>
                <a:tc>
                  <a:txBody>
                    <a:bodyPr/>
                    <a:lstStyle/>
                    <a:p>
                      <a:r>
                        <a:rPr lang="en-IN" sz="1800" dirty="0"/>
                        <a:t>3</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P5</a:t>
                      </a:r>
                    </a:p>
                  </a:txBody>
                  <a:tcPr marL="91435" marR="91435" marT="45706" marB="45706"/>
                </a:tc>
                <a:tc>
                  <a:txBody>
                    <a:bodyPr/>
                    <a:lstStyle/>
                    <a:p>
                      <a:r>
                        <a:rPr lang="en-IN" sz="1800" dirty="0"/>
                        <a:t>4</a:t>
                      </a:r>
                    </a:p>
                  </a:txBody>
                  <a:tcPr marL="91435" marR="91435" marT="45706" marB="45706"/>
                </a:tc>
                <a:tc>
                  <a:txBody>
                    <a:bodyPr/>
                    <a:lstStyle/>
                    <a:p>
                      <a:r>
                        <a:rPr lang="en-IN" sz="1800" dirty="0"/>
                        <a:t>2</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p6</a:t>
                      </a:r>
                    </a:p>
                  </a:txBody>
                  <a:tcPr marL="91435" marR="91435" marT="45706" marB="45706"/>
                </a:tc>
                <a:tc>
                  <a:txBody>
                    <a:bodyPr/>
                    <a:lstStyle/>
                    <a:p>
                      <a:r>
                        <a:rPr lang="en-IN" sz="1800" dirty="0"/>
                        <a:t>5</a:t>
                      </a:r>
                    </a:p>
                  </a:txBody>
                  <a:tcPr marL="91435" marR="91435" marT="45706" marB="45706"/>
                </a:tc>
                <a:tc>
                  <a:txBody>
                    <a:bodyPr/>
                    <a:lstStyle/>
                    <a:p>
                      <a:r>
                        <a:rPr lang="en-IN" sz="1800" dirty="0"/>
                        <a:t>1</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dirty="0"/>
                    </a:p>
                  </a:txBody>
                  <a:tcPr marL="91435" marR="91435" marT="45706" marB="45706"/>
                </a:tc>
              </a:tr>
            </a:tbl>
          </a:graphicData>
        </a:graphic>
      </p:graphicFrame>
      <p:sp>
        <p:nvSpPr>
          <p:cNvPr id="85053" name="Slide Number Placeholder 3"/>
          <p:cNvSpPr>
            <a:spLocks noGrp="1"/>
          </p:cNvSpPr>
          <p:nvPr>
            <p:ph type="sldNum" sz="quarter" idx="12"/>
          </p:nvPr>
        </p:nvSpPr>
        <p:spPr bwMode="auto">
          <a:noFill/>
          <a:ln>
            <a:miter lim="800000"/>
            <a:headEnd/>
            <a:tailEnd/>
          </a:ln>
        </p:spPr>
        <p:txBody>
          <a:bodyPr/>
          <a:lstStyle/>
          <a:p>
            <a:fld id="{75C733DD-4DD5-4802-B500-EDB650097CF9}" type="slidenum">
              <a:rPr lang="en-US" altLang="en-US"/>
              <a:pPr/>
              <a:t>74</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p4</a:t>
                      </a:r>
                    </a:p>
                  </a:txBody>
                  <a:tcPr marT="45798" marB="45798"/>
                </a:tc>
                <a:tc>
                  <a:txBody>
                    <a:bodyPr/>
                    <a:lstStyle/>
                    <a:p>
                      <a:r>
                        <a:rPr lang="en-IN" sz="1800" dirty="0"/>
                        <a:t>p3</a:t>
                      </a:r>
                    </a:p>
                  </a:txBody>
                  <a:tcPr marT="45798" marB="45798"/>
                </a:tc>
                <a:tc>
                  <a:txBody>
                    <a:bodyPr/>
                    <a:lstStyle/>
                    <a:p>
                      <a:r>
                        <a:rPr lang="en-IN" sz="1800" dirty="0"/>
                        <a:t>p3</a:t>
                      </a:r>
                    </a:p>
                  </a:txBody>
                  <a:tcPr marT="45798" marB="45798"/>
                </a:tc>
                <a:tc>
                  <a:txBody>
                    <a:bodyPr/>
                    <a:lstStyle/>
                    <a:p>
                      <a:r>
                        <a:rPr lang="en-IN" sz="1800" dirty="0"/>
                        <a:t>p6</a:t>
                      </a:r>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85078"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1</a:t>
            </a:r>
          </a:p>
        </p:txBody>
      </p:sp>
      <p:sp>
        <p:nvSpPr>
          <p:cNvPr id="85079"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85080" name="TextBox 6"/>
          <p:cNvSpPr txBox="1">
            <a:spLocks noChangeArrowheads="1"/>
          </p:cNvSpPr>
          <p:nvPr/>
        </p:nvSpPr>
        <p:spPr bwMode="auto">
          <a:xfrm>
            <a:off x="741363" y="4589463"/>
            <a:ext cx="2114550" cy="369887"/>
          </a:xfrm>
          <a:prstGeom prst="rect">
            <a:avLst/>
          </a:prstGeom>
          <a:noFill/>
          <a:ln w="9525">
            <a:noFill/>
            <a:miter lim="800000"/>
            <a:headEnd/>
            <a:tailEnd/>
          </a:ln>
        </p:spPr>
        <p:txBody>
          <a:bodyPr>
            <a:spAutoFit/>
          </a:bodyPr>
          <a:lstStyle/>
          <a:p>
            <a:r>
              <a:rPr lang="en-IN" altLang="en-US"/>
              <a:t>Gantt Chart</a:t>
            </a:r>
          </a:p>
        </p:txBody>
      </p:sp>
      <p:sp>
        <p:nvSpPr>
          <p:cNvPr id="85081" name="TextBox 7"/>
          <p:cNvSpPr txBox="1">
            <a:spLocks noChangeArrowheads="1"/>
          </p:cNvSpPr>
          <p:nvPr/>
        </p:nvSpPr>
        <p:spPr bwMode="auto">
          <a:xfrm>
            <a:off x="1893888" y="5635625"/>
            <a:ext cx="323850" cy="369888"/>
          </a:xfrm>
          <a:prstGeom prst="rect">
            <a:avLst/>
          </a:prstGeom>
          <a:noFill/>
          <a:ln w="9525">
            <a:noFill/>
            <a:miter lim="800000"/>
            <a:headEnd/>
            <a:tailEnd/>
          </a:ln>
        </p:spPr>
        <p:txBody>
          <a:bodyPr>
            <a:spAutoFit/>
          </a:bodyPr>
          <a:lstStyle/>
          <a:p>
            <a:r>
              <a:rPr lang="en-IN" altLang="en-US"/>
              <a:t>2</a:t>
            </a:r>
          </a:p>
        </p:txBody>
      </p:sp>
      <p:sp>
        <p:nvSpPr>
          <p:cNvPr id="85082" name="TextBox 7"/>
          <p:cNvSpPr txBox="1">
            <a:spLocks noChangeArrowheads="1"/>
          </p:cNvSpPr>
          <p:nvPr/>
        </p:nvSpPr>
        <p:spPr bwMode="auto">
          <a:xfrm>
            <a:off x="2470150" y="5635625"/>
            <a:ext cx="323850" cy="369888"/>
          </a:xfrm>
          <a:prstGeom prst="rect">
            <a:avLst/>
          </a:prstGeom>
          <a:noFill/>
          <a:ln w="9525">
            <a:noFill/>
            <a:miter lim="800000"/>
            <a:headEnd/>
            <a:tailEnd/>
          </a:ln>
        </p:spPr>
        <p:txBody>
          <a:bodyPr>
            <a:spAutoFit/>
          </a:bodyPr>
          <a:lstStyle/>
          <a:p>
            <a:r>
              <a:rPr lang="en-IN" altLang="en-US"/>
              <a:t>3</a:t>
            </a:r>
          </a:p>
        </p:txBody>
      </p:sp>
      <p:sp>
        <p:nvSpPr>
          <p:cNvPr id="85083" name="TextBox 7"/>
          <p:cNvSpPr txBox="1">
            <a:spLocks noChangeArrowheads="1"/>
          </p:cNvSpPr>
          <p:nvPr/>
        </p:nvSpPr>
        <p:spPr bwMode="auto">
          <a:xfrm>
            <a:off x="3063875" y="5635625"/>
            <a:ext cx="323850" cy="369888"/>
          </a:xfrm>
          <a:prstGeom prst="rect">
            <a:avLst/>
          </a:prstGeom>
          <a:noFill/>
          <a:ln w="9525">
            <a:noFill/>
            <a:miter lim="800000"/>
            <a:headEnd/>
            <a:tailEnd/>
          </a:ln>
        </p:spPr>
        <p:txBody>
          <a:bodyPr>
            <a:spAutoFit/>
          </a:bodyPr>
          <a:lstStyle/>
          <a:p>
            <a:r>
              <a:rPr lang="en-IN" altLang="en-US"/>
              <a:t>4</a:t>
            </a:r>
          </a:p>
        </p:txBody>
      </p:sp>
      <p:sp>
        <p:nvSpPr>
          <p:cNvPr id="85084" name="TextBox 7"/>
          <p:cNvSpPr txBox="1">
            <a:spLocks noChangeArrowheads="1"/>
          </p:cNvSpPr>
          <p:nvPr/>
        </p:nvSpPr>
        <p:spPr bwMode="auto">
          <a:xfrm>
            <a:off x="3656013" y="5635625"/>
            <a:ext cx="323850" cy="369888"/>
          </a:xfrm>
          <a:prstGeom prst="rect">
            <a:avLst/>
          </a:prstGeom>
          <a:noFill/>
          <a:ln w="9525">
            <a:noFill/>
            <a:miter lim="800000"/>
            <a:headEnd/>
            <a:tailEnd/>
          </a:ln>
        </p:spPr>
        <p:txBody>
          <a:bodyPr>
            <a:spAutoFit/>
          </a:bodyPr>
          <a:lstStyle/>
          <a:p>
            <a:r>
              <a:rPr lang="en-IN" altLang="en-US"/>
              <a:t>5</a:t>
            </a:r>
          </a:p>
        </p:txBody>
      </p:sp>
      <p:sp>
        <p:nvSpPr>
          <p:cNvPr id="85085" name="TextBox 7"/>
          <p:cNvSpPr txBox="1">
            <a:spLocks noChangeArrowheads="1"/>
          </p:cNvSpPr>
          <p:nvPr/>
        </p:nvSpPr>
        <p:spPr bwMode="auto">
          <a:xfrm>
            <a:off x="4249738" y="5635625"/>
            <a:ext cx="323850" cy="369888"/>
          </a:xfrm>
          <a:prstGeom prst="rect">
            <a:avLst/>
          </a:prstGeom>
          <a:noFill/>
          <a:ln w="9525">
            <a:noFill/>
            <a:miter lim="800000"/>
            <a:headEnd/>
            <a:tailEnd/>
          </a:ln>
        </p:spPr>
        <p:txBody>
          <a:bodyPr>
            <a:spAutoFit/>
          </a:bodyPr>
          <a:lstStyle/>
          <a:p>
            <a:r>
              <a:rPr lang="en-IN" altLang="en-US"/>
              <a:t>6</a:t>
            </a:r>
          </a:p>
        </p:txBody>
      </p:sp>
      <p:sp>
        <p:nvSpPr>
          <p:cNvPr id="85086" name="TextBox 7"/>
          <p:cNvSpPr txBox="1">
            <a:spLocks noChangeArrowheads="1"/>
          </p:cNvSpPr>
          <p:nvPr/>
        </p:nvSpPr>
        <p:spPr bwMode="auto">
          <a:xfrm>
            <a:off x="4960938" y="5635625"/>
            <a:ext cx="323850" cy="369888"/>
          </a:xfrm>
          <a:prstGeom prst="rect">
            <a:avLst/>
          </a:prstGeom>
          <a:noFill/>
          <a:ln w="9525">
            <a:noFill/>
            <a:miter lim="800000"/>
            <a:headEnd/>
            <a:tailEnd/>
          </a:ln>
        </p:spPr>
        <p:txBody>
          <a:bodyPr>
            <a:spAutoFit/>
          </a:bodyPr>
          <a:lstStyle/>
          <a:p>
            <a:r>
              <a:rPr lang="en-IN" altLang="en-US"/>
              <a:t>7</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a:xfrm>
            <a:off x="457200" y="704850"/>
            <a:ext cx="8229600" cy="496888"/>
          </a:xfrm>
        </p:spPr>
        <p:txBody>
          <a:bodyPr/>
          <a:lstStyle/>
          <a:p>
            <a:r>
              <a:rPr lang="en-IN" altLang="en-US" smtClean="0"/>
              <a:t>Example</a:t>
            </a:r>
          </a:p>
        </p:txBody>
      </p:sp>
      <p:graphicFrame>
        <p:nvGraphicFramePr>
          <p:cNvPr id="5" name="Content Placeholder 4"/>
          <p:cNvGraphicFramePr>
            <a:graphicFrameLocks noGrp="1"/>
          </p:cNvGraphicFramePr>
          <p:nvPr>
            <p:ph idx="1"/>
          </p:nvPr>
        </p:nvGraphicFramePr>
        <p:xfrm>
          <a:off x="457200" y="1403350"/>
          <a:ext cx="7458075" cy="2595565"/>
        </p:xfrm>
        <a:graphic>
          <a:graphicData uri="http://schemas.openxmlformats.org/drawingml/2006/table">
            <a:tbl>
              <a:tblPr firstRow="1" bandRow="1">
                <a:tableStyleId>{5C22544A-7EE6-4342-B048-85BDC9FD1C3A}</a:tableStyleId>
              </a:tblPr>
              <a:tblGrid>
                <a:gridCol w="948465"/>
                <a:gridCol w="887054"/>
                <a:gridCol w="859760"/>
                <a:gridCol w="818819"/>
                <a:gridCol w="1787754"/>
                <a:gridCol w="2156223"/>
              </a:tblGrid>
              <a:tr h="371197">
                <a:tc>
                  <a:txBody>
                    <a:bodyPr/>
                    <a:lstStyle/>
                    <a:p>
                      <a:r>
                        <a:rPr lang="en-IN" sz="1800" dirty="0" err="1"/>
                        <a:t>P.No</a:t>
                      </a:r>
                      <a:r>
                        <a:rPr lang="en-IN" sz="1800" dirty="0"/>
                        <a:t>.</a:t>
                      </a:r>
                    </a:p>
                  </a:txBody>
                  <a:tcPr marL="91435" marR="91435" marT="45706" marB="45706"/>
                </a:tc>
                <a:tc>
                  <a:txBody>
                    <a:bodyPr/>
                    <a:lstStyle/>
                    <a:p>
                      <a:r>
                        <a:rPr lang="en-IN" sz="1800" dirty="0"/>
                        <a:t>A.T.</a:t>
                      </a:r>
                    </a:p>
                  </a:txBody>
                  <a:tcPr marL="91435" marR="91435" marT="45706" marB="45706"/>
                </a:tc>
                <a:tc>
                  <a:txBody>
                    <a:bodyPr/>
                    <a:lstStyle/>
                    <a:p>
                      <a:r>
                        <a:rPr lang="en-IN" sz="1800" dirty="0"/>
                        <a:t>B.T.</a:t>
                      </a:r>
                    </a:p>
                  </a:txBody>
                  <a:tcPr marL="91435" marR="91435" marT="45706" marB="45706"/>
                </a:tc>
                <a:tc>
                  <a:txBody>
                    <a:bodyPr/>
                    <a:lstStyle/>
                    <a:p>
                      <a:r>
                        <a:rPr lang="en-IN" sz="1800" dirty="0"/>
                        <a:t>C.T.</a:t>
                      </a:r>
                    </a:p>
                  </a:txBody>
                  <a:tcPr marL="91435" marR="91435" marT="45706" marB="45706"/>
                </a:tc>
                <a:tc>
                  <a:txBody>
                    <a:bodyPr/>
                    <a:lstStyle/>
                    <a:p>
                      <a:r>
                        <a:rPr lang="en-IN" sz="1800" dirty="0"/>
                        <a:t>TAT =C.T.-A.T</a:t>
                      </a:r>
                    </a:p>
                  </a:txBody>
                  <a:tcPr marL="91435" marR="91435" marT="45706" marB="45706"/>
                </a:tc>
                <a:tc>
                  <a:txBody>
                    <a:bodyPr/>
                    <a:lstStyle/>
                    <a:p>
                      <a:r>
                        <a:rPr lang="en-IN" sz="1800" dirty="0"/>
                        <a:t>WT=TAT-BT</a:t>
                      </a:r>
                    </a:p>
                  </a:txBody>
                  <a:tcPr marL="91435" marR="91435" marT="45706" marB="45706"/>
                </a:tc>
              </a:tr>
              <a:tr h="370728">
                <a:tc>
                  <a:txBody>
                    <a:bodyPr/>
                    <a:lstStyle/>
                    <a:p>
                      <a:r>
                        <a:rPr lang="en-IN" sz="1800" dirty="0"/>
                        <a:t>P1</a:t>
                      </a:r>
                    </a:p>
                  </a:txBody>
                  <a:tcPr marL="91435" marR="91435" marT="45706" marB="45706"/>
                </a:tc>
                <a:tc>
                  <a:txBody>
                    <a:bodyPr/>
                    <a:lstStyle/>
                    <a:p>
                      <a:r>
                        <a:rPr lang="en-IN" sz="1800" dirty="0"/>
                        <a:t>0</a:t>
                      </a:r>
                    </a:p>
                  </a:txBody>
                  <a:tcPr marL="91435" marR="91435" marT="45706" marB="45706"/>
                </a:tc>
                <a:tc>
                  <a:txBody>
                    <a:bodyPr/>
                    <a:lstStyle/>
                    <a:p>
                      <a:r>
                        <a:rPr lang="en-IN" sz="1800" dirty="0">
                          <a:solidFill>
                            <a:srgbClr val="FF0000"/>
                          </a:solidFill>
                        </a:rPr>
                        <a:t>6</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P2</a:t>
                      </a:r>
                    </a:p>
                  </a:txBody>
                  <a:tcPr marL="91435" marR="91435" marT="45706" marB="45706"/>
                </a:tc>
                <a:tc>
                  <a:txBody>
                    <a:bodyPr/>
                    <a:lstStyle/>
                    <a:p>
                      <a:r>
                        <a:rPr lang="en-IN" sz="1800" dirty="0"/>
                        <a:t>1</a:t>
                      </a:r>
                    </a:p>
                  </a:txBody>
                  <a:tcPr marL="91435" marR="91435" marT="45706" marB="45706"/>
                </a:tc>
                <a:tc>
                  <a:txBody>
                    <a:bodyPr/>
                    <a:lstStyle/>
                    <a:p>
                      <a:r>
                        <a:rPr lang="en-IN" sz="1800" dirty="0">
                          <a:solidFill>
                            <a:srgbClr val="FF0000"/>
                          </a:solidFill>
                        </a:rPr>
                        <a:t>4</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P3</a:t>
                      </a:r>
                    </a:p>
                  </a:txBody>
                  <a:tcPr marL="91435" marR="91435" marT="45706" marB="45706"/>
                </a:tc>
                <a:tc>
                  <a:txBody>
                    <a:bodyPr/>
                    <a:lstStyle/>
                    <a:p>
                      <a:r>
                        <a:rPr lang="en-IN" sz="1800" dirty="0"/>
                        <a:t>2</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P4</a:t>
                      </a:r>
                    </a:p>
                  </a:txBody>
                  <a:tcPr marL="91435" marR="91435" marT="45706" marB="45706"/>
                </a:tc>
                <a:tc>
                  <a:txBody>
                    <a:bodyPr/>
                    <a:lstStyle/>
                    <a:p>
                      <a:r>
                        <a:rPr lang="en-IN" sz="1800" dirty="0"/>
                        <a:t>3</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P5</a:t>
                      </a:r>
                    </a:p>
                  </a:txBody>
                  <a:tcPr marL="91435" marR="91435" marT="45706" marB="45706"/>
                </a:tc>
                <a:tc>
                  <a:txBody>
                    <a:bodyPr/>
                    <a:lstStyle/>
                    <a:p>
                      <a:r>
                        <a:rPr lang="en-IN" sz="1800" dirty="0"/>
                        <a:t>4</a:t>
                      </a:r>
                    </a:p>
                  </a:txBody>
                  <a:tcPr marL="91435" marR="91435" marT="45706" marB="45706"/>
                </a:tc>
                <a:tc>
                  <a:txBody>
                    <a:bodyPr/>
                    <a:lstStyle/>
                    <a:p>
                      <a:r>
                        <a:rPr lang="en-IN" sz="1800" dirty="0"/>
                        <a:t>2</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p6</a:t>
                      </a:r>
                    </a:p>
                  </a:txBody>
                  <a:tcPr marL="91435" marR="91435" marT="45706" marB="45706"/>
                </a:tc>
                <a:tc>
                  <a:txBody>
                    <a:bodyPr/>
                    <a:lstStyle/>
                    <a:p>
                      <a:r>
                        <a:rPr lang="en-IN" sz="1800" dirty="0"/>
                        <a:t>5</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dirty="0"/>
                    </a:p>
                  </a:txBody>
                  <a:tcPr marL="91435" marR="91435" marT="45706" marB="45706"/>
                </a:tc>
              </a:tr>
            </a:tbl>
          </a:graphicData>
        </a:graphic>
      </p:graphicFrame>
      <p:sp>
        <p:nvSpPr>
          <p:cNvPr id="86077" name="Slide Number Placeholder 3"/>
          <p:cNvSpPr>
            <a:spLocks noGrp="1"/>
          </p:cNvSpPr>
          <p:nvPr>
            <p:ph type="sldNum" sz="quarter" idx="12"/>
          </p:nvPr>
        </p:nvSpPr>
        <p:spPr bwMode="auto">
          <a:noFill/>
          <a:ln>
            <a:miter lim="800000"/>
            <a:headEnd/>
            <a:tailEnd/>
          </a:ln>
        </p:spPr>
        <p:txBody>
          <a:bodyPr/>
          <a:lstStyle/>
          <a:p>
            <a:fld id="{9234714A-B3D6-4219-9E91-27F745588E89}" type="slidenum">
              <a:rPr lang="en-US" altLang="en-US"/>
              <a:pPr/>
              <a:t>75</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p4</a:t>
                      </a:r>
                    </a:p>
                  </a:txBody>
                  <a:tcPr marT="45798" marB="45798"/>
                </a:tc>
                <a:tc>
                  <a:txBody>
                    <a:bodyPr/>
                    <a:lstStyle/>
                    <a:p>
                      <a:r>
                        <a:rPr lang="en-IN" sz="1800" dirty="0"/>
                        <a:t>p3</a:t>
                      </a:r>
                    </a:p>
                  </a:txBody>
                  <a:tcPr marT="45798" marB="45798"/>
                </a:tc>
                <a:tc>
                  <a:txBody>
                    <a:bodyPr/>
                    <a:lstStyle/>
                    <a:p>
                      <a:r>
                        <a:rPr lang="en-IN" sz="1800" dirty="0"/>
                        <a:t>p3</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86102"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1</a:t>
            </a:r>
          </a:p>
        </p:txBody>
      </p:sp>
      <p:sp>
        <p:nvSpPr>
          <p:cNvPr id="86103"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86104" name="TextBox 6"/>
          <p:cNvSpPr txBox="1">
            <a:spLocks noChangeArrowheads="1"/>
          </p:cNvSpPr>
          <p:nvPr/>
        </p:nvSpPr>
        <p:spPr bwMode="auto">
          <a:xfrm>
            <a:off x="741363" y="4589463"/>
            <a:ext cx="2114550" cy="369887"/>
          </a:xfrm>
          <a:prstGeom prst="rect">
            <a:avLst/>
          </a:prstGeom>
          <a:noFill/>
          <a:ln w="9525">
            <a:noFill/>
            <a:miter lim="800000"/>
            <a:headEnd/>
            <a:tailEnd/>
          </a:ln>
        </p:spPr>
        <p:txBody>
          <a:bodyPr>
            <a:spAutoFit/>
          </a:bodyPr>
          <a:lstStyle/>
          <a:p>
            <a:r>
              <a:rPr lang="en-IN" altLang="en-US"/>
              <a:t>Gantt Chart</a:t>
            </a:r>
          </a:p>
        </p:txBody>
      </p:sp>
      <p:sp>
        <p:nvSpPr>
          <p:cNvPr id="86105" name="TextBox 7"/>
          <p:cNvSpPr txBox="1">
            <a:spLocks noChangeArrowheads="1"/>
          </p:cNvSpPr>
          <p:nvPr/>
        </p:nvSpPr>
        <p:spPr bwMode="auto">
          <a:xfrm>
            <a:off x="1893888" y="5635625"/>
            <a:ext cx="323850" cy="369888"/>
          </a:xfrm>
          <a:prstGeom prst="rect">
            <a:avLst/>
          </a:prstGeom>
          <a:noFill/>
          <a:ln w="9525">
            <a:noFill/>
            <a:miter lim="800000"/>
            <a:headEnd/>
            <a:tailEnd/>
          </a:ln>
        </p:spPr>
        <p:txBody>
          <a:bodyPr>
            <a:spAutoFit/>
          </a:bodyPr>
          <a:lstStyle/>
          <a:p>
            <a:r>
              <a:rPr lang="en-IN" altLang="en-US"/>
              <a:t>2</a:t>
            </a:r>
          </a:p>
        </p:txBody>
      </p:sp>
      <p:sp>
        <p:nvSpPr>
          <p:cNvPr id="86106" name="TextBox 7"/>
          <p:cNvSpPr txBox="1">
            <a:spLocks noChangeArrowheads="1"/>
          </p:cNvSpPr>
          <p:nvPr/>
        </p:nvSpPr>
        <p:spPr bwMode="auto">
          <a:xfrm>
            <a:off x="2470150" y="5635625"/>
            <a:ext cx="323850" cy="369888"/>
          </a:xfrm>
          <a:prstGeom prst="rect">
            <a:avLst/>
          </a:prstGeom>
          <a:noFill/>
          <a:ln w="9525">
            <a:noFill/>
            <a:miter lim="800000"/>
            <a:headEnd/>
            <a:tailEnd/>
          </a:ln>
        </p:spPr>
        <p:txBody>
          <a:bodyPr>
            <a:spAutoFit/>
          </a:bodyPr>
          <a:lstStyle/>
          <a:p>
            <a:r>
              <a:rPr lang="en-IN" altLang="en-US"/>
              <a:t>3</a:t>
            </a:r>
          </a:p>
        </p:txBody>
      </p:sp>
      <p:sp>
        <p:nvSpPr>
          <p:cNvPr id="86107" name="TextBox 7"/>
          <p:cNvSpPr txBox="1">
            <a:spLocks noChangeArrowheads="1"/>
          </p:cNvSpPr>
          <p:nvPr/>
        </p:nvSpPr>
        <p:spPr bwMode="auto">
          <a:xfrm>
            <a:off x="3063875" y="5635625"/>
            <a:ext cx="323850" cy="369888"/>
          </a:xfrm>
          <a:prstGeom prst="rect">
            <a:avLst/>
          </a:prstGeom>
          <a:noFill/>
          <a:ln w="9525">
            <a:noFill/>
            <a:miter lim="800000"/>
            <a:headEnd/>
            <a:tailEnd/>
          </a:ln>
        </p:spPr>
        <p:txBody>
          <a:bodyPr>
            <a:spAutoFit/>
          </a:bodyPr>
          <a:lstStyle/>
          <a:p>
            <a:r>
              <a:rPr lang="en-IN" altLang="en-US"/>
              <a:t>4</a:t>
            </a:r>
          </a:p>
        </p:txBody>
      </p:sp>
      <p:sp>
        <p:nvSpPr>
          <p:cNvPr id="86108" name="TextBox 7"/>
          <p:cNvSpPr txBox="1">
            <a:spLocks noChangeArrowheads="1"/>
          </p:cNvSpPr>
          <p:nvPr/>
        </p:nvSpPr>
        <p:spPr bwMode="auto">
          <a:xfrm>
            <a:off x="3656013" y="5635625"/>
            <a:ext cx="323850" cy="369888"/>
          </a:xfrm>
          <a:prstGeom prst="rect">
            <a:avLst/>
          </a:prstGeom>
          <a:noFill/>
          <a:ln w="9525">
            <a:noFill/>
            <a:miter lim="800000"/>
            <a:headEnd/>
            <a:tailEnd/>
          </a:ln>
        </p:spPr>
        <p:txBody>
          <a:bodyPr>
            <a:spAutoFit/>
          </a:bodyPr>
          <a:lstStyle/>
          <a:p>
            <a:r>
              <a:rPr lang="en-IN" altLang="en-US"/>
              <a:t>5</a:t>
            </a:r>
          </a:p>
        </p:txBody>
      </p:sp>
      <p:sp>
        <p:nvSpPr>
          <p:cNvPr id="86109" name="TextBox 7"/>
          <p:cNvSpPr txBox="1">
            <a:spLocks noChangeArrowheads="1"/>
          </p:cNvSpPr>
          <p:nvPr/>
        </p:nvSpPr>
        <p:spPr bwMode="auto">
          <a:xfrm>
            <a:off x="4249738" y="5635625"/>
            <a:ext cx="323850" cy="369888"/>
          </a:xfrm>
          <a:prstGeom prst="rect">
            <a:avLst/>
          </a:prstGeom>
          <a:noFill/>
          <a:ln w="9525">
            <a:noFill/>
            <a:miter lim="800000"/>
            <a:headEnd/>
            <a:tailEnd/>
          </a:ln>
        </p:spPr>
        <p:txBody>
          <a:bodyPr>
            <a:spAutoFit/>
          </a:bodyPr>
          <a:lstStyle/>
          <a:p>
            <a:r>
              <a:rPr lang="en-IN" altLang="en-US"/>
              <a:t>6</a:t>
            </a:r>
          </a:p>
        </p:txBody>
      </p:sp>
      <p:sp>
        <p:nvSpPr>
          <p:cNvPr id="86110" name="TextBox 7"/>
          <p:cNvSpPr txBox="1">
            <a:spLocks noChangeArrowheads="1"/>
          </p:cNvSpPr>
          <p:nvPr/>
        </p:nvSpPr>
        <p:spPr bwMode="auto">
          <a:xfrm>
            <a:off x="4960938" y="5635625"/>
            <a:ext cx="323850" cy="369888"/>
          </a:xfrm>
          <a:prstGeom prst="rect">
            <a:avLst/>
          </a:prstGeom>
          <a:noFill/>
          <a:ln w="9525">
            <a:noFill/>
            <a:miter lim="800000"/>
            <a:headEnd/>
            <a:tailEnd/>
          </a:ln>
        </p:spPr>
        <p:txBody>
          <a:bodyPr>
            <a:spAutoFit/>
          </a:bodyPr>
          <a:lstStyle/>
          <a:p>
            <a:r>
              <a:rPr lang="en-IN" altLang="en-US"/>
              <a:t>7</a:t>
            </a:r>
          </a:p>
        </p:txBody>
      </p:sp>
      <p:sp>
        <p:nvSpPr>
          <p:cNvPr id="86111" name="TextBox 7"/>
          <p:cNvSpPr txBox="1">
            <a:spLocks noChangeArrowheads="1"/>
          </p:cNvSpPr>
          <p:nvPr/>
        </p:nvSpPr>
        <p:spPr bwMode="auto">
          <a:xfrm>
            <a:off x="5511800" y="5635625"/>
            <a:ext cx="323850" cy="369888"/>
          </a:xfrm>
          <a:prstGeom prst="rect">
            <a:avLst/>
          </a:prstGeom>
          <a:noFill/>
          <a:ln w="9525">
            <a:noFill/>
            <a:miter lim="800000"/>
            <a:headEnd/>
            <a:tailEnd/>
          </a:ln>
        </p:spPr>
        <p:txBody>
          <a:bodyPr>
            <a:spAutoFit/>
          </a:bodyPr>
          <a:lstStyle/>
          <a:p>
            <a:r>
              <a:rPr lang="en-IN" altLang="en-US"/>
              <a:t>9</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a:xfrm>
            <a:off x="457200" y="704850"/>
            <a:ext cx="8229600" cy="496888"/>
          </a:xfrm>
        </p:spPr>
        <p:txBody>
          <a:bodyPr/>
          <a:lstStyle/>
          <a:p>
            <a:r>
              <a:rPr lang="en-IN" altLang="en-US" smtClean="0"/>
              <a:t>Example</a:t>
            </a:r>
          </a:p>
        </p:txBody>
      </p:sp>
      <p:graphicFrame>
        <p:nvGraphicFramePr>
          <p:cNvPr id="5" name="Content Placeholder 4"/>
          <p:cNvGraphicFramePr>
            <a:graphicFrameLocks noGrp="1"/>
          </p:cNvGraphicFramePr>
          <p:nvPr>
            <p:ph idx="1"/>
          </p:nvPr>
        </p:nvGraphicFramePr>
        <p:xfrm>
          <a:off x="457200" y="1403350"/>
          <a:ext cx="7458075" cy="2595565"/>
        </p:xfrm>
        <a:graphic>
          <a:graphicData uri="http://schemas.openxmlformats.org/drawingml/2006/table">
            <a:tbl>
              <a:tblPr firstRow="1" bandRow="1">
                <a:tableStyleId>{5C22544A-7EE6-4342-B048-85BDC9FD1C3A}</a:tableStyleId>
              </a:tblPr>
              <a:tblGrid>
                <a:gridCol w="948465"/>
                <a:gridCol w="887054"/>
                <a:gridCol w="859760"/>
                <a:gridCol w="818819"/>
                <a:gridCol w="1787754"/>
                <a:gridCol w="2156223"/>
              </a:tblGrid>
              <a:tr h="371197">
                <a:tc>
                  <a:txBody>
                    <a:bodyPr/>
                    <a:lstStyle/>
                    <a:p>
                      <a:r>
                        <a:rPr lang="en-IN" sz="1800" dirty="0" err="1"/>
                        <a:t>P.No</a:t>
                      </a:r>
                      <a:r>
                        <a:rPr lang="en-IN" sz="1800" dirty="0"/>
                        <a:t>.</a:t>
                      </a:r>
                    </a:p>
                  </a:txBody>
                  <a:tcPr marL="91435" marR="91435" marT="45706" marB="45706"/>
                </a:tc>
                <a:tc>
                  <a:txBody>
                    <a:bodyPr/>
                    <a:lstStyle/>
                    <a:p>
                      <a:r>
                        <a:rPr lang="en-IN" sz="1800" dirty="0"/>
                        <a:t>A.T.</a:t>
                      </a:r>
                    </a:p>
                  </a:txBody>
                  <a:tcPr marL="91435" marR="91435" marT="45706" marB="45706"/>
                </a:tc>
                <a:tc>
                  <a:txBody>
                    <a:bodyPr/>
                    <a:lstStyle/>
                    <a:p>
                      <a:r>
                        <a:rPr lang="en-IN" sz="1800" dirty="0"/>
                        <a:t>B.T.</a:t>
                      </a:r>
                    </a:p>
                  </a:txBody>
                  <a:tcPr marL="91435" marR="91435" marT="45706" marB="45706"/>
                </a:tc>
                <a:tc>
                  <a:txBody>
                    <a:bodyPr/>
                    <a:lstStyle/>
                    <a:p>
                      <a:r>
                        <a:rPr lang="en-IN" sz="1800" dirty="0"/>
                        <a:t>C.T.</a:t>
                      </a:r>
                    </a:p>
                  </a:txBody>
                  <a:tcPr marL="91435" marR="91435" marT="45706" marB="45706"/>
                </a:tc>
                <a:tc>
                  <a:txBody>
                    <a:bodyPr/>
                    <a:lstStyle/>
                    <a:p>
                      <a:r>
                        <a:rPr lang="en-IN" sz="1800" dirty="0"/>
                        <a:t>TAT =C.T.-A.T</a:t>
                      </a:r>
                    </a:p>
                  </a:txBody>
                  <a:tcPr marL="91435" marR="91435" marT="45706" marB="45706"/>
                </a:tc>
                <a:tc>
                  <a:txBody>
                    <a:bodyPr/>
                    <a:lstStyle/>
                    <a:p>
                      <a:r>
                        <a:rPr lang="en-IN" sz="1800" dirty="0"/>
                        <a:t>WT=TAT-BT</a:t>
                      </a:r>
                    </a:p>
                  </a:txBody>
                  <a:tcPr marL="91435" marR="91435" marT="45706" marB="45706"/>
                </a:tc>
              </a:tr>
              <a:tr h="370728">
                <a:tc>
                  <a:txBody>
                    <a:bodyPr/>
                    <a:lstStyle/>
                    <a:p>
                      <a:r>
                        <a:rPr lang="en-IN" sz="1800" dirty="0"/>
                        <a:t>P1</a:t>
                      </a:r>
                    </a:p>
                  </a:txBody>
                  <a:tcPr marL="91435" marR="91435" marT="45706" marB="45706"/>
                </a:tc>
                <a:tc>
                  <a:txBody>
                    <a:bodyPr/>
                    <a:lstStyle/>
                    <a:p>
                      <a:r>
                        <a:rPr lang="en-IN" sz="1800" dirty="0"/>
                        <a:t>0</a:t>
                      </a:r>
                    </a:p>
                  </a:txBody>
                  <a:tcPr marL="91435" marR="91435" marT="45706" marB="45706"/>
                </a:tc>
                <a:tc>
                  <a:txBody>
                    <a:bodyPr/>
                    <a:lstStyle/>
                    <a:p>
                      <a:r>
                        <a:rPr lang="en-IN" sz="1800" dirty="0">
                          <a:solidFill>
                            <a:srgbClr val="FF0000"/>
                          </a:solidFill>
                        </a:rPr>
                        <a:t>6</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P2</a:t>
                      </a:r>
                    </a:p>
                  </a:txBody>
                  <a:tcPr marL="91435" marR="91435" marT="45706" marB="45706"/>
                </a:tc>
                <a:tc>
                  <a:txBody>
                    <a:bodyPr/>
                    <a:lstStyle/>
                    <a:p>
                      <a:r>
                        <a:rPr lang="en-IN" sz="1800" dirty="0"/>
                        <a:t>1</a:t>
                      </a:r>
                    </a:p>
                  </a:txBody>
                  <a:tcPr marL="91435" marR="91435" marT="45706" marB="45706"/>
                </a:tc>
                <a:tc>
                  <a:txBody>
                    <a:bodyPr/>
                    <a:lstStyle/>
                    <a:p>
                      <a:r>
                        <a:rPr lang="en-IN" sz="1800" dirty="0">
                          <a:solidFill>
                            <a:srgbClr val="FF0000"/>
                          </a:solidFill>
                        </a:rPr>
                        <a:t>4</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P3</a:t>
                      </a:r>
                    </a:p>
                  </a:txBody>
                  <a:tcPr marL="91435" marR="91435" marT="45706" marB="45706"/>
                </a:tc>
                <a:tc>
                  <a:txBody>
                    <a:bodyPr/>
                    <a:lstStyle/>
                    <a:p>
                      <a:r>
                        <a:rPr lang="en-IN" sz="1800" dirty="0"/>
                        <a:t>2</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P4</a:t>
                      </a:r>
                    </a:p>
                  </a:txBody>
                  <a:tcPr marL="91435" marR="91435" marT="45706" marB="45706"/>
                </a:tc>
                <a:tc>
                  <a:txBody>
                    <a:bodyPr/>
                    <a:lstStyle/>
                    <a:p>
                      <a:r>
                        <a:rPr lang="en-IN" sz="1800" dirty="0"/>
                        <a:t>3</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P5</a:t>
                      </a:r>
                    </a:p>
                  </a:txBody>
                  <a:tcPr marL="91435" marR="91435" marT="45706" marB="45706"/>
                </a:tc>
                <a:tc>
                  <a:txBody>
                    <a:bodyPr/>
                    <a:lstStyle/>
                    <a:p>
                      <a:r>
                        <a:rPr lang="en-IN" sz="1800" dirty="0"/>
                        <a:t>4</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p6</a:t>
                      </a:r>
                    </a:p>
                  </a:txBody>
                  <a:tcPr marL="91435" marR="91435" marT="45706" marB="45706"/>
                </a:tc>
                <a:tc>
                  <a:txBody>
                    <a:bodyPr/>
                    <a:lstStyle/>
                    <a:p>
                      <a:r>
                        <a:rPr lang="en-IN" sz="1800" dirty="0"/>
                        <a:t>5</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dirty="0"/>
                    </a:p>
                  </a:txBody>
                  <a:tcPr marL="91435" marR="91435" marT="45706" marB="45706"/>
                </a:tc>
              </a:tr>
            </a:tbl>
          </a:graphicData>
        </a:graphic>
      </p:graphicFrame>
      <p:sp>
        <p:nvSpPr>
          <p:cNvPr id="87101" name="Slide Number Placeholder 3"/>
          <p:cNvSpPr>
            <a:spLocks noGrp="1"/>
          </p:cNvSpPr>
          <p:nvPr>
            <p:ph type="sldNum" sz="quarter" idx="12"/>
          </p:nvPr>
        </p:nvSpPr>
        <p:spPr bwMode="auto">
          <a:noFill/>
          <a:ln>
            <a:miter lim="800000"/>
            <a:headEnd/>
            <a:tailEnd/>
          </a:ln>
        </p:spPr>
        <p:txBody>
          <a:bodyPr/>
          <a:lstStyle/>
          <a:p>
            <a:fld id="{92164EC5-F36A-43D3-A826-FE734A4BCFBE}" type="slidenum">
              <a:rPr lang="en-US" altLang="en-US"/>
              <a:pPr/>
              <a:t>76</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p4</a:t>
                      </a:r>
                    </a:p>
                  </a:txBody>
                  <a:tcPr marT="45798" marB="45798"/>
                </a:tc>
                <a:tc>
                  <a:txBody>
                    <a:bodyPr/>
                    <a:lstStyle/>
                    <a:p>
                      <a:r>
                        <a:rPr lang="en-IN" sz="1800" dirty="0"/>
                        <a:t>p3</a:t>
                      </a:r>
                    </a:p>
                  </a:txBody>
                  <a:tcPr marT="45798" marB="45798"/>
                </a:tc>
                <a:tc>
                  <a:txBody>
                    <a:bodyPr/>
                    <a:lstStyle/>
                    <a:p>
                      <a:r>
                        <a:rPr lang="en-IN" sz="1800" dirty="0"/>
                        <a:t>p3</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endParaRPr lang="en-IN" sz="1800" dirty="0"/>
                    </a:p>
                  </a:txBody>
                  <a:tcPr marT="45798" marB="45798"/>
                </a:tc>
              </a:tr>
            </a:tbl>
          </a:graphicData>
        </a:graphic>
      </p:graphicFrame>
      <p:sp>
        <p:nvSpPr>
          <p:cNvPr id="87126"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1</a:t>
            </a:r>
          </a:p>
        </p:txBody>
      </p:sp>
      <p:sp>
        <p:nvSpPr>
          <p:cNvPr id="87127"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87128" name="TextBox 6"/>
          <p:cNvSpPr txBox="1">
            <a:spLocks noChangeArrowheads="1"/>
          </p:cNvSpPr>
          <p:nvPr/>
        </p:nvSpPr>
        <p:spPr bwMode="auto">
          <a:xfrm>
            <a:off x="741363" y="4589463"/>
            <a:ext cx="2114550" cy="369887"/>
          </a:xfrm>
          <a:prstGeom prst="rect">
            <a:avLst/>
          </a:prstGeom>
          <a:noFill/>
          <a:ln w="9525">
            <a:noFill/>
            <a:miter lim="800000"/>
            <a:headEnd/>
            <a:tailEnd/>
          </a:ln>
        </p:spPr>
        <p:txBody>
          <a:bodyPr>
            <a:spAutoFit/>
          </a:bodyPr>
          <a:lstStyle/>
          <a:p>
            <a:r>
              <a:rPr lang="en-IN" altLang="en-US"/>
              <a:t>Gantt Chart</a:t>
            </a:r>
          </a:p>
        </p:txBody>
      </p:sp>
      <p:sp>
        <p:nvSpPr>
          <p:cNvPr id="87129" name="TextBox 7"/>
          <p:cNvSpPr txBox="1">
            <a:spLocks noChangeArrowheads="1"/>
          </p:cNvSpPr>
          <p:nvPr/>
        </p:nvSpPr>
        <p:spPr bwMode="auto">
          <a:xfrm>
            <a:off x="1893888" y="5635625"/>
            <a:ext cx="323850" cy="369888"/>
          </a:xfrm>
          <a:prstGeom prst="rect">
            <a:avLst/>
          </a:prstGeom>
          <a:noFill/>
          <a:ln w="9525">
            <a:noFill/>
            <a:miter lim="800000"/>
            <a:headEnd/>
            <a:tailEnd/>
          </a:ln>
        </p:spPr>
        <p:txBody>
          <a:bodyPr>
            <a:spAutoFit/>
          </a:bodyPr>
          <a:lstStyle/>
          <a:p>
            <a:r>
              <a:rPr lang="en-IN" altLang="en-US"/>
              <a:t>2</a:t>
            </a:r>
          </a:p>
        </p:txBody>
      </p:sp>
      <p:sp>
        <p:nvSpPr>
          <p:cNvPr id="87130" name="TextBox 7"/>
          <p:cNvSpPr txBox="1">
            <a:spLocks noChangeArrowheads="1"/>
          </p:cNvSpPr>
          <p:nvPr/>
        </p:nvSpPr>
        <p:spPr bwMode="auto">
          <a:xfrm>
            <a:off x="2470150" y="5635625"/>
            <a:ext cx="323850" cy="369888"/>
          </a:xfrm>
          <a:prstGeom prst="rect">
            <a:avLst/>
          </a:prstGeom>
          <a:noFill/>
          <a:ln w="9525">
            <a:noFill/>
            <a:miter lim="800000"/>
            <a:headEnd/>
            <a:tailEnd/>
          </a:ln>
        </p:spPr>
        <p:txBody>
          <a:bodyPr>
            <a:spAutoFit/>
          </a:bodyPr>
          <a:lstStyle/>
          <a:p>
            <a:r>
              <a:rPr lang="en-IN" altLang="en-US"/>
              <a:t>3</a:t>
            </a:r>
          </a:p>
        </p:txBody>
      </p:sp>
      <p:sp>
        <p:nvSpPr>
          <p:cNvPr id="87131" name="TextBox 7"/>
          <p:cNvSpPr txBox="1">
            <a:spLocks noChangeArrowheads="1"/>
          </p:cNvSpPr>
          <p:nvPr/>
        </p:nvSpPr>
        <p:spPr bwMode="auto">
          <a:xfrm>
            <a:off x="3063875" y="5635625"/>
            <a:ext cx="323850" cy="369888"/>
          </a:xfrm>
          <a:prstGeom prst="rect">
            <a:avLst/>
          </a:prstGeom>
          <a:noFill/>
          <a:ln w="9525">
            <a:noFill/>
            <a:miter lim="800000"/>
            <a:headEnd/>
            <a:tailEnd/>
          </a:ln>
        </p:spPr>
        <p:txBody>
          <a:bodyPr>
            <a:spAutoFit/>
          </a:bodyPr>
          <a:lstStyle/>
          <a:p>
            <a:r>
              <a:rPr lang="en-IN" altLang="en-US"/>
              <a:t>4</a:t>
            </a:r>
          </a:p>
        </p:txBody>
      </p:sp>
      <p:sp>
        <p:nvSpPr>
          <p:cNvPr id="87132" name="TextBox 7"/>
          <p:cNvSpPr txBox="1">
            <a:spLocks noChangeArrowheads="1"/>
          </p:cNvSpPr>
          <p:nvPr/>
        </p:nvSpPr>
        <p:spPr bwMode="auto">
          <a:xfrm>
            <a:off x="3656013" y="5635625"/>
            <a:ext cx="323850" cy="369888"/>
          </a:xfrm>
          <a:prstGeom prst="rect">
            <a:avLst/>
          </a:prstGeom>
          <a:noFill/>
          <a:ln w="9525">
            <a:noFill/>
            <a:miter lim="800000"/>
            <a:headEnd/>
            <a:tailEnd/>
          </a:ln>
        </p:spPr>
        <p:txBody>
          <a:bodyPr>
            <a:spAutoFit/>
          </a:bodyPr>
          <a:lstStyle/>
          <a:p>
            <a:r>
              <a:rPr lang="en-IN" altLang="en-US"/>
              <a:t>5</a:t>
            </a:r>
          </a:p>
        </p:txBody>
      </p:sp>
      <p:sp>
        <p:nvSpPr>
          <p:cNvPr id="87133" name="TextBox 7"/>
          <p:cNvSpPr txBox="1">
            <a:spLocks noChangeArrowheads="1"/>
          </p:cNvSpPr>
          <p:nvPr/>
        </p:nvSpPr>
        <p:spPr bwMode="auto">
          <a:xfrm>
            <a:off x="4249738" y="5635625"/>
            <a:ext cx="323850" cy="369888"/>
          </a:xfrm>
          <a:prstGeom prst="rect">
            <a:avLst/>
          </a:prstGeom>
          <a:noFill/>
          <a:ln w="9525">
            <a:noFill/>
            <a:miter lim="800000"/>
            <a:headEnd/>
            <a:tailEnd/>
          </a:ln>
        </p:spPr>
        <p:txBody>
          <a:bodyPr>
            <a:spAutoFit/>
          </a:bodyPr>
          <a:lstStyle/>
          <a:p>
            <a:r>
              <a:rPr lang="en-IN" altLang="en-US"/>
              <a:t>6</a:t>
            </a:r>
          </a:p>
        </p:txBody>
      </p:sp>
      <p:sp>
        <p:nvSpPr>
          <p:cNvPr id="87134" name="TextBox 7"/>
          <p:cNvSpPr txBox="1">
            <a:spLocks noChangeArrowheads="1"/>
          </p:cNvSpPr>
          <p:nvPr/>
        </p:nvSpPr>
        <p:spPr bwMode="auto">
          <a:xfrm>
            <a:off x="4960938" y="5635625"/>
            <a:ext cx="323850" cy="369888"/>
          </a:xfrm>
          <a:prstGeom prst="rect">
            <a:avLst/>
          </a:prstGeom>
          <a:noFill/>
          <a:ln w="9525">
            <a:noFill/>
            <a:miter lim="800000"/>
            <a:headEnd/>
            <a:tailEnd/>
          </a:ln>
        </p:spPr>
        <p:txBody>
          <a:bodyPr>
            <a:spAutoFit/>
          </a:bodyPr>
          <a:lstStyle/>
          <a:p>
            <a:r>
              <a:rPr lang="en-IN" altLang="en-US"/>
              <a:t>7</a:t>
            </a:r>
          </a:p>
        </p:txBody>
      </p:sp>
      <p:sp>
        <p:nvSpPr>
          <p:cNvPr id="87135" name="TextBox 7"/>
          <p:cNvSpPr txBox="1">
            <a:spLocks noChangeArrowheads="1"/>
          </p:cNvSpPr>
          <p:nvPr/>
        </p:nvSpPr>
        <p:spPr bwMode="auto">
          <a:xfrm>
            <a:off x="5511800" y="5635625"/>
            <a:ext cx="323850" cy="369888"/>
          </a:xfrm>
          <a:prstGeom prst="rect">
            <a:avLst/>
          </a:prstGeom>
          <a:noFill/>
          <a:ln w="9525">
            <a:noFill/>
            <a:miter lim="800000"/>
            <a:headEnd/>
            <a:tailEnd/>
          </a:ln>
        </p:spPr>
        <p:txBody>
          <a:bodyPr>
            <a:spAutoFit/>
          </a:bodyPr>
          <a:lstStyle/>
          <a:p>
            <a:r>
              <a:rPr lang="en-IN" altLang="en-US"/>
              <a:t>9</a:t>
            </a:r>
          </a:p>
        </p:txBody>
      </p:sp>
      <p:sp>
        <p:nvSpPr>
          <p:cNvPr id="87136" name="TextBox 7"/>
          <p:cNvSpPr txBox="1">
            <a:spLocks noChangeArrowheads="1"/>
          </p:cNvSpPr>
          <p:nvPr/>
        </p:nvSpPr>
        <p:spPr bwMode="auto">
          <a:xfrm>
            <a:off x="6061075" y="5635625"/>
            <a:ext cx="598488" cy="369888"/>
          </a:xfrm>
          <a:prstGeom prst="rect">
            <a:avLst/>
          </a:prstGeom>
          <a:noFill/>
          <a:ln w="9525">
            <a:noFill/>
            <a:miter lim="800000"/>
            <a:headEnd/>
            <a:tailEnd/>
          </a:ln>
        </p:spPr>
        <p:txBody>
          <a:bodyPr>
            <a:spAutoFit/>
          </a:bodyPr>
          <a:lstStyle/>
          <a:p>
            <a:r>
              <a:rPr lang="en-IN" altLang="en-US"/>
              <a:t>13</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a:xfrm>
            <a:off x="457200" y="704850"/>
            <a:ext cx="8229600" cy="496888"/>
          </a:xfrm>
        </p:spPr>
        <p:txBody>
          <a:bodyPr/>
          <a:lstStyle/>
          <a:p>
            <a:r>
              <a:rPr lang="en-IN" altLang="en-US" smtClean="0"/>
              <a:t>Example</a:t>
            </a:r>
          </a:p>
        </p:txBody>
      </p:sp>
      <p:graphicFrame>
        <p:nvGraphicFramePr>
          <p:cNvPr id="5" name="Content Placeholder 4"/>
          <p:cNvGraphicFramePr>
            <a:graphicFrameLocks noGrp="1"/>
          </p:cNvGraphicFramePr>
          <p:nvPr>
            <p:ph idx="1"/>
          </p:nvPr>
        </p:nvGraphicFramePr>
        <p:xfrm>
          <a:off x="457200" y="1403350"/>
          <a:ext cx="7458075" cy="2595565"/>
        </p:xfrm>
        <a:graphic>
          <a:graphicData uri="http://schemas.openxmlformats.org/drawingml/2006/table">
            <a:tbl>
              <a:tblPr firstRow="1" bandRow="1">
                <a:tableStyleId>{5C22544A-7EE6-4342-B048-85BDC9FD1C3A}</a:tableStyleId>
              </a:tblPr>
              <a:tblGrid>
                <a:gridCol w="948465"/>
                <a:gridCol w="887054"/>
                <a:gridCol w="859760"/>
                <a:gridCol w="818819"/>
                <a:gridCol w="1787754"/>
                <a:gridCol w="2156223"/>
              </a:tblGrid>
              <a:tr h="371197">
                <a:tc>
                  <a:txBody>
                    <a:bodyPr/>
                    <a:lstStyle/>
                    <a:p>
                      <a:r>
                        <a:rPr lang="en-IN" sz="1800" dirty="0" err="1"/>
                        <a:t>P.No</a:t>
                      </a:r>
                      <a:r>
                        <a:rPr lang="en-IN" sz="1800" dirty="0"/>
                        <a:t>.</a:t>
                      </a:r>
                    </a:p>
                  </a:txBody>
                  <a:tcPr marL="91435" marR="91435" marT="45706" marB="45706"/>
                </a:tc>
                <a:tc>
                  <a:txBody>
                    <a:bodyPr/>
                    <a:lstStyle/>
                    <a:p>
                      <a:r>
                        <a:rPr lang="en-IN" sz="1800" dirty="0"/>
                        <a:t>A.T.</a:t>
                      </a:r>
                    </a:p>
                  </a:txBody>
                  <a:tcPr marL="91435" marR="91435" marT="45706" marB="45706"/>
                </a:tc>
                <a:tc>
                  <a:txBody>
                    <a:bodyPr/>
                    <a:lstStyle/>
                    <a:p>
                      <a:r>
                        <a:rPr lang="en-IN" sz="1800" dirty="0"/>
                        <a:t>B.T.</a:t>
                      </a:r>
                    </a:p>
                  </a:txBody>
                  <a:tcPr marL="91435" marR="91435" marT="45706" marB="45706"/>
                </a:tc>
                <a:tc>
                  <a:txBody>
                    <a:bodyPr/>
                    <a:lstStyle/>
                    <a:p>
                      <a:r>
                        <a:rPr lang="en-IN" sz="1800" dirty="0"/>
                        <a:t>C.T.</a:t>
                      </a:r>
                    </a:p>
                  </a:txBody>
                  <a:tcPr marL="91435" marR="91435" marT="45706" marB="45706"/>
                </a:tc>
                <a:tc>
                  <a:txBody>
                    <a:bodyPr/>
                    <a:lstStyle/>
                    <a:p>
                      <a:r>
                        <a:rPr lang="en-IN" sz="1800" dirty="0"/>
                        <a:t>TAT =C.T.-A.T</a:t>
                      </a:r>
                    </a:p>
                  </a:txBody>
                  <a:tcPr marL="91435" marR="91435" marT="45706" marB="45706"/>
                </a:tc>
                <a:tc>
                  <a:txBody>
                    <a:bodyPr/>
                    <a:lstStyle/>
                    <a:p>
                      <a:r>
                        <a:rPr lang="en-IN" sz="1800" dirty="0"/>
                        <a:t>WT=TAT-BT</a:t>
                      </a:r>
                    </a:p>
                  </a:txBody>
                  <a:tcPr marL="91435" marR="91435" marT="45706" marB="45706"/>
                </a:tc>
              </a:tr>
              <a:tr h="370728">
                <a:tc>
                  <a:txBody>
                    <a:bodyPr/>
                    <a:lstStyle/>
                    <a:p>
                      <a:r>
                        <a:rPr lang="en-IN" sz="1800" dirty="0"/>
                        <a:t>P1</a:t>
                      </a:r>
                    </a:p>
                  </a:txBody>
                  <a:tcPr marL="91435" marR="91435" marT="45706" marB="45706"/>
                </a:tc>
                <a:tc>
                  <a:txBody>
                    <a:bodyPr/>
                    <a:lstStyle/>
                    <a:p>
                      <a:r>
                        <a:rPr lang="en-IN" sz="1800" dirty="0"/>
                        <a:t>0</a:t>
                      </a:r>
                    </a:p>
                  </a:txBody>
                  <a:tcPr marL="91435" marR="91435" marT="45706" marB="45706"/>
                </a:tc>
                <a:tc>
                  <a:txBody>
                    <a:bodyPr/>
                    <a:lstStyle/>
                    <a:p>
                      <a:r>
                        <a:rPr lang="en-IN" sz="1800" dirty="0">
                          <a:solidFill>
                            <a:srgbClr val="FF0000"/>
                          </a:solidFill>
                        </a:rPr>
                        <a:t>6</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P2</a:t>
                      </a:r>
                    </a:p>
                  </a:txBody>
                  <a:tcPr marL="91435" marR="91435" marT="45706" marB="45706"/>
                </a:tc>
                <a:tc>
                  <a:txBody>
                    <a:bodyPr/>
                    <a:lstStyle/>
                    <a:p>
                      <a:r>
                        <a:rPr lang="en-IN" sz="1800" dirty="0"/>
                        <a:t>1</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P3</a:t>
                      </a:r>
                    </a:p>
                  </a:txBody>
                  <a:tcPr marL="91435" marR="91435" marT="45706" marB="45706"/>
                </a:tc>
                <a:tc>
                  <a:txBody>
                    <a:bodyPr/>
                    <a:lstStyle/>
                    <a:p>
                      <a:r>
                        <a:rPr lang="en-IN" sz="1800" dirty="0"/>
                        <a:t>2</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P4</a:t>
                      </a:r>
                    </a:p>
                  </a:txBody>
                  <a:tcPr marL="91435" marR="91435" marT="45706" marB="45706"/>
                </a:tc>
                <a:tc>
                  <a:txBody>
                    <a:bodyPr/>
                    <a:lstStyle/>
                    <a:p>
                      <a:r>
                        <a:rPr lang="en-IN" sz="1800" dirty="0"/>
                        <a:t>3</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P5</a:t>
                      </a:r>
                    </a:p>
                  </a:txBody>
                  <a:tcPr marL="91435" marR="91435" marT="45706" marB="45706"/>
                </a:tc>
                <a:tc>
                  <a:txBody>
                    <a:bodyPr/>
                    <a:lstStyle/>
                    <a:p>
                      <a:r>
                        <a:rPr lang="en-IN" sz="1800" dirty="0"/>
                        <a:t>4</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p6</a:t>
                      </a:r>
                    </a:p>
                  </a:txBody>
                  <a:tcPr marL="91435" marR="91435" marT="45706" marB="45706"/>
                </a:tc>
                <a:tc>
                  <a:txBody>
                    <a:bodyPr/>
                    <a:lstStyle/>
                    <a:p>
                      <a:r>
                        <a:rPr lang="en-IN" sz="1800" dirty="0"/>
                        <a:t>5</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dirty="0"/>
                    </a:p>
                  </a:txBody>
                  <a:tcPr marL="91435" marR="91435" marT="45706" marB="45706"/>
                </a:tc>
              </a:tr>
            </a:tbl>
          </a:graphicData>
        </a:graphic>
      </p:graphicFrame>
      <p:sp>
        <p:nvSpPr>
          <p:cNvPr id="88125" name="Slide Number Placeholder 3"/>
          <p:cNvSpPr>
            <a:spLocks noGrp="1"/>
          </p:cNvSpPr>
          <p:nvPr>
            <p:ph type="sldNum" sz="quarter" idx="12"/>
          </p:nvPr>
        </p:nvSpPr>
        <p:spPr bwMode="auto">
          <a:noFill/>
          <a:ln>
            <a:miter lim="800000"/>
            <a:headEnd/>
            <a:tailEnd/>
          </a:ln>
        </p:spPr>
        <p:txBody>
          <a:bodyPr/>
          <a:lstStyle/>
          <a:p>
            <a:fld id="{DDAC529E-2E85-4FB2-959E-0A9543FA172B}" type="slidenum">
              <a:rPr lang="en-US" altLang="en-US"/>
              <a:pPr/>
              <a:t>77</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p4</a:t>
                      </a:r>
                    </a:p>
                  </a:txBody>
                  <a:tcPr marT="45798" marB="45798"/>
                </a:tc>
                <a:tc>
                  <a:txBody>
                    <a:bodyPr/>
                    <a:lstStyle/>
                    <a:p>
                      <a:r>
                        <a:rPr lang="en-IN" sz="1800" dirty="0"/>
                        <a:t>p3</a:t>
                      </a:r>
                    </a:p>
                  </a:txBody>
                  <a:tcPr marT="45798" marB="45798"/>
                </a:tc>
                <a:tc>
                  <a:txBody>
                    <a:bodyPr/>
                    <a:lstStyle/>
                    <a:p>
                      <a:r>
                        <a:rPr lang="en-IN" sz="1800" dirty="0"/>
                        <a:t>p3</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p1</a:t>
                      </a:r>
                    </a:p>
                  </a:txBody>
                  <a:tcPr marT="45798" marB="45798"/>
                </a:tc>
              </a:tr>
            </a:tbl>
          </a:graphicData>
        </a:graphic>
      </p:graphicFrame>
      <p:sp>
        <p:nvSpPr>
          <p:cNvPr id="88150"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1</a:t>
            </a:r>
          </a:p>
        </p:txBody>
      </p:sp>
      <p:sp>
        <p:nvSpPr>
          <p:cNvPr id="88151"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88152" name="TextBox 6"/>
          <p:cNvSpPr txBox="1">
            <a:spLocks noChangeArrowheads="1"/>
          </p:cNvSpPr>
          <p:nvPr/>
        </p:nvSpPr>
        <p:spPr bwMode="auto">
          <a:xfrm>
            <a:off x="741363" y="4589463"/>
            <a:ext cx="2114550" cy="369887"/>
          </a:xfrm>
          <a:prstGeom prst="rect">
            <a:avLst/>
          </a:prstGeom>
          <a:noFill/>
          <a:ln w="9525">
            <a:noFill/>
            <a:miter lim="800000"/>
            <a:headEnd/>
            <a:tailEnd/>
          </a:ln>
        </p:spPr>
        <p:txBody>
          <a:bodyPr>
            <a:spAutoFit/>
          </a:bodyPr>
          <a:lstStyle/>
          <a:p>
            <a:r>
              <a:rPr lang="en-IN" altLang="en-US"/>
              <a:t>Gantt Chart</a:t>
            </a:r>
          </a:p>
        </p:txBody>
      </p:sp>
      <p:sp>
        <p:nvSpPr>
          <p:cNvPr id="88153" name="TextBox 7"/>
          <p:cNvSpPr txBox="1">
            <a:spLocks noChangeArrowheads="1"/>
          </p:cNvSpPr>
          <p:nvPr/>
        </p:nvSpPr>
        <p:spPr bwMode="auto">
          <a:xfrm>
            <a:off x="1893888" y="5635625"/>
            <a:ext cx="323850" cy="369888"/>
          </a:xfrm>
          <a:prstGeom prst="rect">
            <a:avLst/>
          </a:prstGeom>
          <a:noFill/>
          <a:ln w="9525">
            <a:noFill/>
            <a:miter lim="800000"/>
            <a:headEnd/>
            <a:tailEnd/>
          </a:ln>
        </p:spPr>
        <p:txBody>
          <a:bodyPr>
            <a:spAutoFit/>
          </a:bodyPr>
          <a:lstStyle/>
          <a:p>
            <a:r>
              <a:rPr lang="en-IN" altLang="en-US"/>
              <a:t>2</a:t>
            </a:r>
          </a:p>
        </p:txBody>
      </p:sp>
      <p:sp>
        <p:nvSpPr>
          <p:cNvPr id="88154" name="TextBox 7"/>
          <p:cNvSpPr txBox="1">
            <a:spLocks noChangeArrowheads="1"/>
          </p:cNvSpPr>
          <p:nvPr/>
        </p:nvSpPr>
        <p:spPr bwMode="auto">
          <a:xfrm>
            <a:off x="2470150" y="5635625"/>
            <a:ext cx="323850" cy="369888"/>
          </a:xfrm>
          <a:prstGeom prst="rect">
            <a:avLst/>
          </a:prstGeom>
          <a:noFill/>
          <a:ln w="9525">
            <a:noFill/>
            <a:miter lim="800000"/>
            <a:headEnd/>
            <a:tailEnd/>
          </a:ln>
        </p:spPr>
        <p:txBody>
          <a:bodyPr>
            <a:spAutoFit/>
          </a:bodyPr>
          <a:lstStyle/>
          <a:p>
            <a:r>
              <a:rPr lang="en-IN" altLang="en-US"/>
              <a:t>3</a:t>
            </a:r>
          </a:p>
        </p:txBody>
      </p:sp>
      <p:sp>
        <p:nvSpPr>
          <p:cNvPr id="88155" name="TextBox 7"/>
          <p:cNvSpPr txBox="1">
            <a:spLocks noChangeArrowheads="1"/>
          </p:cNvSpPr>
          <p:nvPr/>
        </p:nvSpPr>
        <p:spPr bwMode="auto">
          <a:xfrm>
            <a:off x="3063875" y="5635625"/>
            <a:ext cx="323850" cy="369888"/>
          </a:xfrm>
          <a:prstGeom prst="rect">
            <a:avLst/>
          </a:prstGeom>
          <a:noFill/>
          <a:ln w="9525">
            <a:noFill/>
            <a:miter lim="800000"/>
            <a:headEnd/>
            <a:tailEnd/>
          </a:ln>
        </p:spPr>
        <p:txBody>
          <a:bodyPr>
            <a:spAutoFit/>
          </a:bodyPr>
          <a:lstStyle/>
          <a:p>
            <a:r>
              <a:rPr lang="en-IN" altLang="en-US"/>
              <a:t>4</a:t>
            </a:r>
          </a:p>
        </p:txBody>
      </p:sp>
      <p:sp>
        <p:nvSpPr>
          <p:cNvPr id="88156" name="TextBox 7"/>
          <p:cNvSpPr txBox="1">
            <a:spLocks noChangeArrowheads="1"/>
          </p:cNvSpPr>
          <p:nvPr/>
        </p:nvSpPr>
        <p:spPr bwMode="auto">
          <a:xfrm>
            <a:off x="3656013" y="5635625"/>
            <a:ext cx="323850" cy="369888"/>
          </a:xfrm>
          <a:prstGeom prst="rect">
            <a:avLst/>
          </a:prstGeom>
          <a:noFill/>
          <a:ln w="9525">
            <a:noFill/>
            <a:miter lim="800000"/>
            <a:headEnd/>
            <a:tailEnd/>
          </a:ln>
        </p:spPr>
        <p:txBody>
          <a:bodyPr>
            <a:spAutoFit/>
          </a:bodyPr>
          <a:lstStyle/>
          <a:p>
            <a:r>
              <a:rPr lang="en-IN" altLang="en-US"/>
              <a:t>5</a:t>
            </a:r>
          </a:p>
        </p:txBody>
      </p:sp>
      <p:sp>
        <p:nvSpPr>
          <p:cNvPr id="88157" name="TextBox 7"/>
          <p:cNvSpPr txBox="1">
            <a:spLocks noChangeArrowheads="1"/>
          </p:cNvSpPr>
          <p:nvPr/>
        </p:nvSpPr>
        <p:spPr bwMode="auto">
          <a:xfrm>
            <a:off x="4249738" y="5635625"/>
            <a:ext cx="323850" cy="369888"/>
          </a:xfrm>
          <a:prstGeom prst="rect">
            <a:avLst/>
          </a:prstGeom>
          <a:noFill/>
          <a:ln w="9525">
            <a:noFill/>
            <a:miter lim="800000"/>
            <a:headEnd/>
            <a:tailEnd/>
          </a:ln>
        </p:spPr>
        <p:txBody>
          <a:bodyPr>
            <a:spAutoFit/>
          </a:bodyPr>
          <a:lstStyle/>
          <a:p>
            <a:r>
              <a:rPr lang="en-IN" altLang="en-US"/>
              <a:t>6</a:t>
            </a:r>
          </a:p>
        </p:txBody>
      </p:sp>
      <p:sp>
        <p:nvSpPr>
          <p:cNvPr id="88158" name="TextBox 7"/>
          <p:cNvSpPr txBox="1">
            <a:spLocks noChangeArrowheads="1"/>
          </p:cNvSpPr>
          <p:nvPr/>
        </p:nvSpPr>
        <p:spPr bwMode="auto">
          <a:xfrm>
            <a:off x="4960938" y="5635625"/>
            <a:ext cx="323850" cy="369888"/>
          </a:xfrm>
          <a:prstGeom prst="rect">
            <a:avLst/>
          </a:prstGeom>
          <a:noFill/>
          <a:ln w="9525">
            <a:noFill/>
            <a:miter lim="800000"/>
            <a:headEnd/>
            <a:tailEnd/>
          </a:ln>
        </p:spPr>
        <p:txBody>
          <a:bodyPr>
            <a:spAutoFit/>
          </a:bodyPr>
          <a:lstStyle/>
          <a:p>
            <a:r>
              <a:rPr lang="en-IN" altLang="en-US"/>
              <a:t>7</a:t>
            </a:r>
          </a:p>
        </p:txBody>
      </p:sp>
      <p:sp>
        <p:nvSpPr>
          <p:cNvPr id="88159" name="TextBox 7"/>
          <p:cNvSpPr txBox="1">
            <a:spLocks noChangeArrowheads="1"/>
          </p:cNvSpPr>
          <p:nvPr/>
        </p:nvSpPr>
        <p:spPr bwMode="auto">
          <a:xfrm>
            <a:off x="5511800" y="5635625"/>
            <a:ext cx="323850" cy="369888"/>
          </a:xfrm>
          <a:prstGeom prst="rect">
            <a:avLst/>
          </a:prstGeom>
          <a:noFill/>
          <a:ln w="9525">
            <a:noFill/>
            <a:miter lim="800000"/>
            <a:headEnd/>
            <a:tailEnd/>
          </a:ln>
        </p:spPr>
        <p:txBody>
          <a:bodyPr>
            <a:spAutoFit/>
          </a:bodyPr>
          <a:lstStyle/>
          <a:p>
            <a:r>
              <a:rPr lang="en-IN" altLang="en-US"/>
              <a:t>9</a:t>
            </a:r>
          </a:p>
        </p:txBody>
      </p:sp>
      <p:sp>
        <p:nvSpPr>
          <p:cNvPr id="88160" name="TextBox 7"/>
          <p:cNvSpPr txBox="1">
            <a:spLocks noChangeArrowheads="1"/>
          </p:cNvSpPr>
          <p:nvPr/>
        </p:nvSpPr>
        <p:spPr bwMode="auto">
          <a:xfrm>
            <a:off x="6764338" y="5635625"/>
            <a:ext cx="598487" cy="369888"/>
          </a:xfrm>
          <a:prstGeom prst="rect">
            <a:avLst/>
          </a:prstGeom>
          <a:noFill/>
          <a:ln w="9525">
            <a:noFill/>
            <a:miter lim="800000"/>
            <a:headEnd/>
            <a:tailEnd/>
          </a:ln>
        </p:spPr>
        <p:txBody>
          <a:bodyPr>
            <a:spAutoFit/>
          </a:bodyPr>
          <a:lstStyle/>
          <a:p>
            <a:r>
              <a:rPr lang="en-IN" altLang="en-US"/>
              <a:t>19</a:t>
            </a:r>
          </a:p>
        </p:txBody>
      </p:sp>
      <p:sp>
        <p:nvSpPr>
          <p:cNvPr id="88161" name="TextBox 7"/>
          <p:cNvSpPr txBox="1">
            <a:spLocks noChangeArrowheads="1"/>
          </p:cNvSpPr>
          <p:nvPr/>
        </p:nvSpPr>
        <p:spPr bwMode="auto">
          <a:xfrm>
            <a:off x="6086475" y="5635625"/>
            <a:ext cx="598488" cy="369888"/>
          </a:xfrm>
          <a:prstGeom prst="rect">
            <a:avLst/>
          </a:prstGeom>
          <a:noFill/>
          <a:ln w="9525">
            <a:noFill/>
            <a:miter lim="800000"/>
            <a:headEnd/>
            <a:tailEnd/>
          </a:ln>
        </p:spPr>
        <p:txBody>
          <a:bodyPr>
            <a:spAutoFit/>
          </a:bodyPr>
          <a:lstStyle/>
          <a:p>
            <a:r>
              <a:rPr lang="en-IN" altLang="en-US"/>
              <a:t>13</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a:xfrm>
            <a:off x="457200" y="704850"/>
            <a:ext cx="8229600" cy="496888"/>
          </a:xfrm>
        </p:spPr>
        <p:txBody>
          <a:bodyPr/>
          <a:lstStyle/>
          <a:p>
            <a:r>
              <a:rPr lang="en-IN" altLang="en-US" smtClean="0"/>
              <a:t>Example</a:t>
            </a:r>
          </a:p>
        </p:txBody>
      </p:sp>
      <p:graphicFrame>
        <p:nvGraphicFramePr>
          <p:cNvPr id="5" name="Content Placeholder 4"/>
          <p:cNvGraphicFramePr>
            <a:graphicFrameLocks noGrp="1"/>
          </p:cNvGraphicFramePr>
          <p:nvPr>
            <p:ph idx="1"/>
          </p:nvPr>
        </p:nvGraphicFramePr>
        <p:xfrm>
          <a:off x="457200" y="1403350"/>
          <a:ext cx="7458075" cy="2595565"/>
        </p:xfrm>
        <a:graphic>
          <a:graphicData uri="http://schemas.openxmlformats.org/drawingml/2006/table">
            <a:tbl>
              <a:tblPr firstRow="1" bandRow="1">
                <a:tableStyleId>{5C22544A-7EE6-4342-B048-85BDC9FD1C3A}</a:tableStyleId>
              </a:tblPr>
              <a:tblGrid>
                <a:gridCol w="948465"/>
                <a:gridCol w="887054"/>
                <a:gridCol w="859760"/>
                <a:gridCol w="818819"/>
                <a:gridCol w="1787754"/>
                <a:gridCol w="2156223"/>
              </a:tblGrid>
              <a:tr h="371197">
                <a:tc>
                  <a:txBody>
                    <a:bodyPr/>
                    <a:lstStyle/>
                    <a:p>
                      <a:r>
                        <a:rPr lang="en-IN" sz="1800" dirty="0" err="1"/>
                        <a:t>P.No</a:t>
                      </a:r>
                      <a:r>
                        <a:rPr lang="en-IN" sz="1800" dirty="0"/>
                        <a:t>.</a:t>
                      </a:r>
                    </a:p>
                  </a:txBody>
                  <a:tcPr marL="91435" marR="91435" marT="45706" marB="45706"/>
                </a:tc>
                <a:tc>
                  <a:txBody>
                    <a:bodyPr/>
                    <a:lstStyle/>
                    <a:p>
                      <a:r>
                        <a:rPr lang="en-IN" sz="1800" dirty="0"/>
                        <a:t>A.T.</a:t>
                      </a:r>
                    </a:p>
                  </a:txBody>
                  <a:tcPr marL="91435" marR="91435" marT="45706" marB="45706"/>
                </a:tc>
                <a:tc>
                  <a:txBody>
                    <a:bodyPr/>
                    <a:lstStyle/>
                    <a:p>
                      <a:r>
                        <a:rPr lang="en-IN" sz="1800" dirty="0"/>
                        <a:t>B.T.</a:t>
                      </a:r>
                    </a:p>
                  </a:txBody>
                  <a:tcPr marL="91435" marR="91435" marT="45706" marB="45706"/>
                </a:tc>
                <a:tc>
                  <a:txBody>
                    <a:bodyPr/>
                    <a:lstStyle/>
                    <a:p>
                      <a:r>
                        <a:rPr lang="en-IN" sz="1800" dirty="0"/>
                        <a:t>C.T.</a:t>
                      </a:r>
                    </a:p>
                  </a:txBody>
                  <a:tcPr marL="91435" marR="91435" marT="45706" marB="45706"/>
                </a:tc>
                <a:tc>
                  <a:txBody>
                    <a:bodyPr/>
                    <a:lstStyle/>
                    <a:p>
                      <a:r>
                        <a:rPr lang="en-IN" sz="1800" dirty="0"/>
                        <a:t>TAT =C.T.-A.T</a:t>
                      </a:r>
                    </a:p>
                  </a:txBody>
                  <a:tcPr marL="91435" marR="91435" marT="45706" marB="45706"/>
                </a:tc>
                <a:tc>
                  <a:txBody>
                    <a:bodyPr/>
                    <a:lstStyle/>
                    <a:p>
                      <a:r>
                        <a:rPr lang="en-IN" sz="1800" dirty="0"/>
                        <a:t>WT=TAT-BT</a:t>
                      </a:r>
                    </a:p>
                  </a:txBody>
                  <a:tcPr marL="91435" marR="91435" marT="45706" marB="45706"/>
                </a:tc>
              </a:tr>
              <a:tr h="370728">
                <a:tc>
                  <a:txBody>
                    <a:bodyPr/>
                    <a:lstStyle/>
                    <a:p>
                      <a:r>
                        <a:rPr lang="en-IN" sz="1800" dirty="0"/>
                        <a:t>P1</a:t>
                      </a:r>
                    </a:p>
                  </a:txBody>
                  <a:tcPr marL="91435" marR="91435" marT="45706" marB="45706"/>
                </a:tc>
                <a:tc>
                  <a:txBody>
                    <a:bodyPr/>
                    <a:lstStyle/>
                    <a:p>
                      <a:r>
                        <a:rPr lang="en-IN" sz="1800" dirty="0"/>
                        <a:t>0</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P2</a:t>
                      </a:r>
                    </a:p>
                  </a:txBody>
                  <a:tcPr marL="91435" marR="91435" marT="45706" marB="45706"/>
                </a:tc>
                <a:tc>
                  <a:txBody>
                    <a:bodyPr/>
                    <a:lstStyle/>
                    <a:p>
                      <a:r>
                        <a:rPr lang="en-IN" sz="1800" dirty="0"/>
                        <a:t>1</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P3</a:t>
                      </a:r>
                    </a:p>
                  </a:txBody>
                  <a:tcPr marL="91435" marR="91435" marT="45706" marB="45706"/>
                </a:tc>
                <a:tc>
                  <a:txBody>
                    <a:bodyPr/>
                    <a:lstStyle/>
                    <a:p>
                      <a:r>
                        <a:rPr lang="en-IN" sz="1800" dirty="0"/>
                        <a:t>2</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P4</a:t>
                      </a:r>
                    </a:p>
                  </a:txBody>
                  <a:tcPr marL="91435" marR="91435" marT="45706" marB="45706"/>
                </a:tc>
                <a:tc>
                  <a:txBody>
                    <a:bodyPr/>
                    <a:lstStyle/>
                    <a:p>
                      <a:r>
                        <a:rPr lang="en-IN" sz="1800" dirty="0"/>
                        <a:t>3</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P5</a:t>
                      </a:r>
                    </a:p>
                  </a:txBody>
                  <a:tcPr marL="91435" marR="91435" marT="45706" marB="45706"/>
                </a:tc>
                <a:tc>
                  <a:txBody>
                    <a:bodyPr/>
                    <a:lstStyle/>
                    <a:p>
                      <a:r>
                        <a:rPr lang="en-IN" sz="1800" dirty="0"/>
                        <a:t>4</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r>
              <a:tr h="370728">
                <a:tc>
                  <a:txBody>
                    <a:bodyPr/>
                    <a:lstStyle/>
                    <a:p>
                      <a:r>
                        <a:rPr lang="en-IN" sz="1800" dirty="0"/>
                        <a:t>p6</a:t>
                      </a:r>
                    </a:p>
                  </a:txBody>
                  <a:tcPr marL="91435" marR="91435" marT="45706" marB="45706"/>
                </a:tc>
                <a:tc>
                  <a:txBody>
                    <a:bodyPr/>
                    <a:lstStyle/>
                    <a:p>
                      <a:r>
                        <a:rPr lang="en-IN" sz="1800" dirty="0"/>
                        <a:t>5</a:t>
                      </a:r>
                    </a:p>
                  </a:txBody>
                  <a:tcPr marL="91435" marR="91435" marT="45706" marB="45706"/>
                </a:tc>
                <a:tc>
                  <a:txBody>
                    <a:bodyPr/>
                    <a:lstStyle/>
                    <a:p>
                      <a:r>
                        <a:rPr lang="en-IN" sz="1800" dirty="0">
                          <a:solidFill>
                            <a:srgbClr val="FF0000"/>
                          </a:solidFill>
                        </a:rPr>
                        <a:t>0</a:t>
                      </a:r>
                    </a:p>
                  </a:txBody>
                  <a:tcPr marL="91435" marR="91435" marT="45706" marB="45706"/>
                </a:tc>
                <a:tc>
                  <a:txBody>
                    <a:bodyPr/>
                    <a:lstStyle/>
                    <a:p>
                      <a:endParaRPr lang="en-IN" sz="1800"/>
                    </a:p>
                  </a:txBody>
                  <a:tcPr marL="91435" marR="91435" marT="45706" marB="45706"/>
                </a:tc>
                <a:tc>
                  <a:txBody>
                    <a:bodyPr/>
                    <a:lstStyle/>
                    <a:p>
                      <a:endParaRPr lang="en-IN" sz="1800"/>
                    </a:p>
                  </a:txBody>
                  <a:tcPr marL="91435" marR="91435" marT="45706" marB="45706"/>
                </a:tc>
                <a:tc>
                  <a:txBody>
                    <a:bodyPr/>
                    <a:lstStyle/>
                    <a:p>
                      <a:endParaRPr lang="en-IN" sz="1800" dirty="0"/>
                    </a:p>
                  </a:txBody>
                  <a:tcPr marL="91435" marR="91435" marT="45706" marB="45706"/>
                </a:tc>
              </a:tr>
            </a:tbl>
          </a:graphicData>
        </a:graphic>
      </p:graphicFrame>
      <p:sp>
        <p:nvSpPr>
          <p:cNvPr id="89149" name="Slide Number Placeholder 3"/>
          <p:cNvSpPr>
            <a:spLocks noGrp="1"/>
          </p:cNvSpPr>
          <p:nvPr>
            <p:ph type="sldNum" sz="quarter" idx="12"/>
          </p:nvPr>
        </p:nvSpPr>
        <p:spPr bwMode="auto">
          <a:noFill/>
          <a:ln>
            <a:miter lim="800000"/>
            <a:headEnd/>
            <a:tailEnd/>
          </a:ln>
        </p:spPr>
        <p:txBody>
          <a:bodyPr/>
          <a:lstStyle/>
          <a:p>
            <a:fld id="{8465117A-E8B2-49E6-B6F0-6411B3AB3C13}" type="slidenum">
              <a:rPr lang="en-US" altLang="en-US"/>
              <a:pPr/>
              <a:t>78</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p4</a:t>
                      </a:r>
                    </a:p>
                  </a:txBody>
                  <a:tcPr marT="45798" marB="45798"/>
                </a:tc>
                <a:tc>
                  <a:txBody>
                    <a:bodyPr/>
                    <a:lstStyle/>
                    <a:p>
                      <a:r>
                        <a:rPr lang="en-IN" sz="1800" dirty="0"/>
                        <a:t>p3</a:t>
                      </a:r>
                    </a:p>
                  </a:txBody>
                  <a:tcPr marT="45798" marB="45798"/>
                </a:tc>
                <a:tc>
                  <a:txBody>
                    <a:bodyPr/>
                    <a:lstStyle/>
                    <a:p>
                      <a:r>
                        <a:rPr lang="en-IN" sz="1800" dirty="0"/>
                        <a:t>p3</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p1</a:t>
                      </a:r>
                    </a:p>
                  </a:txBody>
                  <a:tcPr marT="45798" marB="45798"/>
                </a:tc>
              </a:tr>
            </a:tbl>
          </a:graphicData>
        </a:graphic>
      </p:graphicFrame>
      <p:sp>
        <p:nvSpPr>
          <p:cNvPr id="89174"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1</a:t>
            </a:r>
          </a:p>
        </p:txBody>
      </p:sp>
      <p:sp>
        <p:nvSpPr>
          <p:cNvPr id="89175"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89176" name="TextBox 6"/>
          <p:cNvSpPr txBox="1">
            <a:spLocks noChangeArrowheads="1"/>
          </p:cNvSpPr>
          <p:nvPr/>
        </p:nvSpPr>
        <p:spPr bwMode="auto">
          <a:xfrm>
            <a:off x="741363" y="4589463"/>
            <a:ext cx="2114550" cy="369887"/>
          </a:xfrm>
          <a:prstGeom prst="rect">
            <a:avLst/>
          </a:prstGeom>
          <a:noFill/>
          <a:ln w="9525">
            <a:noFill/>
            <a:miter lim="800000"/>
            <a:headEnd/>
            <a:tailEnd/>
          </a:ln>
        </p:spPr>
        <p:txBody>
          <a:bodyPr>
            <a:spAutoFit/>
          </a:bodyPr>
          <a:lstStyle/>
          <a:p>
            <a:r>
              <a:rPr lang="en-IN" altLang="en-US"/>
              <a:t>Gantt Chart</a:t>
            </a:r>
          </a:p>
        </p:txBody>
      </p:sp>
      <p:sp>
        <p:nvSpPr>
          <p:cNvPr id="89177" name="TextBox 7"/>
          <p:cNvSpPr txBox="1">
            <a:spLocks noChangeArrowheads="1"/>
          </p:cNvSpPr>
          <p:nvPr/>
        </p:nvSpPr>
        <p:spPr bwMode="auto">
          <a:xfrm>
            <a:off x="1893888" y="5635625"/>
            <a:ext cx="323850" cy="369888"/>
          </a:xfrm>
          <a:prstGeom prst="rect">
            <a:avLst/>
          </a:prstGeom>
          <a:noFill/>
          <a:ln w="9525">
            <a:noFill/>
            <a:miter lim="800000"/>
            <a:headEnd/>
            <a:tailEnd/>
          </a:ln>
        </p:spPr>
        <p:txBody>
          <a:bodyPr>
            <a:spAutoFit/>
          </a:bodyPr>
          <a:lstStyle/>
          <a:p>
            <a:r>
              <a:rPr lang="en-IN" altLang="en-US"/>
              <a:t>2</a:t>
            </a:r>
          </a:p>
        </p:txBody>
      </p:sp>
      <p:sp>
        <p:nvSpPr>
          <p:cNvPr id="89178" name="TextBox 7"/>
          <p:cNvSpPr txBox="1">
            <a:spLocks noChangeArrowheads="1"/>
          </p:cNvSpPr>
          <p:nvPr/>
        </p:nvSpPr>
        <p:spPr bwMode="auto">
          <a:xfrm>
            <a:off x="2470150" y="5635625"/>
            <a:ext cx="323850" cy="369888"/>
          </a:xfrm>
          <a:prstGeom prst="rect">
            <a:avLst/>
          </a:prstGeom>
          <a:noFill/>
          <a:ln w="9525">
            <a:noFill/>
            <a:miter lim="800000"/>
            <a:headEnd/>
            <a:tailEnd/>
          </a:ln>
        </p:spPr>
        <p:txBody>
          <a:bodyPr>
            <a:spAutoFit/>
          </a:bodyPr>
          <a:lstStyle/>
          <a:p>
            <a:r>
              <a:rPr lang="en-IN" altLang="en-US"/>
              <a:t>3</a:t>
            </a:r>
          </a:p>
        </p:txBody>
      </p:sp>
      <p:sp>
        <p:nvSpPr>
          <p:cNvPr id="89179" name="TextBox 7"/>
          <p:cNvSpPr txBox="1">
            <a:spLocks noChangeArrowheads="1"/>
          </p:cNvSpPr>
          <p:nvPr/>
        </p:nvSpPr>
        <p:spPr bwMode="auto">
          <a:xfrm>
            <a:off x="3063875" y="5635625"/>
            <a:ext cx="323850" cy="369888"/>
          </a:xfrm>
          <a:prstGeom prst="rect">
            <a:avLst/>
          </a:prstGeom>
          <a:noFill/>
          <a:ln w="9525">
            <a:noFill/>
            <a:miter lim="800000"/>
            <a:headEnd/>
            <a:tailEnd/>
          </a:ln>
        </p:spPr>
        <p:txBody>
          <a:bodyPr>
            <a:spAutoFit/>
          </a:bodyPr>
          <a:lstStyle/>
          <a:p>
            <a:r>
              <a:rPr lang="en-IN" altLang="en-US"/>
              <a:t>4</a:t>
            </a:r>
          </a:p>
        </p:txBody>
      </p:sp>
      <p:sp>
        <p:nvSpPr>
          <p:cNvPr id="89180" name="TextBox 7"/>
          <p:cNvSpPr txBox="1">
            <a:spLocks noChangeArrowheads="1"/>
          </p:cNvSpPr>
          <p:nvPr/>
        </p:nvSpPr>
        <p:spPr bwMode="auto">
          <a:xfrm>
            <a:off x="3656013" y="5635625"/>
            <a:ext cx="323850" cy="369888"/>
          </a:xfrm>
          <a:prstGeom prst="rect">
            <a:avLst/>
          </a:prstGeom>
          <a:noFill/>
          <a:ln w="9525">
            <a:noFill/>
            <a:miter lim="800000"/>
            <a:headEnd/>
            <a:tailEnd/>
          </a:ln>
        </p:spPr>
        <p:txBody>
          <a:bodyPr>
            <a:spAutoFit/>
          </a:bodyPr>
          <a:lstStyle/>
          <a:p>
            <a:r>
              <a:rPr lang="en-IN" altLang="en-US"/>
              <a:t>5</a:t>
            </a:r>
          </a:p>
        </p:txBody>
      </p:sp>
      <p:sp>
        <p:nvSpPr>
          <p:cNvPr id="89181" name="TextBox 7"/>
          <p:cNvSpPr txBox="1">
            <a:spLocks noChangeArrowheads="1"/>
          </p:cNvSpPr>
          <p:nvPr/>
        </p:nvSpPr>
        <p:spPr bwMode="auto">
          <a:xfrm>
            <a:off x="4249738" y="5635625"/>
            <a:ext cx="323850" cy="369888"/>
          </a:xfrm>
          <a:prstGeom prst="rect">
            <a:avLst/>
          </a:prstGeom>
          <a:noFill/>
          <a:ln w="9525">
            <a:noFill/>
            <a:miter lim="800000"/>
            <a:headEnd/>
            <a:tailEnd/>
          </a:ln>
        </p:spPr>
        <p:txBody>
          <a:bodyPr>
            <a:spAutoFit/>
          </a:bodyPr>
          <a:lstStyle/>
          <a:p>
            <a:r>
              <a:rPr lang="en-IN" altLang="en-US"/>
              <a:t>6</a:t>
            </a:r>
          </a:p>
        </p:txBody>
      </p:sp>
      <p:sp>
        <p:nvSpPr>
          <p:cNvPr id="89182" name="TextBox 7"/>
          <p:cNvSpPr txBox="1">
            <a:spLocks noChangeArrowheads="1"/>
          </p:cNvSpPr>
          <p:nvPr/>
        </p:nvSpPr>
        <p:spPr bwMode="auto">
          <a:xfrm>
            <a:off x="4960938" y="5635625"/>
            <a:ext cx="323850" cy="369888"/>
          </a:xfrm>
          <a:prstGeom prst="rect">
            <a:avLst/>
          </a:prstGeom>
          <a:noFill/>
          <a:ln w="9525">
            <a:noFill/>
            <a:miter lim="800000"/>
            <a:headEnd/>
            <a:tailEnd/>
          </a:ln>
        </p:spPr>
        <p:txBody>
          <a:bodyPr>
            <a:spAutoFit/>
          </a:bodyPr>
          <a:lstStyle/>
          <a:p>
            <a:r>
              <a:rPr lang="en-IN" altLang="en-US"/>
              <a:t>7</a:t>
            </a:r>
          </a:p>
        </p:txBody>
      </p:sp>
      <p:sp>
        <p:nvSpPr>
          <p:cNvPr id="89183" name="TextBox 7"/>
          <p:cNvSpPr txBox="1">
            <a:spLocks noChangeArrowheads="1"/>
          </p:cNvSpPr>
          <p:nvPr/>
        </p:nvSpPr>
        <p:spPr bwMode="auto">
          <a:xfrm>
            <a:off x="5511800" y="5635625"/>
            <a:ext cx="323850" cy="369888"/>
          </a:xfrm>
          <a:prstGeom prst="rect">
            <a:avLst/>
          </a:prstGeom>
          <a:noFill/>
          <a:ln w="9525">
            <a:noFill/>
            <a:miter lim="800000"/>
            <a:headEnd/>
            <a:tailEnd/>
          </a:ln>
        </p:spPr>
        <p:txBody>
          <a:bodyPr>
            <a:spAutoFit/>
          </a:bodyPr>
          <a:lstStyle/>
          <a:p>
            <a:r>
              <a:rPr lang="en-IN" altLang="en-US"/>
              <a:t>9</a:t>
            </a:r>
          </a:p>
        </p:txBody>
      </p:sp>
      <p:sp>
        <p:nvSpPr>
          <p:cNvPr id="89184" name="TextBox 7"/>
          <p:cNvSpPr txBox="1">
            <a:spLocks noChangeArrowheads="1"/>
          </p:cNvSpPr>
          <p:nvPr/>
        </p:nvSpPr>
        <p:spPr bwMode="auto">
          <a:xfrm>
            <a:off x="6764338" y="5635625"/>
            <a:ext cx="598487" cy="369888"/>
          </a:xfrm>
          <a:prstGeom prst="rect">
            <a:avLst/>
          </a:prstGeom>
          <a:noFill/>
          <a:ln w="9525">
            <a:noFill/>
            <a:miter lim="800000"/>
            <a:headEnd/>
            <a:tailEnd/>
          </a:ln>
        </p:spPr>
        <p:txBody>
          <a:bodyPr>
            <a:spAutoFit/>
          </a:bodyPr>
          <a:lstStyle/>
          <a:p>
            <a:r>
              <a:rPr lang="en-IN" altLang="en-US"/>
              <a:t>19</a:t>
            </a:r>
          </a:p>
        </p:txBody>
      </p:sp>
      <p:sp>
        <p:nvSpPr>
          <p:cNvPr id="89185" name="TextBox 7"/>
          <p:cNvSpPr txBox="1">
            <a:spLocks noChangeArrowheads="1"/>
          </p:cNvSpPr>
          <p:nvPr/>
        </p:nvSpPr>
        <p:spPr bwMode="auto">
          <a:xfrm>
            <a:off x="6086475" y="5635625"/>
            <a:ext cx="598488" cy="369888"/>
          </a:xfrm>
          <a:prstGeom prst="rect">
            <a:avLst/>
          </a:prstGeom>
          <a:noFill/>
          <a:ln w="9525">
            <a:noFill/>
            <a:miter lim="800000"/>
            <a:headEnd/>
            <a:tailEnd/>
          </a:ln>
        </p:spPr>
        <p:txBody>
          <a:bodyPr>
            <a:spAutoFit/>
          </a:bodyPr>
          <a:lstStyle/>
          <a:p>
            <a:r>
              <a:rPr lang="en-IN" altLang="en-US"/>
              <a:t>13</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a:xfrm>
            <a:off x="457200" y="704850"/>
            <a:ext cx="8229600" cy="496888"/>
          </a:xfrm>
        </p:spPr>
        <p:txBody>
          <a:bodyPr/>
          <a:lstStyle/>
          <a:p>
            <a:r>
              <a:rPr lang="en-IN" altLang="en-US" smtClean="0"/>
              <a:t>Example</a:t>
            </a:r>
          </a:p>
        </p:txBody>
      </p:sp>
      <p:graphicFrame>
        <p:nvGraphicFramePr>
          <p:cNvPr id="5" name="Content Placeholder 4"/>
          <p:cNvGraphicFramePr>
            <a:graphicFrameLocks noGrp="1"/>
          </p:cNvGraphicFramePr>
          <p:nvPr>
            <p:ph idx="1"/>
          </p:nvPr>
        </p:nvGraphicFramePr>
        <p:xfrm>
          <a:off x="457200" y="14033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r>
                        <a:rPr lang="en-IN" sz="1800" dirty="0"/>
                        <a:t>19</a:t>
                      </a:r>
                    </a:p>
                  </a:txBody>
                  <a:tcPr marL="91436" marR="91436" marT="45706" marB="45706"/>
                </a:tc>
                <a:tc>
                  <a:txBody>
                    <a:bodyPr/>
                    <a:lstStyle/>
                    <a:p>
                      <a:r>
                        <a:rPr lang="en-IN" sz="1800" dirty="0"/>
                        <a:t>19</a:t>
                      </a:r>
                    </a:p>
                  </a:txBody>
                  <a:tcPr marL="91436" marR="91436" marT="45706" marB="45706"/>
                </a:tc>
                <a:tc>
                  <a:txBody>
                    <a:bodyPr/>
                    <a:lstStyle/>
                    <a:p>
                      <a:r>
                        <a:rPr lang="en-IN" sz="1800" dirty="0"/>
                        <a:t>12</a:t>
                      </a:r>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r>
                        <a:rPr lang="en-IN" sz="1800" dirty="0"/>
                        <a:t>13</a:t>
                      </a:r>
                    </a:p>
                  </a:txBody>
                  <a:tcPr marL="91436" marR="91436" marT="45706" marB="45706"/>
                </a:tc>
                <a:tc>
                  <a:txBody>
                    <a:bodyPr/>
                    <a:lstStyle/>
                    <a:p>
                      <a:r>
                        <a:rPr lang="en-IN" sz="1800" dirty="0"/>
                        <a:t>12</a:t>
                      </a:r>
                    </a:p>
                  </a:txBody>
                  <a:tcPr marL="91436" marR="91436" marT="45706" marB="45706"/>
                </a:tc>
                <a:tc>
                  <a:txBody>
                    <a:bodyPr/>
                    <a:lstStyle/>
                    <a:p>
                      <a:r>
                        <a:rPr lang="en-IN" sz="1800" dirty="0"/>
                        <a:t>7</a:t>
                      </a:r>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r>
                        <a:rPr lang="en-IN" sz="1800" dirty="0"/>
                        <a:t>6</a:t>
                      </a:r>
                    </a:p>
                  </a:txBody>
                  <a:tcPr marL="91436" marR="91436" marT="45706" marB="45706"/>
                </a:tc>
                <a:tc>
                  <a:txBody>
                    <a:bodyPr/>
                    <a:lstStyle/>
                    <a:p>
                      <a:r>
                        <a:rPr lang="en-IN" sz="1800" dirty="0"/>
                        <a:t>4</a:t>
                      </a:r>
                    </a:p>
                  </a:txBody>
                  <a:tcPr marL="91436" marR="91436" marT="45706" marB="45706"/>
                </a:tc>
                <a:tc>
                  <a:txBody>
                    <a:bodyPr/>
                    <a:lstStyle/>
                    <a:p>
                      <a:r>
                        <a:rPr lang="en-IN" sz="1800" dirty="0"/>
                        <a:t>1</a:t>
                      </a:r>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r>
                        <a:rPr lang="en-IN" sz="1800" dirty="0"/>
                        <a:t>4</a:t>
                      </a:r>
                    </a:p>
                  </a:txBody>
                  <a:tcPr marL="91436" marR="91436" marT="45706" marB="45706"/>
                </a:tc>
                <a:tc>
                  <a:txBody>
                    <a:bodyPr/>
                    <a:lstStyle/>
                    <a:p>
                      <a:r>
                        <a:rPr lang="en-IN" sz="1800" dirty="0"/>
                        <a:t>1</a:t>
                      </a:r>
                    </a:p>
                  </a:txBody>
                  <a:tcPr marL="91436" marR="91436" marT="45706" marB="45706"/>
                </a:tc>
                <a:tc>
                  <a:txBody>
                    <a:bodyPr/>
                    <a:lstStyle/>
                    <a:p>
                      <a:r>
                        <a:rPr lang="en-IN" sz="1800" dirty="0"/>
                        <a:t>0</a:t>
                      </a:r>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r>
                        <a:rPr lang="en-IN" sz="1800" dirty="0"/>
                        <a:t>9</a:t>
                      </a:r>
                    </a:p>
                  </a:txBody>
                  <a:tcPr marL="91436" marR="91436" marT="45706" marB="45706"/>
                </a:tc>
                <a:tc>
                  <a:txBody>
                    <a:bodyPr/>
                    <a:lstStyle/>
                    <a:p>
                      <a:r>
                        <a:rPr lang="en-IN" sz="1800" dirty="0"/>
                        <a:t>5</a:t>
                      </a:r>
                    </a:p>
                  </a:txBody>
                  <a:tcPr marL="91436" marR="91436" marT="45706" marB="45706"/>
                </a:tc>
                <a:tc>
                  <a:txBody>
                    <a:bodyPr/>
                    <a:lstStyle/>
                    <a:p>
                      <a:r>
                        <a:rPr lang="en-IN" sz="1800" dirty="0"/>
                        <a:t>3</a:t>
                      </a:r>
                    </a:p>
                  </a:txBody>
                  <a:tcPr marL="91436" marR="91436" marT="45706" marB="45706"/>
                </a:tc>
              </a:tr>
              <a:tr h="370728">
                <a:tc>
                  <a:txBody>
                    <a:bodyPr/>
                    <a:lstStyle/>
                    <a:p>
                      <a:r>
                        <a:rPr lang="en-IN" sz="1800" dirty="0"/>
                        <a:t>p6</a:t>
                      </a:r>
                    </a:p>
                  </a:txBody>
                  <a:tcPr marL="91436" marR="91436" marT="45706" marB="45706"/>
                </a:tc>
                <a:tc>
                  <a:txBody>
                    <a:bodyPr/>
                    <a:lstStyle/>
                    <a:p>
                      <a:r>
                        <a:rPr lang="en-IN" sz="1800" dirty="0"/>
                        <a:t>5</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r>
                        <a:rPr lang="en-IN" sz="1800" dirty="0"/>
                        <a:t>7</a:t>
                      </a:r>
                    </a:p>
                  </a:txBody>
                  <a:tcPr marL="91436" marR="91436" marT="45706" marB="45706"/>
                </a:tc>
                <a:tc>
                  <a:txBody>
                    <a:bodyPr/>
                    <a:lstStyle/>
                    <a:p>
                      <a:r>
                        <a:rPr lang="en-IN" sz="1800" dirty="0"/>
                        <a:t>2</a:t>
                      </a:r>
                    </a:p>
                  </a:txBody>
                  <a:tcPr marL="91436" marR="91436" marT="45706" marB="45706"/>
                </a:tc>
                <a:tc>
                  <a:txBody>
                    <a:bodyPr/>
                    <a:lstStyle/>
                    <a:p>
                      <a:r>
                        <a:rPr lang="en-IN" sz="1800" dirty="0"/>
                        <a:t>1</a:t>
                      </a:r>
                    </a:p>
                  </a:txBody>
                  <a:tcPr marL="91436" marR="91436" marT="45706" marB="45706"/>
                </a:tc>
              </a:tr>
            </a:tbl>
          </a:graphicData>
        </a:graphic>
      </p:graphicFrame>
      <p:sp>
        <p:nvSpPr>
          <p:cNvPr id="90173" name="Slide Number Placeholder 3"/>
          <p:cNvSpPr>
            <a:spLocks noGrp="1"/>
          </p:cNvSpPr>
          <p:nvPr>
            <p:ph type="sldNum" sz="quarter" idx="12"/>
          </p:nvPr>
        </p:nvSpPr>
        <p:spPr bwMode="auto">
          <a:noFill/>
          <a:ln>
            <a:miter lim="800000"/>
            <a:headEnd/>
            <a:tailEnd/>
          </a:ln>
        </p:spPr>
        <p:txBody>
          <a:bodyPr/>
          <a:lstStyle/>
          <a:p>
            <a:fld id="{4F372E36-DA64-42B3-9603-463664E2D37A}" type="slidenum">
              <a:rPr lang="en-US" altLang="en-US"/>
              <a:pPr/>
              <a:t>79</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p4</a:t>
                      </a:r>
                    </a:p>
                  </a:txBody>
                  <a:tcPr marT="45798" marB="45798"/>
                </a:tc>
                <a:tc>
                  <a:txBody>
                    <a:bodyPr/>
                    <a:lstStyle/>
                    <a:p>
                      <a:r>
                        <a:rPr lang="en-IN" sz="1800" dirty="0"/>
                        <a:t>p3</a:t>
                      </a:r>
                    </a:p>
                  </a:txBody>
                  <a:tcPr marT="45798" marB="45798"/>
                </a:tc>
                <a:tc>
                  <a:txBody>
                    <a:bodyPr/>
                    <a:lstStyle/>
                    <a:p>
                      <a:r>
                        <a:rPr lang="en-IN" sz="1800" dirty="0"/>
                        <a:t>p3</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p1</a:t>
                      </a:r>
                    </a:p>
                  </a:txBody>
                  <a:tcPr marT="45798" marB="45798"/>
                </a:tc>
              </a:tr>
            </a:tbl>
          </a:graphicData>
        </a:graphic>
      </p:graphicFrame>
      <p:sp>
        <p:nvSpPr>
          <p:cNvPr id="90198"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1</a:t>
            </a:r>
          </a:p>
        </p:txBody>
      </p:sp>
      <p:sp>
        <p:nvSpPr>
          <p:cNvPr id="90199"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90200" name="TextBox 6"/>
          <p:cNvSpPr txBox="1">
            <a:spLocks noChangeArrowheads="1"/>
          </p:cNvSpPr>
          <p:nvPr/>
        </p:nvSpPr>
        <p:spPr bwMode="auto">
          <a:xfrm>
            <a:off x="741363" y="4762500"/>
            <a:ext cx="2114550" cy="369888"/>
          </a:xfrm>
          <a:prstGeom prst="rect">
            <a:avLst/>
          </a:prstGeom>
          <a:noFill/>
          <a:ln w="9525">
            <a:noFill/>
            <a:miter lim="800000"/>
            <a:headEnd/>
            <a:tailEnd/>
          </a:ln>
        </p:spPr>
        <p:txBody>
          <a:bodyPr>
            <a:spAutoFit/>
          </a:bodyPr>
          <a:lstStyle/>
          <a:p>
            <a:r>
              <a:rPr lang="en-IN" altLang="en-US"/>
              <a:t>Gantt Chart</a:t>
            </a:r>
          </a:p>
        </p:txBody>
      </p:sp>
      <p:sp>
        <p:nvSpPr>
          <p:cNvPr id="90201" name="TextBox 7"/>
          <p:cNvSpPr txBox="1">
            <a:spLocks noChangeArrowheads="1"/>
          </p:cNvSpPr>
          <p:nvPr/>
        </p:nvSpPr>
        <p:spPr bwMode="auto">
          <a:xfrm>
            <a:off x="1893888" y="5635625"/>
            <a:ext cx="323850" cy="369888"/>
          </a:xfrm>
          <a:prstGeom prst="rect">
            <a:avLst/>
          </a:prstGeom>
          <a:noFill/>
          <a:ln w="9525">
            <a:noFill/>
            <a:miter lim="800000"/>
            <a:headEnd/>
            <a:tailEnd/>
          </a:ln>
        </p:spPr>
        <p:txBody>
          <a:bodyPr>
            <a:spAutoFit/>
          </a:bodyPr>
          <a:lstStyle/>
          <a:p>
            <a:r>
              <a:rPr lang="en-IN" altLang="en-US"/>
              <a:t>2</a:t>
            </a:r>
          </a:p>
        </p:txBody>
      </p:sp>
      <p:sp>
        <p:nvSpPr>
          <p:cNvPr id="90202" name="TextBox 7"/>
          <p:cNvSpPr txBox="1">
            <a:spLocks noChangeArrowheads="1"/>
          </p:cNvSpPr>
          <p:nvPr/>
        </p:nvSpPr>
        <p:spPr bwMode="auto">
          <a:xfrm>
            <a:off x="2470150" y="5635625"/>
            <a:ext cx="323850" cy="369888"/>
          </a:xfrm>
          <a:prstGeom prst="rect">
            <a:avLst/>
          </a:prstGeom>
          <a:noFill/>
          <a:ln w="9525">
            <a:noFill/>
            <a:miter lim="800000"/>
            <a:headEnd/>
            <a:tailEnd/>
          </a:ln>
        </p:spPr>
        <p:txBody>
          <a:bodyPr>
            <a:spAutoFit/>
          </a:bodyPr>
          <a:lstStyle/>
          <a:p>
            <a:r>
              <a:rPr lang="en-IN" altLang="en-US"/>
              <a:t>3</a:t>
            </a:r>
          </a:p>
        </p:txBody>
      </p:sp>
      <p:sp>
        <p:nvSpPr>
          <p:cNvPr id="90203" name="TextBox 7"/>
          <p:cNvSpPr txBox="1">
            <a:spLocks noChangeArrowheads="1"/>
          </p:cNvSpPr>
          <p:nvPr/>
        </p:nvSpPr>
        <p:spPr bwMode="auto">
          <a:xfrm>
            <a:off x="3063875" y="5635625"/>
            <a:ext cx="323850" cy="369888"/>
          </a:xfrm>
          <a:prstGeom prst="rect">
            <a:avLst/>
          </a:prstGeom>
          <a:noFill/>
          <a:ln w="9525">
            <a:noFill/>
            <a:miter lim="800000"/>
            <a:headEnd/>
            <a:tailEnd/>
          </a:ln>
        </p:spPr>
        <p:txBody>
          <a:bodyPr>
            <a:spAutoFit/>
          </a:bodyPr>
          <a:lstStyle/>
          <a:p>
            <a:r>
              <a:rPr lang="en-IN" altLang="en-US"/>
              <a:t>4</a:t>
            </a:r>
          </a:p>
        </p:txBody>
      </p:sp>
      <p:sp>
        <p:nvSpPr>
          <p:cNvPr id="90204" name="TextBox 7"/>
          <p:cNvSpPr txBox="1">
            <a:spLocks noChangeArrowheads="1"/>
          </p:cNvSpPr>
          <p:nvPr/>
        </p:nvSpPr>
        <p:spPr bwMode="auto">
          <a:xfrm>
            <a:off x="3656013" y="5635625"/>
            <a:ext cx="323850" cy="369888"/>
          </a:xfrm>
          <a:prstGeom prst="rect">
            <a:avLst/>
          </a:prstGeom>
          <a:noFill/>
          <a:ln w="9525">
            <a:noFill/>
            <a:miter lim="800000"/>
            <a:headEnd/>
            <a:tailEnd/>
          </a:ln>
        </p:spPr>
        <p:txBody>
          <a:bodyPr>
            <a:spAutoFit/>
          </a:bodyPr>
          <a:lstStyle/>
          <a:p>
            <a:r>
              <a:rPr lang="en-IN" altLang="en-US"/>
              <a:t>5</a:t>
            </a:r>
          </a:p>
        </p:txBody>
      </p:sp>
      <p:sp>
        <p:nvSpPr>
          <p:cNvPr id="90205" name="TextBox 7"/>
          <p:cNvSpPr txBox="1">
            <a:spLocks noChangeArrowheads="1"/>
          </p:cNvSpPr>
          <p:nvPr/>
        </p:nvSpPr>
        <p:spPr bwMode="auto">
          <a:xfrm>
            <a:off x="4249738" y="5635625"/>
            <a:ext cx="323850" cy="369888"/>
          </a:xfrm>
          <a:prstGeom prst="rect">
            <a:avLst/>
          </a:prstGeom>
          <a:noFill/>
          <a:ln w="9525">
            <a:noFill/>
            <a:miter lim="800000"/>
            <a:headEnd/>
            <a:tailEnd/>
          </a:ln>
        </p:spPr>
        <p:txBody>
          <a:bodyPr>
            <a:spAutoFit/>
          </a:bodyPr>
          <a:lstStyle/>
          <a:p>
            <a:r>
              <a:rPr lang="en-IN" altLang="en-US"/>
              <a:t>6</a:t>
            </a:r>
          </a:p>
        </p:txBody>
      </p:sp>
      <p:sp>
        <p:nvSpPr>
          <p:cNvPr id="90206" name="TextBox 7"/>
          <p:cNvSpPr txBox="1">
            <a:spLocks noChangeArrowheads="1"/>
          </p:cNvSpPr>
          <p:nvPr/>
        </p:nvSpPr>
        <p:spPr bwMode="auto">
          <a:xfrm>
            <a:off x="4960938" y="5635625"/>
            <a:ext cx="323850" cy="369888"/>
          </a:xfrm>
          <a:prstGeom prst="rect">
            <a:avLst/>
          </a:prstGeom>
          <a:noFill/>
          <a:ln w="9525">
            <a:noFill/>
            <a:miter lim="800000"/>
            <a:headEnd/>
            <a:tailEnd/>
          </a:ln>
        </p:spPr>
        <p:txBody>
          <a:bodyPr>
            <a:spAutoFit/>
          </a:bodyPr>
          <a:lstStyle/>
          <a:p>
            <a:r>
              <a:rPr lang="en-IN" altLang="en-US"/>
              <a:t>7</a:t>
            </a:r>
          </a:p>
        </p:txBody>
      </p:sp>
      <p:sp>
        <p:nvSpPr>
          <p:cNvPr id="90207" name="TextBox 7"/>
          <p:cNvSpPr txBox="1">
            <a:spLocks noChangeArrowheads="1"/>
          </p:cNvSpPr>
          <p:nvPr/>
        </p:nvSpPr>
        <p:spPr bwMode="auto">
          <a:xfrm>
            <a:off x="5511800" y="5635625"/>
            <a:ext cx="323850" cy="369888"/>
          </a:xfrm>
          <a:prstGeom prst="rect">
            <a:avLst/>
          </a:prstGeom>
          <a:noFill/>
          <a:ln w="9525">
            <a:noFill/>
            <a:miter lim="800000"/>
            <a:headEnd/>
            <a:tailEnd/>
          </a:ln>
        </p:spPr>
        <p:txBody>
          <a:bodyPr>
            <a:spAutoFit/>
          </a:bodyPr>
          <a:lstStyle/>
          <a:p>
            <a:r>
              <a:rPr lang="en-IN" altLang="en-US"/>
              <a:t>9</a:t>
            </a:r>
          </a:p>
        </p:txBody>
      </p:sp>
      <p:sp>
        <p:nvSpPr>
          <p:cNvPr id="90208" name="TextBox 7"/>
          <p:cNvSpPr txBox="1">
            <a:spLocks noChangeArrowheads="1"/>
          </p:cNvSpPr>
          <p:nvPr/>
        </p:nvSpPr>
        <p:spPr bwMode="auto">
          <a:xfrm>
            <a:off x="6764338" y="5635625"/>
            <a:ext cx="598487" cy="369888"/>
          </a:xfrm>
          <a:prstGeom prst="rect">
            <a:avLst/>
          </a:prstGeom>
          <a:noFill/>
          <a:ln w="9525">
            <a:noFill/>
            <a:miter lim="800000"/>
            <a:headEnd/>
            <a:tailEnd/>
          </a:ln>
        </p:spPr>
        <p:txBody>
          <a:bodyPr>
            <a:spAutoFit/>
          </a:bodyPr>
          <a:lstStyle/>
          <a:p>
            <a:r>
              <a:rPr lang="en-IN" altLang="en-US"/>
              <a:t>19</a:t>
            </a:r>
          </a:p>
        </p:txBody>
      </p:sp>
      <p:sp>
        <p:nvSpPr>
          <p:cNvPr id="90209" name="TextBox 7"/>
          <p:cNvSpPr txBox="1">
            <a:spLocks noChangeArrowheads="1"/>
          </p:cNvSpPr>
          <p:nvPr/>
        </p:nvSpPr>
        <p:spPr bwMode="auto">
          <a:xfrm>
            <a:off x="6086475" y="5635625"/>
            <a:ext cx="598488" cy="369888"/>
          </a:xfrm>
          <a:prstGeom prst="rect">
            <a:avLst/>
          </a:prstGeom>
          <a:noFill/>
          <a:ln w="9525">
            <a:noFill/>
            <a:miter lim="800000"/>
            <a:headEnd/>
            <a:tailEnd/>
          </a:ln>
        </p:spPr>
        <p:txBody>
          <a:bodyPr>
            <a:spAutoFit/>
          </a:bodyPr>
          <a:lstStyle/>
          <a:p>
            <a:r>
              <a:rPr lang="en-IN" altLang="en-US"/>
              <a:t>13</a:t>
            </a:r>
          </a:p>
        </p:txBody>
      </p:sp>
      <p:sp>
        <p:nvSpPr>
          <p:cNvPr id="90210" name="TextBox 2"/>
          <p:cNvSpPr txBox="1">
            <a:spLocks noChangeArrowheads="1"/>
          </p:cNvSpPr>
          <p:nvPr/>
        </p:nvSpPr>
        <p:spPr bwMode="auto">
          <a:xfrm>
            <a:off x="1065213" y="6223000"/>
            <a:ext cx="5253037" cy="369888"/>
          </a:xfrm>
          <a:prstGeom prst="rect">
            <a:avLst/>
          </a:prstGeom>
          <a:noFill/>
          <a:ln w="9525">
            <a:noFill/>
            <a:miter lim="800000"/>
            <a:headEnd/>
            <a:tailEnd/>
          </a:ln>
        </p:spPr>
        <p:txBody>
          <a:bodyPr>
            <a:spAutoFit/>
          </a:bodyPr>
          <a:lstStyle/>
          <a:p>
            <a:r>
              <a:rPr lang="en-IN" altLang="en-US">
                <a:solidFill>
                  <a:srgbClr val="FF0000"/>
                </a:solidFill>
              </a:rPr>
              <a:t>Find avg.TAT and avg WT?? (HW)</a:t>
            </a:r>
          </a:p>
        </p:txBody>
      </p:sp>
      <p:sp>
        <p:nvSpPr>
          <p:cNvPr id="90211" name="TextBox 7"/>
          <p:cNvSpPr txBox="1">
            <a:spLocks noChangeArrowheads="1"/>
          </p:cNvSpPr>
          <p:nvPr/>
        </p:nvSpPr>
        <p:spPr bwMode="auto">
          <a:xfrm>
            <a:off x="7362825" y="1403350"/>
            <a:ext cx="1527175" cy="2308225"/>
          </a:xfrm>
          <a:prstGeom prst="rect">
            <a:avLst/>
          </a:prstGeom>
          <a:noFill/>
          <a:ln w="9525">
            <a:noFill/>
            <a:miter lim="800000"/>
            <a:headEnd/>
            <a:tailEnd/>
          </a:ln>
        </p:spPr>
        <p:txBody>
          <a:bodyPr>
            <a:spAutoFit/>
          </a:bodyPr>
          <a:lstStyle/>
          <a:p>
            <a:r>
              <a:rPr lang="en-IN" altLang="en-US"/>
              <a:t>Response time</a:t>
            </a:r>
          </a:p>
          <a:p>
            <a:r>
              <a:rPr lang="en-IN" altLang="en-US"/>
              <a:t>P1=0</a:t>
            </a:r>
          </a:p>
          <a:p>
            <a:r>
              <a:rPr lang="en-IN" altLang="en-US"/>
              <a:t>P2=0</a:t>
            </a:r>
          </a:p>
          <a:p>
            <a:r>
              <a:rPr lang="en-IN" altLang="en-US"/>
              <a:t>P3=0</a:t>
            </a:r>
          </a:p>
          <a:p>
            <a:r>
              <a:rPr lang="en-IN" altLang="en-US"/>
              <a:t>P4=0</a:t>
            </a:r>
          </a:p>
          <a:p>
            <a:r>
              <a:rPr lang="en-IN" altLang="en-US"/>
              <a:t>P5=3 (7-4)</a:t>
            </a:r>
          </a:p>
          <a:p>
            <a:r>
              <a:rPr lang="en-IN" altLang="en-US"/>
              <a:t>P6=1(6-5)</a:t>
            </a:r>
          </a:p>
        </p:txBody>
      </p:sp>
      <p:sp>
        <p:nvSpPr>
          <p:cNvPr id="90212" name="TextBox 1"/>
          <p:cNvSpPr txBox="1">
            <a:spLocks noChangeArrowheads="1"/>
          </p:cNvSpPr>
          <p:nvPr/>
        </p:nvSpPr>
        <p:spPr bwMode="auto">
          <a:xfrm>
            <a:off x="117475" y="4187825"/>
            <a:ext cx="9247188" cy="647700"/>
          </a:xfrm>
          <a:prstGeom prst="rect">
            <a:avLst/>
          </a:prstGeom>
          <a:noFill/>
          <a:ln w="9525">
            <a:noFill/>
            <a:miter lim="800000"/>
            <a:headEnd/>
            <a:tailEnd/>
          </a:ln>
        </p:spPr>
        <p:txBody>
          <a:bodyPr>
            <a:spAutoFit/>
          </a:bodyPr>
          <a:lstStyle/>
          <a:p>
            <a:r>
              <a:rPr lang="en-US" altLang="en-US"/>
              <a:t>Response time- is the time from the submission of a request until the first response is produced. </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object 2"/>
          <p:cNvSpPr>
            <a:spLocks noGrp="1"/>
          </p:cNvSpPr>
          <p:nvPr>
            <p:ph type="title"/>
          </p:nvPr>
        </p:nvSpPr>
        <p:spPr>
          <a:xfrm>
            <a:off x="457200" y="962025"/>
            <a:ext cx="8229600" cy="628650"/>
          </a:xfrm>
        </p:spPr>
        <p:txBody>
          <a:bodyPr tIns="12700" anchor="ctr">
            <a:spAutoFit/>
          </a:bodyPr>
          <a:lstStyle/>
          <a:p>
            <a:pPr marL="1227138" indent="-1166813">
              <a:spcBef>
                <a:spcPts val="100"/>
              </a:spcBef>
            </a:pPr>
            <a:r>
              <a:rPr lang="en-US" altLang="en-US" sz="4000" smtClean="0"/>
              <a:t>Shortest Job </a:t>
            </a:r>
            <a:r>
              <a:rPr lang="en-US" altLang="en-US" sz="3600" smtClean="0"/>
              <a:t>First</a:t>
            </a:r>
            <a:r>
              <a:rPr lang="en-US" altLang="en-US" sz="4000" smtClean="0"/>
              <a:t> (SJF)  no preemption</a:t>
            </a:r>
          </a:p>
        </p:txBody>
      </p:sp>
      <p:sp>
        <p:nvSpPr>
          <p:cNvPr id="91139" name="object 3"/>
          <p:cNvSpPr txBox="1">
            <a:spLocks noChangeArrowheads="1"/>
          </p:cNvSpPr>
          <p:nvPr/>
        </p:nvSpPr>
        <p:spPr bwMode="auto">
          <a:xfrm>
            <a:off x="560388" y="2198688"/>
            <a:ext cx="7710487" cy="3284537"/>
          </a:xfrm>
          <a:prstGeom prst="rect">
            <a:avLst/>
          </a:prstGeom>
          <a:noFill/>
          <a:ln w="9525">
            <a:noFill/>
            <a:miter lim="800000"/>
            <a:headEnd/>
            <a:tailEnd/>
          </a:ln>
        </p:spPr>
        <p:txBody>
          <a:bodyPr lIns="0" tIns="102870" rIns="0" bIns="0">
            <a:spAutoFit/>
          </a:bodyPr>
          <a:lstStyle/>
          <a:p>
            <a:pPr marL="355600" indent="-342900">
              <a:spcBef>
                <a:spcPts val="813"/>
              </a:spcBef>
              <a:buFontTx/>
              <a:buChar char="•"/>
              <a:tabLst>
                <a:tab pos="354013" algn="l"/>
                <a:tab pos="355600" algn="l"/>
              </a:tabLst>
            </a:pPr>
            <a:r>
              <a:rPr lang="en-US" altLang="en-US" sz="2800">
                <a:latin typeface="Liberation Sans"/>
                <a:ea typeface="Liberation Sans"/>
                <a:cs typeface="Liberation Sans"/>
              </a:rPr>
              <a:t>Schedule process with the shortest burst time</a:t>
            </a:r>
          </a:p>
          <a:p>
            <a:pPr marL="755650" lvl="1" indent="-285750">
              <a:spcBef>
                <a:spcPts val="613"/>
              </a:spcBef>
              <a:buFontTx/>
              <a:buChar char="–"/>
              <a:tabLst>
                <a:tab pos="354013" algn="l"/>
                <a:tab pos="355600" algn="l"/>
              </a:tabLst>
            </a:pPr>
            <a:r>
              <a:rPr lang="en-US" altLang="en-US" sz="2400">
                <a:latin typeface="Liberation Sans"/>
                <a:ea typeface="Liberation Sans"/>
                <a:cs typeface="Liberation Sans"/>
              </a:rPr>
              <a:t>FCFS if same</a:t>
            </a:r>
          </a:p>
          <a:p>
            <a:pPr marL="355600" indent="-342900">
              <a:spcBef>
                <a:spcPts val="713"/>
              </a:spcBef>
              <a:buFontTx/>
              <a:buChar char="•"/>
              <a:tabLst>
                <a:tab pos="354013" algn="l"/>
                <a:tab pos="355600" algn="l"/>
              </a:tabLst>
            </a:pPr>
            <a:r>
              <a:rPr lang="en-US" altLang="en-US" sz="2800">
                <a:solidFill>
                  <a:srgbClr val="0000CC"/>
                </a:solidFill>
                <a:latin typeface="Liberation Sans"/>
                <a:ea typeface="Liberation Sans"/>
                <a:cs typeface="Liberation Sans"/>
              </a:rPr>
              <a:t>Advantages</a:t>
            </a:r>
            <a:endParaRPr lang="en-US" altLang="en-US" sz="2800">
              <a:latin typeface="Liberation Sans"/>
              <a:ea typeface="Liberation Sans"/>
              <a:cs typeface="Liberation Sans"/>
            </a:endParaRPr>
          </a:p>
          <a:p>
            <a:pPr marL="755650" lvl="1" indent="-285750">
              <a:spcBef>
                <a:spcPts val="613"/>
              </a:spcBef>
              <a:buFontTx/>
              <a:buChar char="–"/>
              <a:tabLst>
                <a:tab pos="354013" algn="l"/>
                <a:tab pos="355600" algn="l"/>
              </a:tabLst>
            </a:pPr>
            <a:r>
              <a:rPr lang="en-US" altLang="en-US" sz="2400">
                <a:latin typeface="Liberation Sans"/>
                <a:ea typeface="Liberation Sans"/>
                <a:cs typeface="Liberation Sans"/>
              </a:rPr>
              <a:t>Minimizes average wait time and average response  time</a:t>
            </a:r>
          </a:p>
          <a:p>
            <a:pPr marL="355600" indent="-342900">
              <a:spcBef>
                <a:spcPts val="725"/>
              </a:spcBef>
              <a:buFontTx/>
              <a:buChar char="•"/>
              <a:tabLst>
                <a:tab pos="354013" algn="l"/>
                <a:tab pos="355600" algn="l"/>
              </a:tabLst>
            </a:pPr>
            <a:r>
              <a:rPr lang="en-US" altLang="en-US" sz="2800">
                <a:solidFill>
                  <a:srgbClr val="0000CC"/>
                </a:solidFill>
                <a:latin typeface="Liberation Sans"/>
                <a:ea typeface="Liberation Sans"/>
                <a:cs typeface="Liberation Sans"/>
              </a:rPr>
              <a:t>Disadvantages</a:t>
            </a:r>
            <a:endParaRPr lang="en-US" altLang="en-US" sz="2000">
              <a:latin typeface="Liberation Sans"/>
              <a:ea typeface="Liberation Sans"/>
              <a:cs typeface="Liberation Sans"/>
            </a:endParaRPr>
          </a:p>
          <a:p>
            <a:pPr marL="755650" lvl="1" indent="-285750">
              <a:spcBef>
                <a:spcPts val="613"/>
              </a:spcBef>
              <a:buFontTx/>
              <a:buChar char="–"/>
              <a:tabLst>
                <a:tab pos="354013" algn="l"/>
                <a:tab pos="355600" algn="l"/>
              </a:tabLst>
            </a:pPr>
            <a:r>
              <a:rPr lang="en-US" altLang="en-US" sz="2400">
                <a:latin typeface="Liberation Sans"/>
                <a:ea typeface="Liberation Sans"/>
                <a:cs typeface="Liberation Sans"/>
              </a:rPr>
              <a:t>May starve long jobs</a:t>
            </a:r>
          </a:p>
        </p:txBody>
      </p:sp>
      <p:sp>
        <p:nvSpPr>
          <p:cNvPr id="91140" name="Slide Number Placeholder 1"/>
          <p:cNvSpPr>
            <a:spLocks noGrp="1"/>
          </p:cNvSpPr>
          <p:nvPr>
            <p:ph type="sldNum" sz="quarter" idx="12"/>
          </p:nvPr>
        </p:nvSpPr>
        <p:spPr bwMode="auto">
          <a:noFill/>
          <a:ln>
            <a:miter lim="800000"/>
            <a:headEnd/>
            <a:tailEnd/>
          </a:ln>
        </p:spPr>
        <p:txBody>
          <a:bodyPr/>
          <a:lstStyle/>
          <a:p>
            <a:fld id="{659E15F1-AB05-4330-8DFC-352E77DB3113}" type="slidenum">
              <a:rPr lang="en-US" altLang="en-US"/>
              <a:pPr/>
              <a:t>80</a:t>
            </a:fld>
            <a:endParaRPr lang="en-US" altLang="en-US"/>
          </a:p>
        </p:txBody>
      </p:sp>
    </p:spTree>
  </p:cSld>
  <p:clrMapOvr>
    <a:masterClrMapping/>
  </p:clrMapOvr>
  <p:transition spd="slow"/>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9175" y="1393825"/>
            <a:ext cx="7472363" cy="782638"/>
          </a:xfrm>
        </p:spPr>
        <p:txBody>
          <a:bodyPr tIns="12700" rtlCol="0" anchor="ctr">
            <a:spAutoFit/>
          </a:bodyPr>
          <a:lstStyle/>
          <a:p>
            <a:pPr marL="12700">
              <a:spcBef>
                <a:spcPts val="100"/>
              </a:spcBef>
              <a:tabLst>
                <a:tab pos="1813560" algn="l"/>
              </a:tabLst>
              <a:defRPr/>
            </a:pPr>
            <a:r>
              <a:rPr spc="-5" dirty="0"/>
              <a:t>Round	Robin</a:t>
            </a:r>
            <a:r>
              <a:rPr spc="-85" dirty="0"/>
              <a:t> </a:t>
            </a:r>
            <a:r>
              <a:rPr spc="-5" dirty="0"/>
              <a:t>Scheduling</a:t>
            </a:r>
          </a:p>
        </p:txBody>
      </p:sp>
      <p:sp>
        <p:nvSpPr>
          <p:cNvPr id="92163" name="object 3"/>
          <p:cNvSpPr txBox="1">
            <a:spLocks noChangeArrowheads="1"/>
          </p:cNvSpPr>
          <p:nvPr/>
        </p:nvSpPr>
        <p:spPr bwMode="auto">
          <a:xfrm>
            <a:off x="642938" y="2927350"/>
            <a:ext cx="7848600" cy="1003300"/>
          </a:xfrm>
          <a:prstGeom prst="rect">
            <a:avLst/>
          </a:prstGeom>
          <a:noFill/>
          <a:ln w="9525">
            <a:noFill/>
            <a:miter lim="800000"/>
            <a:headEnd/>
            <a:tailEnd/>
          </a:ln>
        </p:spPr>
        <p:txBody>
          <a:bodyPr lIns="0" tIns="10160" rIns="0" bIns="0">
            <a:spAutoFit/>
          </a:bodyPr>
          <a:lstStyle/>
          <a:p>
            <a:pPr marL="355600" indent="-342900">
              <a:spcBef>
                <a:spcPts val="75"/>
              </a:spcBef>
              <a:buFontTx/>
              <a:buChar char="•"/>
              <a:tabLst>
                <a:tab pos="354013" algn="l"/>
                <a:tab pos="355600" algn="l"/>
              </a:tabLst>
            </a:pPr>
            <a:r>
              <a:rPr lang="en-US" altLang="en-US" sz="3200">
                <a:latin typeface="Liberation Sans"/>
                <a:ea typeface="Liberation Sans"/>
                <a:cs typeface="Liberation Sans"/>
              </a:rPr>
              <a:t>Run process for a time slice or time quantum, then move to  FIFO</a:t>
            </a:r>
          </a:p>
        </p:txBody>
      </p:sp>
      <p:sp>
        <p:nvSpPr>
          <p:cNvPr id="92164" name="Slide Number Placeholder 2"/>
          <p:cNvSpPr>
            <a:spLocks noGrp="1"/>
          </p:cNvSpPr>
          <p:nvPr>
            <p:ph type="sldNum" sz="quarter" idx="12"/>
          </p:nvPr>
        </p:nvSpPr>
        <p:spPr bwMode="auto">
          <a:noFill/>
          <a:ln>
            <a:miter lim="800000"/>
            <a:headEnd/>
            <a:tailEnd/>
          </a:ln>
        </p:spPr>
        <p:txBody>
          <a:bodyPr/>
          <a:lstStyle/>
          <a:p>
            <a:fld id="{EE75A581-6E9C-49DF-AA83-7D10072143FA}" type="slidenum">
              <a:rPr lang="en-US" altLang="en-US"/>
              <a:pPr/>
              <a:t>81</a:t>
            </a:fld>
            <a:endParaRPr lang="en-US" altLang="en-US"/>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dirty="0">
                          <a:solidFill>
                            <a:schemeClr val="tx1"/>
                          </a:solidFill>
                        </a:rPr>
                        <a:t>4</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dirty="0">
                          <a:solidFill>
                            <a:schemeClr val="tx1"/>
                          </a:solidFill>
                        </a:rPr>
                        <a:t>5</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chemeClr val="tx1"/>
                          </a:solidFill>
                        </a:rPr>
                        <a:t>2</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chemeClr val="tx1"/>
                          </a:solidFill>
                        </a:rPr>
                        <a:t>1</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dirty="0">
                          <a:solidFill>
                            <a:schemeClr val="tx1"/>
                          </a:solidFill>
                        </a:rPr>
                        <a:t>6</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dirty="0">
                          <a:solidFill>
                            <a:schemeClr val="tx1"/>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93245" name="Slide Number Placeholder 3"/>
          <p:cNvSpPr>
            <a:spLocks noGrp="1"/>
          </p:cNvSpPr>
          <p:nvPr>
            <p:ph type="sldNum" sz="quarter" idx="12"/>
          </p:nvPr>
        </p:nvSpPr>
        <p:spPr bwMode="auto">
          <a:noFill/>
          <a:ln>
            <a:miter lim="800000"/>
            <a:headEnd/>
            <a:tailEnd/>
          </a:ln>
        </p:spPr>
        <p:txBody>
          <a:bodyPr/>
          <a:lstStyle/>
          <a:p>
            <a:fld id="{25CF72D5-C60C-4777-A993-7D54D4F45FFE}" type="slidenum">
              <a:rPr lang="en-US" altLang="en-US"/>
              <a:pPr/>
              <a:t>82</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93270"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93271"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93272"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93309"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sp>
        <p:nvSpPr>
          <p:cNvPr id="7" name="Right Arrow 6">
            <a:hlinkClick r:id="rId2" action="ppaction://hlinkpres?slideindex=105&amp;slidetitle=Basic Facts"/>
          </p:cNvPr>
          <p:cNvSpPr/>
          <p:nvPr/>
        </p:nvSpPr>
        <p:spPr>
          <a:xfrm>
            <a:off x="7683500" y="2238375"/>
            <a:ext cx="1003300" cy="5191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dirty="0">
                          <a:solidFill>
                            <a:srgbClr val="FF0000"/>
                          </a:solidFill>
                        </a:rPr>
                        <a:t>2</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dirty="0">
                          <a:solidFill>
                            <a:schemeClr val="tx1"/>
                          </a:solidFill>
                        </a:rPr>
                        <a:t>5</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chemeClr val="tx1"/>
                          </a:solidFill>
                        </a:rPr>
                        <a:t>2</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chemeClr val="tx1"/>
                          </a:solidFill>
                        </a:rPr>
                        <a:t>1</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dirty="0">
                          <a:solidFill>
                            <a:schemeClr val="tx1"/>
                          </a:solidFill>
                        </a:rPr>
                        <a:t>6</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dirty="0">
                          <a:solidFill>
                            <a:schemeClr val="tx1"/>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94269" name="Slide Number Placeholder 3"/>
          <p:cNvSpPr>
            <a:spLocks noGrp="1"/>
          </p:cNvSpPr>
          <p:nvPr>
            <p:ph type="sldNum" sz="quarter" idx="12"/>
          </p:nvPr>
        </p:nvSpPr>
        <p:spPr bwMode="auto">
          <a:noFill/>
          <a:ln>
            <a:miter lim="800000"/>
            <a:headEnd/>
            <a:tailEnd/>
          </a:ln>
        </p:spPr>
        <p:txBody>
          <a:bodyPr/>
          <a:lstStyle/>
          <a:p>
            <a:fld id="{D6A947E4-2A7A-47E0-81D0-6E837543E82B}" type="slidenum">
              <a:rPr lang="en-US" altLang="en-US"/>
              <a:pPr/>
              <a:t>83</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94294"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94295"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94296"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65204"/>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65125">
                <a:tc>
                  <a:txBody>
                    <a:bodyPr/>
                    <a:lstStyle/>
                    <a:p>
                      <a:r>
                        <a:rPr lang="en-IN" sz="1800" dirty="0"/>
                        <a:t>p1</a:t>
                      </a:r>
                    </a:p>
                  </a:txBody>
                  <a:tcPr marT="45442" marB="45442"/>
                </a:tc>
                <a:tc>
                  <a:txBody>
                    <a:bodyPr/>
                    <a:lstStyle/>
                    <a:p>
                      <a:r>
                        <a:rPr lang="en-IN" sz="1800" dirty="0"/>
                        <a:t>p2</a:t>
                      </a:r>
                    </a:p>
                  </a:txBody>
                  <a:tcPr marT="45442" marB="45442"/>
                </a:tc>
                <a:tc>
                  <a:txBody>
                    <a:bodyPr/>
                    <a:lstStyle/>
                    <a:p>
                      <a:r>
                        <a:rPr lang="en-IN" sz="1800" dirty="0"/>
                        <a:t>p3</a:t>
                      </a:r>
                    </a:p>
                  </a:txBody>
                  <a:tcPr marT="45442" marB="45442"/>
                </a:tc>
                <a:tc>
                  <a:txBody>
                    <a:bodyPr/>
                    <a:lstStyle/>
                    <a:p>
                      <a:r>
                        <a:rPr lang="en-IN" sz="1800" dirty="0"/>
                        <a:t>p1</a:t>
                      </a:r>
                    </a:p>
                  </a:txBody>
                  <a:tcPr marT="45442" marB="45442"/>
                </a:tc>
                <a:tc>
                  <a:txBody>
                    <a:bodyPr/>
                    <a:lstStyle/>
                    <a:p>
                      <a:endParaRPr lang="en-IN" sz="1800"/>
                    </a:p>
                  </a:txBody>
                  <a:tcPr marT="45442" marB="45442"/>
                </a:tc>
                <a:tc>
                  <a:txBody>
                    <a:bodyPr/>
                    <a:lstStyle/>
                    <a:p>
                      <a:endParaRPr lang="en-IN" sz="1800"/>
                    </a:p>
                  </a:txBody>
                  <a:tcPr marT="45442" marB="45442"/>
                </a:tc>
                <a:tc>
                  <a:txBody>
                    <a:bodyPr/>
                    <a:lstStyle/>
                    <a:p>
                      <a:endParaRPr lang="en-IN" sz="1800"/>
                    </a:p>
                  </a:txBody>
                  <a:tcPr marT="45442" marB="45442"/>
                </a:tc>
                <a:tc>
                  <a:txBody>
                    <a:bodyPr/>
                    <a:lstStyle/>
                    <a:p>
                      <a:endParaRPr lang="en-IN" sz="1800"/>
                    </a:p>
                  </a:txBody>
                  <a:tcPr marT="45442" marB="45442"/>
                </a:tc>
                <a:tc>
                  <a:txBody>
                    <a:bodyPr/>
                    <a:lstStyle/>
                    <a:p>
                      <a:endParaRPr lang="en-IN" sz="1800"/>
                    </a:p>
                  </a:txBody>
                  <a:tcPr marT="45442" marB="45442"/>
                </a:tc>
                <a:tc>
                  <a:txBody>
                    <a:bodyPr/>
                    <a:lstStyle/>
                    <a:p>
                      <a:endParaRPr lang="en-IN" sz="1800"/>
                    </a:p>
                  </a:txBody>
                  <a:tcPr marT="45442" marB="45442"/>
                </a:tc>
                <a:tc>
                  <a:txBody>
                    <a:bodyPr/>
                    <a:lstStyle/>
                    <a:p>
                      <a:endParaRPr lang="en-IN" sz="1800"/>
                    </a:p>
                  </a:txBody>
                  <a:tcPr marT="45442" marB="45442"/>
                </a:tc>
                <a:tc>
                  <a:txBody>
                    <a:bodyPr/>
                    <a:lstStyle/>
                    <a:p>
                      <a:endParaRPr lang="en-IN" sz="1800" dirty="0"/>
                    </a:p>
                  </a:txBody>
                  <a:tcPr marT="45442" marB="45442"/>
                </a:tc>
              </a:tr>
            </a:tbl>
          </a:graphicData>
        </a:graphic>
      </p:graphicFrame>
      <p:sp>
        <p:nvSpPr>
          <p:cNvPr id="94333"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dirty="0">
                          <a:solidFill>
                            <a:srgbClr val="FF0000"/>
                          </a:solidFill>
                        </a:rPr>
                        <a:t>2</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dirty="0">
                          <a:solidFill>
                            <a:schemeClr val="tx1"/>
                          </a:solidFill>
                        </a:rPr>
                        <a:t>5</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chemeClr val="tx1"/>
                          </a:solidFill>
                        </a:rPr>
                        <a:t>2</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chemeClr val="tx1"/>
                          </a:solidFill>
                        </a:rPr>
                        <a:t>1</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dirty="0">
                          <a:solidFill>
                            <a:schemeClr val="tx1"/>
                          </a:solidFill>
                        </a:rPr>
                        <a:t>6</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dirty="0">
                          <a:solidFill>
                            <a:schemeClr val="tx1"/>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95293" name="Slide Number Placeholder 3"/>
          <p:cNvSpPr>
            <a:spLocks noGrp="1"/>
          </p:cNvSpPr>
          <p:nvPr>
            <p:ph type="sldNum" sz="quarter" idx="12"/>
          </p:nvPr>
        </p:nvSpPr>
        <p:spPr bwMode="auto">
          <a:noFill/>
          <a:ln>
            <a:miter lim="800000"/>
            <a:headEnd/>
            <a:tailEnd/>
          </a:ln>
        </p:spPr>
        <p:txBody>
          <a:bodyPr/>
          <a:lstStyle/>
          <a:p>
            <a:fld id="{E80CE6AB-1DF6-4F17-B7E9-93D27B061956}" type="slidenum">
              <a:rPr lang="en-US" altLang="en-US"/>
              <a:pPr/>
              <a:t>84</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95318"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95319"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95320"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95357"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95359"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95361" name="TextBox 7"/>
          <p:cNvSpPr txBox="1">
            <a:spLocks noChangeArrowheads="1"/>
          </p:cNvSpPr>
          <p:nvPr/>
        </p:nvSpPr>
        <p:spPr bwMode="auto">
          <a:xfrm>
            <a:off x="1152525" y="4492625"/>
            <a:ext cx="323850" cy="369888"/>
          </a:xfrm>
          <a:prstGeom prst="rect">
            <a:avLst/>
          </a:prstGeom>
          <a:noFill/>
          <a:ln w="9525">
            <a:noFill/>
            <a:miter lim="800000"/>
            <a:headEnd/>
            <a:tailEnd/>
          </a:ln>
        </p:spPr>
        <p:txBody>
          <a:bodyPr>
            <a:spAutoFit/>
          </a:bodyPr>
          <a:lstStyle/>
          <a:p>
            <a:r>
              <a:rPr lang="en-IN" altLang="en-US"/>
              <a:t>1</a:t>
            </a:r>
          </a:p>
        </p:txBody>
      </p:sp>
      <p:sp>
        <p:nvSpPr>
          <p:cNvPr id="95362" name="TextBox 7"/>
          <p:cNvSpPr txBox="1">
            <a:spLocks noChangeArrowheads="1"/>
          </p:cNvSpPr>
          <p:nvPr/>
        </p:nvSpPr>
        <p:spPr bwMode="auto">
          <a:xfrm>
            <a:off x="674688" y="4492625"/>
            <a:ext cx="323850" cy="369888"/>
          </a:xfrm>
          <a:prstGeom prst="rect">
            <a:avLst/>
          </a:prstGeom>
          <a:noFill/>
          <a:ln w="9525">
            <a:noFill/>
            <a:miter lim="800000"/>
            <a:headEnd/>
            <a:tailEnd/>
          </a:ln>
        </p:spPr>
        <p:txBody>
          <a:bodyPr>
            <a:spAutoFit/>
          </a:bodyPr>
          <a:lstStyle/>
          <a:p>
            <a:r>
              <a:rPr lang="en-IN" altLang="en-US"/>
              <a:t>0</a:t>
            </a:r>
          </a:p>
        </p:txBody>
      </p:sp>
      <p:sp>
        <p:nvSpPr>
          <p:cNvPr id="95363" name="TextBox 7"/>
          <p:cNvSpPr txBox="1">
            <a:spLocks noChangeArrowheads="1"/>
          </p:cNvSpPr>
          <p:nvPr/>
        </p:nvSpPr>
        <p:spPr bwMode="auto">
          <a:xfrm>
            <a:off x="1684338" y="4481513"/>
            <a:ext cx="323850" cy="368300"/>
          </a:xfrm>
          <a:prstGeom prst="rect">
            <a:avLst/>
          </a:prstGeom>
          <a:noFill/>
          <a:ln w="9525">
            <a:noFill/>
            <a:miter lim="800000"/>
            <a:headEnd/>
            <a:tailEnd/>
          </a:ln>
        </p:spPr>
        <p:txBody>
          <a:bodyPr>
            <a:spAutoFit/>
          </a:bodyPr>
          <a:lstStyle/>
          <a:p>
            <a:r>
              <a:rPr lang="en-IN" altLang="en-US"/>
              <a:t>2</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dirty="0">
                          <a:solidFill>
                            <a:srgbClr val="FF0000"/>
                          </a:solidFill>
                        </a:rPr>
                        <a:t>2</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dirty="0">
                          <a:solidFill>
                            <a:srgbClr val="FF0000"/>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chemeClr val="tx1"/>
                          </a:solidFill>
                        </a:rPr>
                        <a:t>2</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chemeClr val="tx1"/>
                          </a:solidFill>
                        </a:rPr>
                        <a:t>1</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dirty="0">
                          <a:solidFill>
                            <a:schemeClr val="tx1"/>
                          </a:solidFill>
                        </a:rPr>
                        <a:t>6</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dirty="0">
                          <a:solidFill>
                            <a:schemeClr val="tx1"/>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96317" name="Slide Number Placeholder 3"/>
          <p:cNvSpPr>
            <a:spLocks noGrp="1"/>
          </p:cNvSpPr>
          <p:nvPr>
            <p:ph type="sldNum" sz="quarter" idx="12"/>
          </p:nvPr>
        </p:nvSpPr>
        <p:spPr bwMode="auto">
          <a:noFill/>
          <a:ln>
            <a:miter lim="800000"/>
            <a:headEnd/>
            <a:tailEnd/>
          </a:ln>
        </p:spPr>
        <p:txBody>
          <a:bodyPr/>
          <a:lstStyle/>
          <a:p>
            <a:fld id="{572C9EC5-38C2-4318-A8EB-6B022339BB9C}" type="slidenum">
              <a:rPr lang="en-US" altLang="en-US"/>
              <a:pPr/>
              <a:t>85</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96342"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96343"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96344"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96381"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96383"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dirty="0">
                          <a:solidFill>
                            <a:srgbClr val="FF0000"/>
                          </a:solidFill>
                        </a:rPr>
                        <a:t>2</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dirty="0">
                          <a:solidFill>
                            <a:srgbClr val="FF0000"/>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chemeClr val="tx1"/>
                          </a:solidFill>
                        </a:rPr>
                        <a:t>2</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chemeClr val="tx1"/>
                          </a:solidFill>
                        </a:rPr>
                        <a:t>1</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dirty="0">
                          <a:solidFill>
                            <a:schemeClr val="tx1"/>
                          </a:solidFill>
                        </a:rPr>
                        <a:t>6</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dirty="0">
                          <a:solidFill>
                            <a:schemeClr val="tx1"/>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97341" name="Slide Number Placeholder 3"/>
          <p:cNvSpPr>
            <a:spLocks noGrp="1"/>
          </p:cNvSpPr>
          <p:nvPr>
            <p:ph type="sldNum" sz="quarter" idx="12"/>
          </p:nvPr>
        </p:nvSpPr>
        <p:spPr bwMode="auto">
          <a:noFill/>
          <a:ln>
            <a:miter lim="800000"/>
            <a:headEnd/>
            <a:tailEnd/>
          </a:ln>
        </p:spPr>
        <p:txBody>
          <a:bodyPr/>
          <a:lstStyle/>
          <a:p>
            <a:fld id="{739EBEDB-4360-45BA-8960-A7166B9D023C}" type="slidenum">
              <a:rPr lang="en-US" altLang="en-US"/>
              <a:pPr/>
              <a:t>86</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97366"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97367"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97368"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97405"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97407"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1814513" y="4162425"/>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97410" name="TextBox 7"/>
          <p:cNvSpPr txBox="1">
            <a:spLocks noChangeArrowheads="1"/>
          </p:cNvSpPr>
          <p:nvPr/>
        </p:nvSpPr>
        <p:spPr bwMode="auto">
          <a:xfrm>
            <a:off x="2447925" y="5586413"/>
            <a:ext cx="323850" cy="369887"/>
          </a:xfrm>
          <a:prstGeom prst="rect">
            <a:avLst/>
          </a:prstGeom>
          <a:noFill/>
          <a:ln w="9525">
            <a:noFill/>
            <a:miter lim="800000"/>
            <a:headEnd/>
            <a:tailEnd/>
          </a:ln>
        </p:spPr>
        <p:txBody>
          <a:bodyPr>
            <a:spAutoFit/>
          </a:bodyPr>
          <a:lstStyle/>
          <a:p>
            <a:r>
              <a:rPr lang="en-IN" altLang="en-US"/>
              <a:t>6</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dirty="0">
                          <a:solidFill>
                            <a:srgbClr val="FF0000"/>
                          </a:solidFill>
                        </a:rPr>
                        <a:t>2</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dirty="0">
                          <a:solidFill>
                            <a:srgbClr val="FF0000"/>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chemeClr val="tx1"/>
                          </a:solidFill>
                        </a:rPr>
                        <a:t>1</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dirty="0">
                          <a:solidFill>
                            <a:schemeClr val="tx1"/>
                          </a:solidFill>
                        </a:rPr>
                        <a:t>6</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dirty="0">
                          <a:solidFill>
                            <a:schemeClr val="tx1"/>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98365" name="Slide Number Placeholder 3"/>
          <p:cNvSpPr>
            <a:spLocks noGrp="1"/>
          </p:cNvSpPr>
          <p:nvPr>
            <p:ph type="sldNum" sz="quarter" idx="12"/>
          </p:nvPr>
        </p:nvSpPr>
        <p:spPr bwMode="auto">
          <a:noFill/>
          <a:ln>
            <a:miter lim="800000"/>
            <a:headEnd/>
            <a:tailEnd/>
          </a:ln>
        </p:spPr>
        <p:txBody>
          <a:bodyPr/>
          <a:lstStyle/>
          <a:p>
            <a:fld id="{1B23DAD2-1167-4EDB-ACB7-1ADF75326A23}" type="slidenum">
              <a:rPr lang="en-US" altLang="en-US"/>
              <a:pPr/>
              <a:t>87</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98390"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98391"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98392"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98429"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98431"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1814513" y="4162425"/>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98434" name="TextBox 7"/>
          <p:cNvSpPr txBox="1">
            <a:spLocks noChangeArrowheads="1"/>
          </p:cNvSpPr>
          <p:nvPr/>
        </p:nvSpPr>
        <p:spPr bwMode="auto">
          <a:xfrm>
            <a:off x="2447925" y="5586413"/>
            <a:ext cx="323850" cy="369887"/>
          </a:xfrm>
          <a:prstGeom prst="rect">
            <a:avLst/>
          </a:prstGeom>
          <a:noFill/>
          <a:ln w="9525">
            <a:noFill/>
            <a:miter lim="800000"/>
            <a:headEnd/>
            <a:tailEnd/>
          </a:ln>
        </p:spPr>
        <p:txBody>
          <a:bodyPr>
            <a:spAutoFit/>
          </a:bodyPr>
          <a:lstStyle/>
          <a:p>
            <a:r>
              <a:rPr lang="en-IN" altLang="en-US"/>
              <a:t>6</a:t>
            </a:r>
          </a:p>
        </p:txBody>
      </p:sp>
      <p:cxnSp>
        <p:nvCxnSpPr>
          <p:cNvPr id="8" name="Straight Connector 7"/>
          <p:cNvCxnSpPr/>
          <p:nvPr/>
        </p:nvCxnSpPr>
        <p:spPr>
          <a:xfrm flipV="1">
            <a:off x="457200" y="2060575"/>
            <a:ext cx="2722563" cy="142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dirty="0">
                          <a:solidFill>
                            <a:srgbClr val="FF0000"/>
                          </a:solidFill>
                        </a:rPr>
                        <a:t>2</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dirty="0">
                          <a:solidFill>
                            <a:srgbClr val="FF0000"/>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chemeClr val="tx1"/>
                          </a:solidFill>
                        </a:rPr>
                        <a:t>1</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dirty="0">
                          <a:solidFill>
                            <a:schemeClr val="tx1"/>
                          </a:solidFill>
                        </a:rPr>
                        <a:t>6</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dirty="0">
                          <a:solidFill>
                            <a:schemeClr val="tx1"/>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99389" name="Slide Number Placeholder 3"/>
          <p:cNvSpPr>
            <a:spLocks noGrp="1"/>
          </p:cNvSpPr>
          <p:nvPr>
            <p:ph type="sldNum" sz="quarter" idx="12"/>
          </p:nvPr>
        </p:nvSpPr>
        <p:spPr bwMode="auto">
          <a:noFill/>
          <a:ln>
            <a:miter lim="800000"/>
            <a:headEnd/>
            <a:tailEnd/>
          </a:ln>
        </p:spPr>
        <p:txBody>
          <a:bodyPr/>
          <a:lstStyle/>
          <a:p>
            <a:fld id="{B26663FF-5EFB-4BEC-BB81-B38FA29528E7}" type="slidenum">
              <a:rPr lang="en-US" altLang="en-US"/>
              <a:pPr/>
              <a:t>88</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99414"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99415"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99416"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99453"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99455"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1814513" y="4162425"/>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99458" name="TextBox 7"/>
          <p:cNvSpPr txBox="1">
            <a:spLocks noChangeArrowheads="1"/>
          </p:cNvSpPr>
          <p:nvPr/>
        </p:nvSpPr>
        <p:spPr bwMode="auto">
          <a:xfrm>
            <a:off x="2447925" y="5586413"/>
            <a:ext cx="323850" cy="369887"/>
          </a:xfrm>
          <a:prstGeom prst="rect">
            <a:avLst/>
          </a:prstGeom>
          <a:noFill/>
          <a:ln w="9525">
            <a:noFill/>
            <a:miter lim="800000"/>
            <a:headEnd/>
            <a:tailEnd/>
          </a:ln>
        </p:spPr>
        <p:txBody>
          <a:bodyPr>
            <a:spAutoFit/>
          </a:bodyPr>
          <a:lstStyle/>
          <a:p>
            <a:r>
              <a:rPr lang="en-IN" altLang="en-US"/>
              <a:t>6</a:t>
            </a:r>
          </a:p>
        </p:txBody>
      </p:sp>
      <p:cxnSp>
        <p:nvCxnSpPr>
          <p:cNvPr id="8" name="Straight Connector 7"/>
          <p:cNvCxnSpPr/>
          <p:nvPr/>
        </p:nvCxnSpPr>
        <p:spPr>
          <a:xfrm flipV="1">
            <a:off x="457200" y="2060575"/>
            <a:ext cx="2722563" cy="14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2379663"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99461" name="TextBox 7"/>
          <p:cNvSpPr txBox="1">
            <a:spLocks noChangeArrowheads="1"/>
          </p:cNvSpPr>
          <p:nvPr/>
        </p:nvSpPr>
        <p:spPr bwMode="auto">
          <a:xfrm>
            <a:off x="3100388" y="5586413"/>
            <a:ext cx="323850" cy="369887"/>
          </a:xfrm>
          <a:prstGeom prst="rect">
            <a:avLst/>
          </a:prstGeom>
          <a:noFill/>
          <a:ln w="9525">
            <a:noFill/>
            <a:miter lim="800000"/>
            <a:headEnd/>
            <a:tailEnd/>
          </a:ln>
        </p:spPr>
        <p:txBody>
          <a:bodyPr>
            <a:spAutoFit/>
          </a:bodyPr>
          <a:lstStyle/>
          <a:p>
            <a:r>
              <a:rPr lang="en-IN" altLang="en-US"/>
              <a:t>8</a:t>
            </a: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dirty="0">
                          <a:solidFill>
                            <a:srgbClr val="FF0000"/>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chemeClr val="tx1"/>
                          </a:solidFill>
                        </a:rPr>
                        <a:t>1</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dirty="0">
                          <a:solidFill>
                            <a:schemeClr val="tx1"/>
                          </a:solidFill>
                        </a:rPr>
                        <a:t>6</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dirty="0">
                          <a:solidFill>
                            <a:schemeClr val="tx1"/>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100413" name="Slide Number Placeholder 3"/>
          <p:cNvSpPr>
            <a:spLocks noGrp="1"/>
          </p:cNvSpPr>
          <p:nvPr>
            <p:ph type="sldNum" sz="quarter" idx="12"/>
          </p:nvPr>
        </p:nvSpPr>
        <p:spPr bwMode="auto">
          <a:noFill/>
          <a:ln>
            <a:miter lim="800000"/>
            <a:headEnd/>
            <a:tailEnd/>
          </a:ln>
        </p:spPr>
        <p:txBody>
          <a:bodyPr/>
          <a:lstStyle/>
          <a:p>
            <a:fld id="{0B5FC18F-69F6-455C-AF51-1559107DFA34}" type="slidenum">
              <a:rPr lang="en-US" altLang="en-US"/>
              <a:pPr/>
              <a:t>89</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00438"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100439"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00440"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100477"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0479"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1814513" y="4162425"/>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0482" name="TextBox 7"/>
          <p:cNvSpPr txBox="1">
            <a:spLocks noChangeArrowheads="1"/>
          </p:cNvSpPr>
          <p:nvPr/>
        </p:nvSpPr>
        <p:spPr bwMode="auto">
          <a:xfrm>
            <a:off x="2447925" y="5586413"/>
            <a:ext cx="323850" cy="369887"/>
          </a:xfrm>
          <a:prstGeom prst="rect">
            <a:avLst/>
          </a:prstGeom>
          <a:noFill/>
          <a:ln w="9525">
            <a:noFill/>
            <a:miter lim="800000"/>
            <a:headEnd/>
            <a:tailEnd/>
          </a:ln>
        </p:spPr>
        <p:txBody>
          <a:bodyPr>
            <a:spAutoFit/>
          </a:bodyPr>
          <a:lstStyle/>
          <a:p>
            <a:r>
              <a:rPr lang="en-IN" altLang="en-US"/>
              <a:t>6</a:t>
            </a:r>
          </a:p>
        </p:txBody>
      </p:sp>
      <p:cxnSp>
        <p:nvCxnSpPr>
          <p:cNvPr id="8" name="Straight Connector 7"/>
          <p:cNvCxnSpPr/>
          <p:nvPr/>
        </p:nvCxnSpPr>
        <p:spPr>
          <a:xfrm flipV="1">
            <a:off x="457200" y="2060575"/>
            <a:ext cx="2722563" cy="14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2379663"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0485" name="TextBox 7"/>
          <p:cNvSpPr txBox="1">
            <a:spLocks noChangeArrowheads="1"/>
          </p:cNvSpPr>
          <p:nvPr/>
        </p:nvSpPr>
        <p:spPr bwMode="auto">
          <a:xfrm>
            <a:off x="3100388" y="5586413"/>
            <a:ext cx="323850" cy="369887"/>
          </a:xfrm>
          <a:prstGeom prst="rect">
            <a:avLst/>
          </a:prstGeom>
          <a:noFill/>
          <a:ln w="9525">
            <a:noFill/>
            <a:miter lim="800000"/>
            <a:headEnd/>
            <a:tailEnd/>
          </a:ln>
        </p:spPr>
        <p:txBody>
          <a:bodyPr>
            <a:spAutoFit/>
          </a:bodyPr>
          <a:lstStyle/>
          <a:p>
            <a:r>
              <a:rPr lang="en-IN" altLang="en-US"/>
              <a:t>8</a:t>
            </a:r>
          </a:p>
        </p:txBody>
      </p:sp>
      <p:cxnSp>
        <p:nvCxnSpPr>
          <p:cNvPr id="20" name="Straight Connector 19"/>
          <p:cNvCxnSpPr/>
          <p:nvPr/>
        </p:nvCxnSpPr>
        <p:spPr>
          <a:xfrm flipV="1">
            <a:off x="504825" y="1419225"/>
            <a:ext cx="2722563" cy="142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dirty="0">
                          <a:solidFill>
                            <a:srgbClr val="FF0000"/>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chemeClr val="tx1"/>
                          </a:solidFill>
                        </a:rPr>
                        <a:t>1</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dirty="0">
                          <a:solidFill>
                            <a:schemeClr val="tx1"/>
                          </a:solidFill>
                        </a:rPr>
                        <a:t>6</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dirty="0">
                          <a:solidFill>
                            <a:schemeClr val="tx1"/>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101437" name="Slide Number Placeholder 3"/>
          <p:cNvSpPr>
            <a:spLocks noGrp="1"/>
          </p:cNvSpPr>
          <p:nvPr>
            <p:ph type="sldNum" sz="quarter" idx="12"/>
          </p:nvPr>
        </p:nvSpPr>
        <p:spPr bwMode="auto">
          <a:noFill/>
          <a:ln>
            <a:miter lim="800000"/>
            <a:headEnd/>
            <a:tailEnd/>
          </a:ln>
        </p:spPr>
        <p:txBody>
          <a:bodyPr/>
          <a:lstStyle/>
          <a:p>
            <a:fld id="{B9F4A759-5FFC-46B4-81E3-D0764DE1F236}" type="slidenum">
              <a:rPr lang="en-US" altLang="en-US"/>
              <a:pPr/>
              <a:t>90</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01462"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101463"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01464"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101501"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1503"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1814513" y="4162425"/>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1506" name="TextBox 7"/>
          <p:cNvSpPr txBox="1">
            <a:spLocks noChangeArrowheads="1"/>
          </p:cNvSpPr>
          <p:nvPr/>
        </p:nvSpPr>
        <p:spPr bwMode="auto">
          <a:xfrm>
            <a:off x="2447925" y="5586413"/>
            <a:ext cx="323850" cy="369887"/>
          </a:xfrm>
          <a:prstGeom prst="rect">
            <a:avLst/>
          </a:prstGeom>
          <a:noFill/>
          <a:ln w="9525">
            <a:noFill/>
            <a:miter lim="800000"/>
            <a:headEnd/>
            <a:tailEnd/>
          </a:ln>
        </p:spPr>
        <p:txBody>
          <a:bodyPr>
            <a:spAutoFit/>
          </a:bodyPr>
          <a:lstStyle/>
          <a:p>
            <a:r>
              <a:rPr lang="en-IN" altLang="en-US"/>
              <a:t>6</a:t>
            </a:r>
          </a:p>
        </p:txBody>
      </p:sp>
      <p:cxnSp>
        <p:nvCxnSpPr>
          <p:cNvPr id="8" name="Straight Connector 7"/>
          <p:cNvCxnSpPr/>
          <p:nvPr/>
        </p:nvCxnSpPr>
        <p:spPr>
          <a:xfrm flipV="1">
            <a:off x="457200" y="2060575"/>
            <a:ext cx="2722563" cy="14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2379663"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1509" name="TextBox 7"/>
          <p:cNvSpPr txBox="1">
            <a:spLocks noChangeArrowheads="1"/>
          </p:cNvSpPr>
          <p:nvPr/>
        </p:nvSpPr>
        <p:spPr bwMode="auto">
          <a:xfrm>
            <a:off x="3100388" y="5586413"/>
            <a:ext cx="323850" cy="369887"/>
          </a:xfrm>
          <a:prstGeom prst="rect">
            <a:avLst/>
          </a:prstGeom>
          <a:noFill/>
          <a:ln w="9525">
            <a:noFill/>
            <a:miter lim="800000"/>
            <a:headEnd/>
            <a:tailEnd/>
          </a:ln>
        </p:spPr>
        <p:txBody>
          <a:bodyPr>
            <a:spAutoFit/>
          </a:bodyPr>
          <a:lstStyle/>
          <a:p>
            <a:r>
              <a:rPr lang="en-IN" altLang="en-US"/>
              <a:t>8</a:t>
            </a:r>
          </a:p>
        </p:txBody>
      </p:sp>
      <p:cxnSp>
        <p:nvCxnSpPr>
          <p:cNvPr id="20" name="Straight Connector 19"/>
          <p:cNvCxnSpPr/>
          <p:nvPr/>
        </p:nvCxnSpPr>
        <p:spPr>
          <a:xfrm flipH="1">
            <a:off x="2859088"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1511" name="TextBox 7"/>
          <p:cNvSpPr txBox="1">
            <a:spLocks noChangeArrowheads="1"/>
          </p:cNvSpPr>
          <p:nvPr/>
        </p:nvSpPr>
        <p:spPr bwMode="auto">
          <a:xfrm>
            <a:off x="3590925" y="5586413"/>
            <a:ext cx="544513" cy="369887"/>
          </a:xfrm>
          <a:prstGeom prst="rect">
            <a:avLst/>
          </a:prstGeom>
          <a:noFill/>
          <a:ln w="9525">
            <a:noFill/>
            <a:miter lim="800000"/>
            <a:headEnd/>
            <a:tailEnd/>
          </a:ln>
        </p:spPr>
        <p:txBody>
          <a:bodyPr>
            <a:spAutoFit/>
          </a:bodyPr>
          <a:lstStyle/>
          <a:p>
            <a:r>
              <a:rPr lang="en-IN" altLang="en-US"/>
              <a:t>9</a:t>
            </a:r>
          </a:p>
        </p:txBody>
      </p:sp>
      <p:cxnSp>
        <p:nvCxnSpPr>
          <p:cNvPr id="22" name="Straight Connector 21"/>
          <p:cNvCxnSpPr/>
          <p:nvPr/>
        </p:nvCxnSpPr>
        <p:spPr>
          <a:xfrm flipV="1">
            <a:off x="531813" y="1362075"/>
            <a:ext cx="2722562" cy="142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dirty="0">
                          <a:solidFill>
                            <a:srgbClr val="FF0000"/>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dirty="0">
                          <a:solidFill>
                            <a:schemeClr val="tx1"/>
                          </a:solidFill>
                        </a:rPr>
                        <a:t>6</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dirty="0">
                          <a:solidFill>
                            <a:schemeClr val="tx1"/>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102461" name="Slide Number Placeholder 3"/>
          <p:cNvSpPr>
            <a:spLocks noGrp="1"/>
          </p:cNvSpPr>
          <p:nvPr>
            <p:ph type="sldNum" sz="quarter" idx="12"/>
          </p:nvPr>
        </p:nvSpPr>
        <p:spPr bwMode="auto">
          <a:noFill/>
          <a:ln>
            <a:miter lim="800000"/>
            <a:headEnd/>
            <a:tailEnd/>
          </a:ln>
        </p:spPr>
        <p:txBody>
          <a:bodyPr/>
          <a:lstStyle/>
          <a:p>
            <a:fld id="{449D7A6A-7002-4DA6-BB7A-998B474EFDD9}" type="slidenum">
              <a:rPr lang="en-US" altLang="en-US"/>
              <a:pPr/>
              <a:t>91</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02486"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102487"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02488"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102525"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2527"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1814513" y="4162425"/>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2530" name="TextBox 7"/>
          <p:cNvSpPr txBox="1">
            <a:spLocks noChangeArrowheads="1"/>
          </p:cNvSpPr>
          <p:nvPr/>
        </p:nvSpPr>
        <p:spPr bwMode="auto">
          <a:xfrm>
            <a:off x="2447925" y="5586413"/>
            <a:ext cx="323850" cy="369887"/>
          </a:xfrm>
          <a:prstGeom prst="rect">
            <a:avLst/>
          </a:prstGeom>
          <a:noFill/>
          <a:ln w="9525">
            <a:noFill/>
            <a:miter lim="800000"/>
            <a:headEnd/>
            <a:tailEnd/>
          </a:ln>
        </p:spPr>
        <p:txBody>
          <a:bodyPr>
            <a:spAutoFit/>
          </a:bodyPr>
          <a:lstStyle/>
          <a:p>
            <a:r>
              <a:rPr lang="en-IN" altLang="en-US"/>
              <a:t>6</a:t>
            </a:r>
          </a:p>
        </p:txBody>
      </p:sp>
      <p:cxnSp>
        <p:nvCxnSpPr>
          <p:cNvPr id="8" name="Straight Connector 7"/>
          <p:cNvCxnSpPr/>
          <p:nvPr/>
        </p:nvCxnSpPr>
        <p:spPr>
          <a:xfrm flipV="1">
            <a:off x="457200" y="2060575"/>
            <a:ext cx="2722563" cy="14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2379663"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2533" name="TextBox 7"/>
          <p:cNvSpPr txBox="1">
            <a:spLocks noChangeArrowheads="1"/>
          </p:cNvSpPr>
          <p:nvPr/>
        </p:nvSpPr>
        <p:spPr bwMode="auto">
          <a:xfrm>
            <a:off x="3100388" y="5586413"/>
            <a:ext cx="323850" cy="369887"/>
          </a:xfrm>
          <a:prstGeom prst="rect">
            <a:avLst/>
          </a:prstGeom>
          <a:noFill/>
          <a:ln w="9525">
            <a:noFill/>
            <a:miter lim="800000"/>
            <a:headEnd/>
            <a:tailEnd/>
          </a:ln>
        </p:spPr>
        <p:txBody>
          <a:bodyPr>
            <a:spAutoFit/>
          </a:bodyPr>
          <a:lstStyle/>
          <a:p>
            <a:r>
              <a:rPr lang="en-IN" altLang="en-US"/>
              <a:t>8</a:t>
            </a:r>
          </a:p>
        </p:txBody>
      </p:sp>
      <p:cxnSp>
        <p:nvCxnSpPr>
          <p:cNvPr id="20" name="Straight Connector 19"/>
          <p:cNvCxnSpPr/>
          <p:nvPr/>
        </p:nvCxnSpPr>
        <p:spPr>
          <a:xfrm flipH="1">
            <a:off x="2859088"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2535" name="TextBox 7"/>
          <p:cNvSpPr txBox="1">
            <a:spLocks noChangeArrowheads="1"/>
          </p:cNvSpPr>
          <p:nvPr/>
        </p:nvSpPr>
        <p:spPr bwMode="auto">
          <a:xfrm>
            <a:off x="3590925" y="5586413"/>
            <a:ext cx="544513" cy="369887"/>
          </a:xfrm>
          <a:prstGeom prst="rect">
            <a:avLst/>
          </a:prstGeom>
          <a:noFill/>
          <a:ln w="9525">
            <a:noFill/>
            <a:miter lim="800000"/>
            <a:headEnd/>
            <a:tailEnd/>
          </a:ln>
        </p:spPr>
        <p:txBody>
          <a:bodyPr>
            <a:spAutoFit/>
          </a:bodyPr>
          <a:lstStyle/>
          <a:p>
            <a:r>
              <a:rPr lang="en-IN" altLang="en-US"/>
              <a:t>9</a:t>
            </a:r>
          </a:p>
        </p:txBody>
      </p:sp>
      <p:cxnSp>
        <p:nvCxnSpPr>
          <p:cNvPr id="22" name="Straight Connector 21"/>
          <p:cNvCxnSpPr/>
          <p:nvPr/>
        </p:nvCxnSpPr>
        <p:spPr>
          <a:xfrm flipV="1">
            <a:off x="457200" y="2459038"/>
            <a:ext cx="2722563" cy="142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457200" y="1362075"/>
            <a:ext cx="2722563" cy="142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dirty="0">
                          <a:solidFill>
                            <a:srgbClr val="FF0000"/>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dirty="0">
                          <a:solidFill>
                            <a:schemeClr val="tx1"/>
                          </a:solidFill>
                        </a:rPr>
                        <a:t>6</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dirty="0">
                          <a:solidFill>
                            <a:schemeClr val="tx1"/>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103485" name="Slide Number Placeholder 3"/>
          <p:cNvSpPr>
            <a:spLocks noGrp="1"/>
          </p:cNvSpPr>
          <p:nvPr>
            <p:ph type="sldNum" sz="quarter" idx="12"/>
          </p:nvPr>
        </p:nvSpPr>
        <p:spPr bwMode="auto">
          <a:noFill/>
          <a:ln>
            <a:miter lim="800000"/>
            <a:headEnd/>
            <a:tailEnd/>
          </a:ln>
        </p:spPr>
        <p:txBody>
          <a:bodyPr/>
          <a:lstStyle/>
          <a:p>
            <a:fld id="{5637CCA2-0E01-4A19-A2FF-689E8BBB3115}" type="slidenum">
              <a:rPr lang="en-US" altLang="en-US"/>
              <a:pPr/>
              <a:t>92</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03510"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103511"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03512"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103549"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3551"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1814513" y="4162425"/>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3554" name="TextBox 7"/>
          <p:cNvSpPr txBox="1">
            <a:spLocks noChangeArrowheads="1"/>
          </p:cNvSpPr>
          <p:nvPr/>
        </p:nvSpPr>
        <p:spPr bwMode="auto">
          <a:xfrm>
            <a:off x="2447925" y="5586413"/>
            <a:ext cx="323850" cy="369887"/>
          </a:xfrm>
          <a:prstGeom prst="rect">
            <a:avLst/>
          </a:prstGeom>
          <a:noFill/>
          <a:ln w="9525">
            <a:noFill/>
            <a:miter lim="800000"/>
            <a:headEnd/>
            <a:tailEnd/>
          </a:ln>
        </p:spPr>
        <p:txBody>
          <a:bodyPr>
            <a:spAutoFit/>
          </a:bodyPr>
          <a:lstStyle/>
          <a:p>
            <a:r>
              <a:rPr lang="en-IN" altLang="en-US"/>
              <a:t>6</a:t>
            </a:r>
          </a:p>
        </p:txBody>
      </p:sp>
      <p:cxnSp>
        <p:nvCxnSpPr>
          <p:cNvPr id="8" name="Straight Connector 7"/>
          <p:cNvCxnSpPr/>
          <p:nvPr/>
        </p:nvCxnSpPr>
        <p:spPr>
          <a:xfrm flipV="1">
            <a:off x="457200" y="2060575"/>
            <a:ext cx="2722563" cy="14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2379663"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3557" name="TextBox 7"/>
          <p:cNvSpPr txBox="1">
            <a:spLocks noChangeArrowheads="1"/>
          </p:cNvSpPr>
          <p:nvPr/>
        </p:nvSpPr>
        <p:spPr bwMode="auto">
          <a:xfrm>
            <a:off x="3100388" y="5586413"/>
            <a:ext cx="323850" cy="369887"/>
          </a:xfrm>
          <a:prstGeom prst="rect">
            <a:avLst/>
          </a:prstGeom>
          <a:noFill/>
          <a:ln w="9525">
            <a:noFill/>
            <a:miter lim="800000"/>
            <a:headEnd/>
            <a:tailEnd/>
          </a:ln>
        </p:spPr>
        <p:txBody>
          <a:bodyPr>
            <a:spAutoFit/>
          </a:bodyPr>
          <a:lstStyle/>
          <a:p>
            <a:r>
              <a:rPr lang="en-IN" altLang="en-US"/>
              <a:t>8</a:t>
            </a:r>
          </a:p>
        </p:txBody>
      </p:sp>
      <p:cxnSp>
        <p:nvCxnSpPr>
          <p:cNvPr id="20" name="Straight Connector 19"/>
          <p:cNvCxnSpPr/>
          <p:nvPr/>
        </p:nvCxnSpPr>
        <p:spPr>
          <a:xfrm flipH="1">
            <a:off x="2859088"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3559" name="TextBox 7"/>
          <p:cNvSpPr txBox="1">
            <a:spLocks noChangeArrowheads="1"/>
          </p:cNvSpPr>
          <p:nvPr/>
        </p:nvSpPr>
        <p:spPr bwMode="auto">
          <a:xfrm>
            <a:off x="3590925" y="5586413"/>
            <a:ext cx="544513" cy="369887"/>
          </a:xfrm>
          <a:prstGeom prst="rect">
            <a:avLst/>
          </a:prstGeom>
          <a:noFill/>
          <a:ln w="9525">
            <a:noFill/>
            <a:miter lim="800000"/>
            <a:headEnd/>
            <a:tailEnd/>
          </a:ln>
        </p:spPr>
        <p:txBody>
          <a:bodyPr>
            <a:spAutoFit/>
          </a:bodyPr>
          <a:lstStyle/>
          <a:p>
            <a:r>
              <a:rPr lang="en-IN" altLang="en-US"/>
              <a:t>9</a:t>
            </a:r>
          </a:p>
        </p:txBody>
      </p:sp>
      <p:cxnSp>
        <p:nvCxnSpPr>
          <p:cNvPr id="22" name="Straight Connector 21"/>
          <p:cNvCxnSpPr/>
          <p:nvPr/>
        </p:nvCxnSpPr>
        <p:spPr>
          <a:xfrm flipV="1">
            <a:off x="457200" y="2459038"/>
            <a:ext cx="2722563" cy="142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316288"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3562" name="TextBox 7"/>
          <p:cNvSpPr txBox="1">
            <a:spLocks noChangeArrowheads="1"/>
          </p:cNvSpPr>
          <p:nvPr/>
        </p:nvSpPr>
        <p:spPr bwMode="auto">
          <a:xfrm>
            <a:off x="4135438" y="5586413"/>
            <a:ext cx="544512" cy="369887"/>
          </a:xfrm>
          <a:prstGeom prst="rect">
            <a:avLst/>
          </a:prstGeom>
          <a:noFill/>
          <a:ln w="9525">
            <a:noFill/>
            <a:miter lim="800000"/>
            <a:headEnd/>
            <a:tailEnd/>
          </a:ln>
        </p:spPr>
        <p:txBody>
          <a:bodyPr>
            <a:spAutoFit/>
          </a:bodyPr>
          <a:lstStyle/>
          <a:p>
            <a:r>
              <a:rPr lang="en-IN" altLang="en-US"/>
              <a:t>11</a:t>
            </a:r>
          </a:p>
        </p:txBody>
      </p:sp>
      <p:cxnSp>
        <p:nvCxnSpPr>
          <p:cNvPr id="26" name="Straight Connector 25"/>
          <p:cNvCxnSpPr/>
          <p:nvPr/>
        </p:nvCxnSpPr>
        <p:spPr>
          <a:xfrm flipV="1">
            <a:off x="527050" y="1376363"/>
            <a:ext cx="2722563" cy="127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dirty="0">
                          <a:solidFill>
                            <a:srgbClr val="FF0000"/>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dirty="0">
                          <a:solidFill>
                            <a:srgbClr val="FF0000"/>
                          </a:solidFill>
                        </a:rPr>
                        <a:t>4</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dirty="0">
                          <a:solidFill>
                            <a:schemeClr val="tx1"/>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104509" name="Slide Number Placeholder 3"/>
          <p:cNvSpPr>
            <a:spLocks noGrp="1"/>
          </p:cNvSpPr>
          <p:nvPr>
            <p:ph type="sldNum" sz="quarter" idx="12"/>
          </p:nvPr>
        </p:nvSpPr>
        <p:spPr bwMode="auto">
          <a:noFill/>
          <a:ln>
            <a:miter lim="800000"/>
            <a:headEnd/>
            <a:tailEnd/>
          </a:ln>
        </p:spPr>
        <p:txBody>
          <a:bodyPr/>
          <a:lstStyle/>
          <a:p>
            <a:fld id="{FB1CB43B-8E17-4D2D-8925-4D5CF6344A9E}" type="slidenum">
              <a:rPr lang="en-US" altLang="en-US"/>
              <a:pPr/>
              <a:t>93</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04534"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104535"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04536"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104573"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4575"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1814513" y="4162425"/>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4578" name="TextBox 7"/>
          <p:cNvSpPr txBox="1">
            <a:spLocks noChangeArrowheads="1"/>
          </p:cNvSpPr>
          <p:nvPr/>
        </p:nvSpPr>
        <p:spPr bwMode="auto">
          <a:xfrm>
            <a:off x="2447925" y="5586413"/>
            <a:ext cx="323850" cy="369887"/>
          </a:xfrm>
          <a:prstGeom prst="rect">
            <a:avLst/>
          </a:prstGeom>
          <a:noFill/>
          <a:ln w="9525">
            <a:noFill/>
            <a:miter lim="800000"/>
            <a:headEnd/>
            <a:tailEnd/>
          </a:ln>
        </p:spPr>
        <p:txBody>
          <a:bodyPr>
            <a:spAutoFit/>
          </a:bodyPr>
          <a:lstStyle/>
          <a:p>
            <a:r>
              <a:rPr lang="en-IN" altLang="en-US"/>
              <a:t>6</a:t>
            </a:r>
          </a:p>
        </p:txBody>
      </p:sp>
      <p:cxnSp>
        <p:nvCxnSpPr>
          <p:cNvPr id="8" name="Straight Connector 7"/>
          <p:cNvCxnSpPr/>
          <p:nvPr/>
        </p:nvCxnSpPr>
        <p:spPr>
          <a:xfrm flipV="1">
            <a:off x="457200" y="2060575"/>
            <a:ext cx="2722563" cy="14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2379663"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4581" name="TextBox 7"/>
          <p:cNvSpPr txBox="1">
            <a:spLocks noChangeArrowheads="1"/>
          </p:cNvSpPr>
          <p:nvPr/>
        </p:nvSpPr>
        <p:spPr bwMode="auto">
          <a:xfrm>
            <a:off x="3100388" y="5586413"/>
            <a:ext cx="323850" cy="369887"/>
          </a:xfrm>
          <a:prstGeom prst="rect">
            <a:avLst/>
          </a:prstGeom>
          <a:noFill/>
          <a:ln w="9525">
            <a:noFill/>
            <a:miter lim="800000"/>
            <a:headEnd/>
            <a:tailEnd/>
          </a:ln>
        </p:spPr>
        <p:txBody>
          <a:bodyPr>
            <a:spAutoFit/>
          </a:bodyPr>
          <a:lstStyle/>
          <a:p>
            <a:r>
              <a:rPr lang="en-IN" altLang="en-US"/>
              <a:t>8</a:t>
            </a:r>
          </a:p>
        </p:txBody>
      </p:sp>
      <p:cxnSp>
        <p:nvCxnSpPr>
          <p:cNvPr id="20" name="Straight Connector 19"/>
          <p:cNvCxnSpPr/>
          <p:nvPr/>
        </p:nvCxnSpPr>
        <p:spPr>
          <a:xfrm flipH="1">
            <a:off x="2859088"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4583" name="TextBox 7"/>
          <p:cNvSpPr txBox="1">
            <a:spLocks noChangeArrowheads="1"/>
          </p:cNvSpPr>
          <p:nvPr/>
        </p:nvSpPr>
        <p:spPr bwMode="auto">
          <a:xfrm>
            <a:off x="3590925" y="5586413"/>
            <a:ext cx="544513" cy="369887"/>
          </a:xfrm>
          <a:prstGeom prst="rect">
            <a:avLst/>
          </a:prstGeom>
          <a:noFill/>
          <a:ln w="9525">
            <a:noFill/>
            <a:miter lim="800000"/>
            <a:headEnd/>
            <a:tailEnd/>
          </a:ln>
        </p:spPr>
        <p:txBody>
          <a:bodyPr>
            <a:spAutoFit/>
          </a:bodyPr>
          <a:lstStyle/>
          <a:p>
            <a:r>
              <a:rPr lang="en-IN" altLang="en-US"/>
              <a:t>9</a:t>
            </a:r>
          </a:p>
        </p:txBody>
      </p:sp>
      <p:cxnSp>
        <p:nvCxnSpPr>
          <p:cNvPr id="22" name="Straight Connector 21"/>
          <p:cNvCxnSpPr/>
          <p:nvPr/>
        </p:nvCxnSpPr>
        <p:spPr>
          <a:xfrm flipV="1">
            <a:off x="457200" y="2459038"/>
            <a:ext cx="2722563" cy="142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316288"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4586" name="TextBox 7"/>
          <p:cNvSpPr txBox="1">
            <a:spLocks noChangeArrowheads="1"/>
          </p:cNvSpPr>
          <p:nvPr/>
        </p:nvSpPr>
        <p:spPr bwMode="auto">
          <a:xfrm>
            <a:off x="4135438" y="5586413"/>
            <a:ext cx="544512" cy="369887"/>
          </a:xfrm>
          <a:prstGeom prst="rect">
            <a:avLst/>
          </a:prstGeom>
          <a:noFill/>
          <a:ln w="9525">
            <a:noFill/>
            <a:miter lim="800000"/>
            <a:headEnd/>
            <a:tailEnd/>
          </a:ln>
        </p:spPr>
        <p:txBody>
          <a:bodyPr>
            <a:spAutoFit/>
          </a:bodyPr>
          <a:lstStyle/>
          <a:p>
            <a:r>
              <a:rPr lang="en-IN" altLang="en-US"/>
              <a:t>11</a:t>
            </a:r>
          </a:p>
        </p:txBody>
      </p:sp>
      <p:cxnSp>
        <p:nvCxnSpPr>
          <p:cNvPr id="26" name="Straight Connector 25"/>
          <p:cNvCxnSpPr/>
          <p:nvPr/>
        </p:nvCxnSpPr>
        <p:spPr>
          <a:xfrm flipV="1">
            <a:off x="452438" y="1436688"/>
            <a:ext cx="2724150" cy="127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dirty="0">
                          <a:solidFill>
                            <a:srgbClr val="FF0000"/>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dirty="0">
                          <a:solidFill>
                            <a:srgbClr val="FF0000"/>
                          </a:solidFill>
                        </a:rPr>
                        <a:t>4</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dirty="0">
                          <a:solidFill>
                            <a:schemeClr val="tx1"/>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105533" name="Slide Number Placeholder 3"/>
          <p:cNvSpPr>
            <a:spLocks noGrp="1"/>
          </p:cNvSpPr>
          <p:nvPr>
            <p:ph type="sldNum" sz="quarter" idx="12"/>
          </p:nvPr>
        </p:nvSpPr>
        <p:spPr bwMode="auto">
          <a:noFill/>
          <a:ln>
            <a:miter lim="800000"/>
            <a:headEnd/>
            <a:tailEnd/>
          </a:ln>
        </p:spPr>
        <p:txBody>
          <a:bodyPr/>
          <a:lstStyle/>
          <a:p>
            <a:fld id="{7C2AD7FD-C5F1-48D3-8678-C435969E4FE1}" type="slidenum">
              <a:rPr lang="en-US" altLang="en-US"/>
              <a:pPr/>
              <a:t>94</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05558"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105559"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05560"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endParaRPr lang="en-IN" sz="1800"/>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105597"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5599"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1814513" y="4162425"/>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5602" name="TextBox 7"/>
          <p:cNvSpPr txBox="1">
            <a:spLocks noChangeArrowheads="1"/>
          </p:cNvSpPr>
          <p:nvPr/>
        </p:nvSpPr>
        <p:spPr bwMode="auto">
          <a:xfrm>
            <a:off x="2447925" y="5586413"/>
            <a:ext cx="323850" cy="369887"/>
          </a:xfrm>
          <a:prstGeom prst="rect">
            <a:avLst/>
          </a:prstGeom>
          <a:noFill/>
          <a:ln w="9525">
            <a:noFill/>
            <a:miter lim="800000"/>
            <a:headEnd/>
            <a:tailEnd/>
          </a:ln>
        </p:spPr>
        <p:txBody>
          <a:bodyPr>
            <a:spAutoFit/>
          </a:bodyPr>
          <a:lstStyle/>
          <a:p>
            <a:r>
              <a:rPr lang="en-IN" altLang="en-US"/>
              <a:t>6</a:t>
            </a:r>
          </a:p>
        </p:txBody>
      </p:sp>
      <p:cxnSp>
        <p:nvCxnSpPr>
          <p:cNvPr id="8" name="Straight Connector 7"/>
          <p:cNvCxnSpPr/>
          <p:nvPr/>
        </p:nvCxnSpPr>
        <p:spPr>
          <a:xfrm flipV="1">
            <a:off x="457200" y="2060575"/>
            <a:ext cx="2722563" cy="14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2379663"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5605" name="TextBox 7"/>
          <p:cNvSpPr txBox="1">
            <a:spLocks noChangeArrowheads="1"/>
          </p:cNvSpPr>
          <p:nvPr/>
        </p:nvSpPr>
        <p:spPr bwMode="auto">
          <a:xfrm>
            <a:off x="3100388" y="5586413"/>
            <a:ext cx="323850" cy="369887"/>
          </a:xfrm>
          <a:prstGeom prst="rect">
            <a:avLst/>
          </a:prstGeom>
          <a:noFill/>
          <a:ln w="9525">
            <a:noFill/>
            <a:miter lim="800000"/>
            <a:headEnd/>
            <a:tailEnd/>
          </a:ln>
        </p:spPr>
        <p:txBody>
          <a:bodyPr>
            <a:spAutoFit/>
          </a:bodyPr>
          <a:lstStyle/>
          <a:p>
            <a:r>
              <a:rPr lang="en-IN" altLang="en-US"/>
              <a:t>8</a:t>
            </a:r>
          </a:p>
        </p:txBody>
      </p:sp>
      <p:cxnSp>
        <p:nvCxnSpPr>
          <p:cNvPr id="20" name="Straight Connector 19"/>
          <p:cNvCxnSpPr/>
          <p:nvPr/>
        </p:nvCxnSpPr>
        <p:spPr>
          <a:xfrm flipH="1">
            <a:off x="2859088"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5607" name="TextBox 7"/>
          <p:cNvSpPr txBox="1">
            <a:spLocks noChangeArrowheads="1"/>
          </p:cNvSpPr>
          <p:nvPr/>
        </p:nvSpPr>
        <p:spPr bwMode="auto">
          <a:xfrm>
            <a:off x="3590925" y="5586413"/>
            <a:ext cx="544513" cy="369887"/>
          </a:xfrm>
          <a:prstGeom prst="rect">
            <a:avLst/>
          </a:prstGeom>
          <a:noFill/>
          <a:ln w="9525">
            <a:noFill/>
            <a:miter lim="800000"/>
            <a:headEnd/>
            <a:tailEnd/>
          </a:ln>
        </p:spPr>
        <p:txBody>
          <a:bodyPr>
            <a:spAutoFit/>
          </a:bodyPr>
          <a:lstStyle/>
          <a:p>
            <a:r>
              <a:rPr lang="en-IN" altLang="en-US"/>
              <a:t>9</a:t>
            </a:r>
          </a:p>
        </p:txBody>
      </p:sp>
      <p:cxnSp>
        <p:nvCxnSpPr>
          <p:cNvPr id="22" name="Straight Connector 21"/>
          <p:cNvCxnSpPr/>
          <p:nvPr/>
        </p:nvCxnSpPr>
        <p:spPr>
          <a:xfrm flipV="1">
            <a:off x="457200" y="2459038"/>
            <a:ext cx="2722563" cy="142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316288"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5610" name="TextBox 7"/>
          <p:cNvSpPr txBox="1">
            <a:spLocks noChangeArrowheads="1"/>
          </p:cNvSpPr>
          <p:nvPr/>
        </p:nvSpPr>
        <p:spPr bwMode="auto">
          <a:xfrm>
            <a:off x="4135438" y="5586413"/>
            <a:ext cx="544512" cy="369887"/>
          </a:xfrm>
          <a:prstGeom prst="rect">
            <a:avLst/>
          </a:prstGeom>
          <a:noFill/>
          <a:ln w="9525">
            <a:noFill/>
            <a:miter lim="800000"/>
            <a:headEnd/>
            <a:tailEnd/>
          </a:ln>
        </p:spPr>
        <p:txBody>
          <a:bodyPr>
            <a:spAutoFit/>
          </a:bodyPr>
          <a:lstStyle/>
          <a:p>
            <a:r>
              <a:rPr lang="en-IN" altLang="en-US"/>
              <a:t>11</a:t>
            </a:r>
          </a:p>
        </p:txBody>
      </p:sp>
      <p:cxnSp>
        <p:nvCxnSpPr>
          <p:cNvPr id="26" name="Straight Connector 25"/>
          <p:cNvCxnSpPr/>
          <p:nvPr/>
        </p:nvCxnSpPr>
        <p:spPr>
          <a:xfrm flipV="1">
            <a:off x="531813" y="1443038"/>
            <a:ext cx="2722562"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38417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5613" name="TextBox 7"/>
          <p:cNvSpPr txBox="1">
            <a:spLocks noChangeArrowheads="1"/>
          </p:cNvSpPr>
          <p:nvPr/>
        </p:nvSpPr>
        <p:spPr bwMode="auto">
          <a:xfrm>
            <a:off x="4792663" y="5586413"/>
            <a:ext cx="544512" cy="369887"/>
          </a:xfrm>
          <a:prstGeom prst="rect">
            <a:avLst/>
          </a:prstGeom>
          <a:noFill/>
          <a:ln w="9525">
            <a:noFill/>
            <a:miter lim="800000"/>
            <a:headEnd/>
            <a:tailEnd/>
          </a:ln>
        </p:spPr>
        <p:txBody>
          <a:bodyPr>
            <a:spAutoFit/>
          </a:bodyPr>
          <a:lstStyle/>
          <a:p>
            <a:r>
              <a:rPr lang="en-IN" altLang="en-US"/>
              <a:t>13</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b="1" dirty="0">
                          <a:solidFill>
                            <a:srgbClr val="7030A0"/>
                          </a:solidFill>
                        </a:rPr>
                        <a:t>1</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dirty="0">
                          <a:solidFill>
                            <a:srgbClr val="FF0000"/>
                          </a:solidFill>
                        </a:rPr>
                        <a:t>4</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dirty="0">
                          <a:solidFill>
                            <a:schemeClr val="tx1"/>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106557" name="Slide Number Placeholder 3"/>
          <p:cNvSpPr>
            <a:spLocks noGrp="1"/>
          </p:cNvSpPr>
          <p:nvPr>
            <p:ph type="sldNum" sz="quarter" idx="12"/>
          </p:nvPr>
        </p:nvSpPr>
        <p:spPr bwMode="auto">
          <a:noFill/>
          <a:ln>
            <a:miter lim="800000"/>
            <a:headEnd/>
            <a:tailEnd/>
          </a:ln>
        </p:spPr>
        <p:txBody>
          <a:bodyPr/>
          <a:lstStyle/>
          <a:p>
            <a:fld id="{FB1BBB6D-1F87-44ED-91CF-17E667AC0B67}" type="slidenum">
              <a:rPr lang="en-US" altLang="en-US"/>
              <a:pPr/>
              <a:t>95</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06582"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106583"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06584"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106621"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6623"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1814513" y="4162425"/>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6626" name="TextBox 7"/>
          <p:cNvSpPr txBox="1">
            <a:spLocks noChangeArrowheads="1"/>
          </p:cNvSpPr>
          <p:nvPr/>
        </p:nvSpPr>
        <p:spPr bwMode="auto">
          <a:xfrm>
            <a:off x="2447925" y="5586413"/>
            <a:ext cx="323850" cy="369887"/>
          </a:xfrm>
          <a:prstGeom prst="rect">
            <a:avLst/>
          </a:prstGeom>
          <a:noFill/>
          <a:ln w="9525">
            <a:noFill/>
            <a:miter lim="800000"/>
            <a:headEnd/>
            <a:tailEnd/>
          </a:ln>
        </p:spPr>
        <p:txBody>
          <a:bodyPr>
            <a:spAutoFit/>
          </a:bodyPr>
          <a:lstStyle/>
          <a:p>
            <a:r>
              <a:rPr lang="en-IN" altLang="en-US"/>
              <a:t>6</a:t>
            </a:r>
          </a:p>
        </p:txBody>
      </p:sp>
      <p:cxnSp>
        <p:nvCxnSpPr>
          <p:cNvPr id="8" name="Straight Connector 7"/>
          <p:cNvCxnSpPr/>
          <p:nvPr/>
        </p:nvCxnSpPr>
        <p:spPr>
          <a:xfrm flipV="1">
            <a:off x="457200" y="2060575"/>
            <a:ext cx="2722563" cy="14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2379663"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6629" name="TextBox 7"/>
          <p:cNvSpPr txBox="1">
            <a:spLocks noChangeArrowheads="1"/>
          </p:cNvSpPr>
          <p:nvPr/>
        </p:nvSpPr>
        <p:spPr bwMode="auto">
          <a:xfrm>
            <a:off x="3100388" y="5586413"/>
            <a:ext cx="323850" cy="369887"/>
          </a:xfrm>
          <a:prstGeom prst="rect">
            <a:avLst/>
          </a:prstGeom>
          <a:noFill/>
          <a:ln w="9525">
            <a:noFill/>
            <a:miter lim="800000"/>
            <a:headEnd/>
            <a:tailEnd/>
          </a:ln>
        </p:spPr>
        <p:txBody>
          <a:bodyPr>
            <a:spAutoFit/>
          </a:bodyPr>
          <a:lstStyle/>
          <a:p>
            <a:r>
              <a:rPr lang="en-IN" altLang="en-US"/>
              <a:t>8</a:t>
            </a:r>
          </a:p>
        </p:txBody>
      </p:sp>
      <p:cxnSp>
        <p:nvCxnSpPr>
          <p:cNvPr id="20" name="Straight Connector 19"/>
          <p:cNvCxnSpPr/>
          <p:nvPr/>
        </p:nvCxnSpPr>
        <p:spPr>
          <a:xfrm flipH="1">
            <a:off x="2859088"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6631" name="TextBox 7"/>
          <p:cNvSpPr txBox="1">
            <a:spLocks noChangeArrowheads="1"/>
          </p:cNvSpPr>
          <p:nvPr/>
        </p:nvSpPr>
        <p:spPr bwMode="auto">
          <a:xfrm>
            <a:off x="3590925" y="5586413"/>
            <a:ext cx="544513" cy="369887"/>
          </a:xfrm>
          <a:prstGeom prst="rect">
            <a:avLst/>
          </a:prstGeom>
          <a:noFill/>
          <a:ln w="9525">
            <a:noFill/>
            <a:miter lim="800000"/>
            <a:headEnd/>
            <a:tailEnd/>
          </a:ln>
        </p:spPr>
        <p:txBody>
          <a:bodyPr>
            <a:spAutoFit/>
          </a:bodyPr>
          <a:lstStyle/>
          <a:p>
            <a:r>
              <a:rPr lang="en-IN" altLang="en-US"/>
              <a:t>9</a:t>
            </a:r>
          </a:p>
        </p:txBody>
      </p:sp>
      <p:cxnSp>
        <p:nvCxnSpPr>
          <p:cNvPr id="22" name="Straight Connector 21"/>
          <p:cNvCxnSpPr/>
          <p:nvPr/>
        </p:nvCxnSpPr>
        <p:spPr>
          <a:xfrm flipV="1">
            <a:off x="457200" y="2459038"/>
            <a:ext cx="2722563" cy="142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316288"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6634" name="TextBox 7"/>
          <p:cNvSpPr txBox="1">
            <a:spLocks noChangeArrowheads="1"/>
          </p:cNvSpPr>
          <p:nvPr/>
        </p:nvSpPr>
        <p:spPr bwMode="auto">
          <a:xfrm>
            <a:off x="4135438" y="5586413"/>
            <a:ext cx="544512" cy="369887"/>
          </a:xfrm>
          <a:prstGeom prst="rect">
            <a:avLst/>
          </a:prstGeom>
          <a:noFill/>
          <a:ln w="9525">
            <a:noFill/>
            <a:miter lim="800000"/>
            <a:headEnd/>
            <a:tailEnd/>
          </a:ln>
        </p:spPr>
        <p:txBody>
          <a:bodyPr>
            <a:spAutoFit/>
          </a:bodyPr>
          <a:lstStyle/>
          <a:p>
            <a:r>
              <a:rPr lang="en-IN" altLang="en-US"/>
              <a:t>11</a:t>
            </a:r>
          </a:p>
        </p:txBody>
      </p:sp>
      <p:cxnSp>
        <p:nvCxnSpPr>
          <p:cNvPr id="26" name="Straight Connector 25"/>
          <p:cNvCxnSpPr/>
          <p:nvPr/>
        </p:nvCxnSpPr>
        <p:spPr>
          <a:xfrm flipV="1">
            <a:off x="531813" y="1443038"/>
            <a:ext cx="2722562"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38417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6637" name="TextBox 7"/>
          <p:cNvSpPr txBox="1">
            <a:spLocks noChangeArrowheads="1"/>
          </p:cNvSpPr>
          <p:nvPr/>
        </p:nvSpPr>
        <p:spPr bwMode="auto">
          <a:xfrm>
            <a:off x="4792663" y="5586413"/>
            <a:ext cx="544512" cy="369887"/>
          </a:xfrm>
          <a:prstGeom prst="rect">
            <a:avLst/>
          </a:prstGeom>
          <a:noFill/>
          <a:ln w="9525">
            <a:noFill/>
            <a:miter lim="800000"/>
            <a:headEnd/>
            <a:tailEnd/>
          </a:ln>
        </p:spPr>
        <p:txBody>
          <a:bodyPr>
            <a:spAutoFit/>
          </a:bodyPr>
          <a:lstStyle/>
          <a:p>
            <a:r>
              <a:rPr lang="en-IN" altLang="en-US"/>
              <a:t>13</a:t>
            </a: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b="1" dirty="0">
                          <a:solidFill>
                            <a:srgbClr val="7030A0"/>
                          </a:solidFill>
                        </a:rPr>
                        <a:t>1</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dirty="0">
                          <a:solidFill>
                            <a:srgbClr val="FF0000"/>
                          </a:solidFill>
                        </a:rPr>
                        <a:t>4</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dirty="0">
                          <a:solidFill>
                            <a:schemeClr val="tx1"/>
                          </a:solidFill>
                        </a:rPr>
                        <a:t>3</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107581" name="Slide Number Placeholder 3"/>
          <p:cNvSpPr>
            <a:spLocks noGrp="1"/>
          </p:cNvSpPr>
          <p:nvPr>
            <p:ph type="sldNum" sz="quarter" idx="12"/>
          </p:nvPr>
        </p:nvSpPr>
        <p:spPr bwMode="auto">
          <a:noFill/>
          <a:ln>
            <a:miter lim="800000"/>
            <a:headEnd/>
            <a:tailEnd/>
          </a:ln>
        </p:spPr>
        <p:txBody>
          <a:bodyPr/>
          <a:lstStyle/>
          <a:p>
            <a:fld id="{6B46589A-C47D-4977-BBEC-54C5601B22C4}" type="slidenum">
              <a:rPr lang="en-US" altLang="en-US"/>
              <a:pPr/>
              <a:t>96</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07606"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107607"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07608"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endParaRPr lang="en-IN" sz="1800"/>
                    </a:p>
                  </a:txBody>
                  <a:tcPr marT="45798" marB="45798"/>
                </a:tc>
                <a:tc>
                  <a:txBody>
                    <a:bodyPr/>
                    <a:lstStyle/>
                    <a:p>
                      <a:endParaRPr lang="en-IN" sz="1800" dirty="0"/>
                    </a:p>
                  </a:txBody>
                  <a:tcPr marT="45798" marB="45798"/>
                </a:tc>
              </a:tr>
            </a:tbl>
          </a:graphicData>
        </a:graphic>
      </p:graphicFrame>
      <p:sp>
        <p:nvSpPr>
          <p:cNvPr id="107645"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7647"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1814513" y="4162425"/>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7650" name="TextBox 7"/>
          <p:cNvSpPr txBox="1">
            <a:spLocks noChangeArrowheads="1"/>
          </p:cNvSpPr>
          <p:nvPr/>
        </p:nvSpPr>
        <p:spPr bwMode="auto">
          <a:xfrm>
            <a:off x="2447925" y="5586413"/>
            <a:ext cx="323850" cy="369887"/>
          </a:xfrm>
          <a:prstGeom prst="rect">
            <a:avLst/>
          </a:prstGeom>
          <a:noFill/>
          <a:ln w="9525">
            <a:noFill/>
            <a:miter lim="800000"/>
            <a:headEnd/>
            <a:tailEnd/>
          </a:ln>
        </p:spPr>
        <p:txBody>
          <a:bodyPr>
            <a:spAutoFit/>
          </a:bodyPr>
          <a:lstStyle/>
          <a:p>
            <a:r>
              <a:rPr lang="en-IN" altLang="en-US"/>
              <a:t>6</a:t>
            </a:r>
          </a:p>
        </p:txBody>
      </p:sp>
      <p:cxnSp>
        <p:nvCxnSpPr>
          <p:cNvPr id="8" name="Straight Connector 7"/>
          <p:cNvCxnSpPr/>
          <p:nvPr/>
        </p:nvCxnSpPr>
        <p:spPr>
          <a:xfrm flipV="1">
            <a:off x="457200" y="2060575"/>
            <a:ext cx="2722563" cy="14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2379663"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7653" name="TextBox 7"/>
          <p:cNvSpPr txBox="1">
            <a:spLocks noChangeArrowheads="1"/>
          </p:cNvSpPr>
          <p:nvPr/>
        </p:nvSpPr>
        <p:spPr bwMode="auto">
          <a:xfrm>
            <a:off x="3100388" y="5586413"/>
            <a:ext cx="323850" cy="369887"/>
          </a:xfrm>
          <a:prstGeom prst="rect">
            <a:avLst/>
          </a:prstGeom>
          <a:noFill/>
          <a:ln w="9525">
            <a:noFill/>
            <a:miter lim="800000"/>
            <a:headEnd/>
            <a:tailEnd/>
          </a:ln>
        </p:spPr>
        <p:txBody>
          <a:bodyPr>
            <a:spAutoFit/>
          </a:bodyPr>
          <a:lstStyle/>
          <a:p>
            <a:r>
              <a:rPr lang="en-IN" altLang="en-US"/>
              <a:t>8</a:t>
            </a:r>
          </a:p>
        </p:txBody>
      </p:sp>
      <p:cxnSp>
        <p:nvCxnSpPr>
          <p:cNvPr id="20" name="Straight Connector 19"/>
          <p:cNvCxnSpPr/>
          <p:nvPr/>
        </p:nvCxnSpPr>
        <p:spPr>
          <a:xfrm flipH="1">
            <a:off x="2859088"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7655" name="TextBox 7"/>
          <p:cNvSpPr txBox="1">
            <a:spLocks noChangeArrowheads="1"/>
          </p:cNvSpPr>
          <p:nvPr/>
        </p:nvSpPr>
        <p:spPr bwMode="auto">
          <a:xfrm>
            <a:off x="3590925" y="5586413"/>
            <a:ext cx="544513" cy="369887"/>
          </a:xfrm>
          <a:prstGeom prst="rect">
            <a:avLst/>
          </a:prstGeom>
          <a:noFill/>
          <a:ln w="9525">
            <a:noFill/>
            <a:miter lim="800000"/>
            <a:headEnd/>
            <a:tailEnd/>
          </a:ln>
        </p:spPr>
        <p:txBody>
          <a:bodyPr>
            <a:spAutoFit/>
          </a:bodyPr>
          <a:lstStyle/>
          <a:p>
            <a:r>
              <a:rPr lang="en-IN" altLang="en-US"/>
              <a:t>9</a:t>
            </a:r>
          </a:p>
        </p:txBody>
      </p:sp>
      <p:cxnSp>
        <p:nvCxnSpPr>
          <p:cNvPr id="22" name="Straight Connector 21"/>
          <p:cNvCxnSpPr/>
          <p:nvPr/>
        </p:nvCxnSpPr>
        <p:spPr>
          <a:xfrm flipV="1">
            <a:off x="457200" y="2459038"/>
            <a:ext cx="2722563" cy="142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316288"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7658" name="TextBox 7"/>
          <p:cNvSpPr txBox="1">
            <a:spLocks noChangeArrowheads="1"/>
          </p:cNvSpPr>
          <p:nvPr/>
        </p:nvSpPr>
        <p:spPr bwMode="auto">
          <a:xfrm>
            <a:off x="4135438" y="5586413"/>
            <a:ext cx="544512" cy="369887"/>
          </a:xfrm>
          <a:prstGeom prst="rect">
            <a:avLst/>
          </a:prstGeom>
          <a:noFill/>
          <a:ln w="9525">
            <a:noFill/>
            <a:miter lim="800000"/>
            <a:headEnd/>
            <a:tailEnd/>
          </a:ln>
        </p:spPr>
        <p:txBody>
          <a:bodyPr>
            <a:spAutoFit/>
          </a:bodyPr>
          <a:lstStyle/>
          <a:p>
            <a:r>
              <a:rPr lang="en-IN" altLang="en-US"/>
              <a:t>11</a:t>
            </a:r>
          </a:p>
        </p:txBody>
      </p:sp>
      <p:cxnSp>
        <p:nvCxnSpPr>
          <p:cNvPr id="26" name="Straight Connector 25"/>
          <p:cNvCxnSpPr/>
          <p:nvPr/>
        </p:nvCxnSpPr>
        <p:spPr>
          <a:xfrm flipV="1">
            <a:off x="531813" y="1443038"/>
            <a:ext cx="2722562"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38417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7661" name="TextBox 7"/>
          <p:cNvSpPr txBox="1">
            <a:spLocks noChangeArrowheads="1"/>
          </p:cNvSpPr>
          <p:nvPr/>
        </p:nvSpPr>
        <p:spPr bwMode="auto">
          <a:xfrm>
            <a:off x="4792663" y="5586413"/>
            <a:ext cx="544512" cy="369887"/>
          </a:xfrm>
          <a:prstGeom prst="rect">
            <a:avLst/>
          </a:prstGeom>
          <a:noFill/>
          <a:ln w="9525">
            <a:noFill/>
            <a:miter lim="800000"/>
            <a:headEnd/>
            <a:tailEnd/>
          </a:ln>
        </p:spPr>
        <p:txBody>
          <a:bodyPr>
            <a:spAutoFit/>
          </a:bodyPr>
          <a:lstStyle/>
          <a:p>
            <a:r>
              <a:rPr lang="en-IN" altLang="en-US"/>
              <a:t>13</a:t>
            </a:r>
          </a:p>
        </p:txBody>
      </p:sp>
      <p:cxnSp>
        <p:nvCxnSpPr>
          <p:cNvPr id="29" name="Straight Connector 28"/>
          <p:cNvCxnSpPr/>
          <p:nvPr/>
        </p:nvCxnSpPr>
        <p:spPr>
          <a:xfrm flipH="1">
            <a:off x="43370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7663" name="TextBox 7"/>
          <p:cNvSpPr txBox="1">
            <a:spLocks noChangeArrowheads="1"/>
          </p:cNvSpPr>
          <p:nvPr/>
        </p:nvSpPr>
        <p:spPr bwMode="auto">
          <a:xfrm>
            <a:off x="5451475" y="5586413"/>
            <a:ext cx="542925" cy="369887"/>
          </a:xfrm>
          <a:prstGeom prst="rect">
            <a:avLst/>
          </a:prstGeom>
          <a:noFill/>
          <a:ln w="9525">
            <a:noFill/>
            <a:miter lim="800000"/>
            <a:headEnd/>
            <a:tailEnd/>
          </a:ln>
        </p:spPr>
        <p:txBody>
          <a:bodyPr>
            <a:spAutoFit/>
          </a:bodyPr>
          <a:lstStyle/>
          <a:p>
            <a:r>
              <a:rPr lang="en-IN" altLang="en-US"/>
              <a:t>15</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b="1" dirty="0">
                          <a:solidFill>
                            <a:srgbClr val="7030A0"/>
                          </a:solidFill>
                        </a:rPr>
                        <a:t>1</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dirty="0">
                          <a:solidFill>
                            <a:srgbClr val="FF0000"/>
                          </a:solidFill>
                        </a:rPr>
                        <a:t>4</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dirty="0">
                          <a:solidFill>
                            <a:srgbClr val="FF0000"/>
                          </a:solidFill>
                        </a:rPr>
                        <a:t>1</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108605" name="Slide Number Placeholder 3"/>
          <p:cNvSpPr>
            <a:spLocks noGrp="1"/>
          </p:cNvSpPr>
          <p:nvPr>
            <p:ph type="sldNum" sz="quarter" idx="12"/>
          </p:nvPr>
        </p:nvSpPr>
        <p:spPr bwMode="auto">
          <a:noFill/>
          <a:ln>
            <a:miter lim="800000"/>
            <a:headEnd/>
            <a:tailEnd/>
          </a:ln>
        </p:spPr>
        <p:txBody>
          <a:bodyPr/>
          <a:lstStyle/>
          <a:p>
            <a:fld id="{EF029D69-3CA7-41C5-ABC2-733D43BE173F}" type="slidenum">
              <a:rPr lang="en-US" altLang="en-US"/>
              <a:pPr/>
              <a:t>97</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08630"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108631"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08632"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endParaRPr lang="en-IN" sz="1800" dirty="0"/>
                    </a:p>
                  </a:txBody>
                  <a:tcPr marT="45798" marB="45798"/>
                </a:tc>
              </a:tr>
            </a:tbl>
          </a:graphicData>
        </a:graphic>
      </p:graphicFrame>
      <p:sp>
        <p:nvSpPr>
          <p:cNvPr id="108669"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8671"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1814513" y="4162425"/>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8674" name="TextBox 7"/>
          <p:cNvSpPr txBox="1">
            <a:spLocks noChangeArrowheads="1"/>
          </p:cNvSpPr>
          <p:nvPr/>
        </p:nvSpPr>
        <p:spPr bwMode="auto">
          <a:xfrm>
            <a:off x="2447925" y="5586413"/>
            <a:ext cx="323850" cy="369887"/>
          </a:xfrm>
          <a:prstGeom prst="rect">
            <a:avLst/>
          </a:prstGeom>
          <a:noFill/>
          <a:ln w="9525">
            <a:noFill/>
            <a:miter lim="800000"/>
            <a:headEnd/>
            <a:tailEnd/>
          </a:ln>
        </p:spPr>
        <p:txBody>
          <a:bodyPr>
            <a:spAutoFit/>
          </a:bodyPr>
          <a:lstStyle/>
          <a:p>
            <a:r>
              <a:rPr lang="en-IN" altLang="en-US"/>
              <a:t>6</a:t>
            </a:r>
          </a:p>
        </p:txBody>
      </p:sp>
      <p:cxnSp>
        <p:nvCxnSpPr>
          <p:cNvPr id="8" name="Straight Connector 7"/>
          <p:cNvCxnSpPr/>
          <p:nvPr/>
        </p:nvCxnSpPr>
        <p:spPr>
          <a:xfrm flipV="1">
            <a:off x="457200" y="2060575"/>
            <a:ext cx="2722563" cy="14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2379663"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8677" name="TextBox 7"/>
          <p:cNvSpPr txBox="1">
            <a:spLocks noChangeArrowheads="1"/>
          </p:cNvSpPr>
          <p:nvPr/>
        </p:nvSpPr>
        <p:spPr bwMode="auto">
          <a:xfrm>
            <a:off x="3100388" y="5586413"/>
            <a:ext cx="323850" cy="369887"/>
          </a:xfrm>
          <a:prstGeom prst="rect">
            <a:avLst/>
          </a:prstGeom>
          <a:noFill/>
          <a:ln w="9525">
            <a:noFill/>
            <a:miter lim="800000"/>
            <a:headEnd/>
            <a:tailEnd/>
          </a:ln>
        </p:spPr>
        <p:txBody>
          <a:bodyPr>
            <a:spAutoFit/>
          </a:bodyPr>
          <a:lstStyle/>
          <a:p>
            <a:r>
              <a:rPr lang="en-IN" altLang="en-US"/>
              <a:t>8</a:t>
            </a:r>
          </a:p>
        </p:txBody>
      </p:sp>
      <p:cxnSp>
        <p:nvCxnSpPr>
          <p:cNvPr id="20" name="Straight Connector 19"/>
          <p:cNvCxnSpPr/>
          <p:nvPr/>
        </p:nvCxnSpPr>
        <p:spPr>
          <a:xfrm flipH="1">
            <a:off x="2859088"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8679" name="TextBox 7"/>
          <p:cNvSpPr txBox="1">
            <a:spLocks noChangeArrowheads="1"/>
          </p:cNvSpPr>
          <p:nvPr/>
        </p:nvSpPr>
        <p:spPr bwMode="auto">
          <a:xfrm>
            <a:off x="3590925" y="5586413"/>
            <a:ext cx="544513" cy="369887"/>
          </a:xfrm>
          <a:prstGeom prst="rect">
            <a:avLst/>
          </a:prstGeom>
          <a:noFill/>
          <a:ln w="9525">
            <a:noFill/>
            <a:miter lim="800000"/>
            <a:headEnd/>
            <a:tailEnd/>
          </a:ln>
        </p:spPr>
        <p:txBody>
          <a:bodyPr>
            <a:spAutoFit/>
          </a:bodyPr>
          <a:lstStyle/>
          <a:p>
            <a:r>
              <a:rPr lang="en-IN" altLang="en-US"/>
              <a:t>9</a:t>
            </a:r>
          </a:p>
        </p:txBody>
      </p:sp>
      <p:cxnSp>
        <p:nvCxnSpPr>
          <p:cNvPr id="22" name="Straight Connector 21"/>
          <p:cNvCxnSpPr/>
          <p:nvPr/>
        </p:nvCxnSpPr>
        <p:spPr>
          <a:xfrm flipV="1">
            <a:off x="457200" y="2459038"/>
            <a:ext cx="2722563" cy="142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316288"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8682" name="TextBox 7"/>
          <p:cNvSpPr txBox="1">
            <a:spLocks noChangeArrowheads="1"/>
          </p:cNvSpPr>
          <p:nvPr/>
        </p:nvSpPr>
        <p:spPr bwMode="auto">
          <a:xfrm>
            <a:off x="4135438" y="5586413"/>
            <a:ext cx="544512" cy="369887"/>
          </a:xfrm>
          <a:prstGeom prst="rect">
            <a:avLst/>
          </a:prstGeom>
          <a:noFill/>
          <a:ln w="9525">
            <a:noFill/>
            <a:miter lim="800000"/>
            <a:headEnd/>
            <a:tailEnd/>
          </a:ln>
        </p:spPr>
        <p:txBody>
          <a:bodyPr>
            <a:spAutoFit/>
          </a:bodyPr>
          <a:lstStyle/>
          <a:p>
            <a:r>
              <a:rPr lang="en-IN" altLang="en-US"/>
              <a:t>11</a:t>
            </a:r>
          </a:p>
        </p:txBody>
      </p:sp>
      <p:cxnSp>
        <p:nvCxnSpPr>
          <p:cNvPr id="26" name="Straight Connector 25"/>
          <p:cNvCxnSpPr/>
          <p:nvPr/>
        </p:nvCxnSpPr>
        <p:spPr>
          <a:xfrm flipV="1">
            <a:off x="531813" y="1443038"/>
            <a:ext cx="2722562"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38417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8685" name="TextBox 7"/>
          <p:cNvSpPr txBox="1">
            <a:spLocks noChangeArrowheads="1"/>
          </p:cNvSpPr>
          <p:nvPr/>
        </p:nvSpPr>
        <p:spPr bwMode="auto">
          <a:xfrm>
            <a:off x="4792663" y="5586413"/>
            <a:ext cx="544512" cy="369887"/>
          </a:xfrm>
          <a:prstGeom prst="rect">
            <a:avLst/>
          </a:prstGeom>
          <a:noFill/>
          <a:ln w="9525">
            <a:noFill/>
            <a:miter lim="800000"/>
            <a:headEnd/>
            <a:tailEnd/>
          </a:ln>
        </p:spPr>
        <p:txBody>
          <a:bodyPr>
            <a:spAutoFit/>
          </a:bodyPr>
          <a:lstStyle/>
          <a:p>
            <a:r>
              <a:rPr lang="en-IN" altLang="en-US"/>
              <a:t>13</a:t>
            </a:r>
          </a:p>
        </p:txBody>
      </p:sp>
      <p:cxnSp>
        <p:nvCxnSpPr>
          <p:cNvPr id="29" name="Straight Connector 28"/>
          <p:cNvCxnSpPr/>
          <p:nvPr/>
        </p:nvCxnSpPr>
        <p:spPr>
          <a:xfrm flipH="1">
            <a:off x="43370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8687" name="TextBox 7"/>
          <p:cNvSpPr txBox="1">
            <a:spLocks noChangeArrowheads="1"/>
          </p:cNvSpPr>
          <p:nvPr/>
        </p:nvSpPr>
        <p:spPr bwMode="auto">
          <a:xfrm>
            <a:off x="5451475" y="5586413"/>
            <a:ext cx="542925" cy="369887"/>
          </a:xfrm>
          <a:prstGeom prst="rect">
            <a:avLst/>
          </a:prstGeom>
          <a:noFill/>
          <a:ln w="9525">
            <a:noFill/>
            <a:miter lim="800000"/>
            <a:headEnd/>
            <a:tailEnd/>
          </a:ln>
        </p:spPr>
        <p:txBody>
          <a:bodyPr>
            <a:spAutoFit/>
          </a:bodyPr>
          <a:lstStyle/>
          <a:p>
            <a:r>
              <a:rPr lang="en-IN" altLang="en-US"/>
              <a:t>15</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b="1" dirty="0">
                          <a:solidFill>
                            <a:srgbClr val="7030A0"/>
                          </a:solidFill>
                        </a:rPr>
                        <a:t>1</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dirty="0">
                          <a:solidFill>
                            <a:srgbClr val="FF0000"/>
                          </a:solidFill>
                        </a:rPr>
                        <a:t>4</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dirty="0">
                          <a:solidFill>
                            <a:srgbClr val="FF0000"/>
                          </a:solidFill>
                        </a:rPr>
                        <a:t>1</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109629" name="Slide Number Placeholder 3"/>
          <p:cNvSpPr>
            <a:spLocks noGrp="1"/>
          </p:cNvSpPr>
          <p:nvPr>
            <p:ph type="sldNum" sz="quarter" idx="12"/>
          </p:nvPr>
        </p:nvSpPr>
        <p:spPr bwMode="auto">
          <a:noFill/>
          <a:ln>
            <a:miter lim="800000"/>
            <a:headEnd/>
            <a:tailEnd/>
          </a:ln>
        </p:spPr>
        <p:txBody>
          <a:bodyPr/>
          <a:lstStyle/>
          <a:p>
            <a:fld id="{1828544B-3944-4945-9BB5-7F5EBEBEA49E}" type="slidenum">
              <a:rPr lang="en-US" altLang="en-US"/>
              <a:pPr/>
              <a:t>98</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endParaRPr lang="en-IN" sz="1800" dirty="0"/>
                    </a:p>
                  </a:txBody>
                  <a:tcPr marT="45798" marB="45798"/>
                </a:tc>
              </a:tr>
            </a:tbl>
          </a:graphicData>
        </a:graphic>
      </p:graphicFrame>
      <p:sp>
        <p:nvSpPr>
          <p:cNvPr id="109654"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109655"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09656"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endParaRPr lang="en-IN" sz="1800" dirty="0"/>
                    </a:p>
                  </a:txBody>
                  <a:tcPr marT="45798" marB="45798"/>
                </a:tc>
              </a:tr>
            </a:tbl>
          </a:graphicData>
        </a:graphic>
      </p:graphicFrame>
      <p:sp>
        <p:nvSpPr>
          <p:cNvPr id="109693"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9695"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1814513" y="4162425"/>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9698" name="TextBox 7"/>
          <p:cNvSpPr txBox="1">
            <a:spLocks noChangeArrowheads="1"/>
          </p:cNvSpPr>
          <p:nvPr/>
        </p:nvSpPr>
        <p:spPr bwMode="auto">
          <a:xfrm>
            <a:off x="2447925" y="5586413"/>
            <a:ext cx="323850" cy="369887"/>
          </a:xfrm>
          <a:prstGeom prst="rect">
            <a:avLst/>
          </a:prstGeom>
          <a:noFill/>
          <a:ln w="9525">
            <a:noFill/>
            <a:miter lim="800000"/>
            <a:headEnd/>
            <a:tailEnd/>
          </a:ln>
        </p:spPr>
        <p:txBody>
          <a:bodyPr>
            <a:spAutoFit/>
          </a:bodyPr>
          <a:lstStyle/>
          <a:p>
            <a:r>
              <a:rPr lang="en-IN" altLang="en-US"/>
              <a:t>6</a:t>
            </a:r>
          </a:p>
        </p:txBody>
      </p:sp>
      <p:cxnSp>
        <p:nvCxnSpPr>
          <p:cNvPr id="8" name="Straight Connector 7"/>
          <p:cNvCxnSpPr/>
          <p:nvPr/>
        </p:nvCxnSpPr>
        <p:spPr>
          <a:xfrm flipV="1">
            <a:off x="457200" y="2060575"/>
            <a:ext cx="2722563" cy="14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2379663"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9701" name="TextBox 7"/>
          <p:cNvSpPr txBox="1">
            <a:spLocks noChangeArrowheads="1"/>
          </p:cNvSpPr>
          <p:nvPr/>
        </p:nvSpPr>
        <p:spPr bwMode="auto">
          <a:xfrm>
            <a:off x="3100388" y="5586413"/>
            <a:ext cx="323850" cy="369887"/>
          </a:xfrm>
          <a:prstGeom prst="rect">
            <a:avLst/>
          </a:prstGeom>
          <a:noFill/>
          <a:ln w="9525">
            <a:noFill/>
            <a:miter lim="800000"/>
            <a:headEnd/>
            <a:tailEnd/>
          </a:ln>
        </p:spPr>
        <p:txBody>
          <a:bodyPr>
            <a:spAutoFit/>
          </a:bodyPr>
          <a:lstStyle/>
          <a:p>
            <a:r>
              <a:rPr lang="en-IN" altLang="en-US"/>
              <a:t>8</a:t>
            </a:r>
          </a:p>
        </p:txBody>
      </p:sp>
      <p:cxnSp>
        <p:nvCxnSpPr>
          <p:cNvPr id="20" name="Straight Connector 19"/>
          <p:cNvCxnSpPr/>
          <p:nvPr/>
        </p:nvCxnSpPr>
        <p:spPr>
          <a:xfrm flipH="1">
            <a:off x="2859088"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9703" name="TextBox 7"/>
          <p:cNvSpPr txBox="1">
            <a:spLocks noChangeArrowheads="1"/>
          </p:cNvSpPr>
          <p:nvPr/>
        </p:nvSpPr>
        <p:spPr bwMode="auto">
          <a:xfrm>
            <a:off x="3590925" y="5586413"/>
            <a:ext cx="544513" cy="369887"/>
          </a:xfrm>
          <a:prstGeom prst="rect">
            <a:avLst/>
          </a:prstGeom>
          <a:noFill/>
          <a:ln w="9525">
            <a:noFill/>
            <a:miter lim="800000"/>
            <a:headEnd/>
            <a:tailEnd/>
          </a:ln>
        </p:spPr>
        <p:txBody>
          <a:bodyPr>
            <a:spAutoFit/>
          </a:bodyPr>
          <a:lstStyle/>
          <a:p>
            <a:r>
              <a:rPr lang="en-IN" altLang="en-US"/>
              <a:t>9</a:t>
            </a:r>
          </a:p>
        </p:txBody>
      </p:sp>
      <p:cxnSp>
        <p:nvCxnSpPr>
          <p:cNvPr id="22" name="Straight Connector 21"/>
          <p:cNvCxnSpPr/>
          <p:nvPr/>
        </p:nvCxnSpPr>
        <p:spPr>
          <a:xfrm flipV="1">
            <a:off x="457200" y="2459038"/>
            <a:ext cx="2722563" cy="142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316288"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9706" name="TextBox 7"/>
          <p:cNvSpPr txBox="1">
            <a:spLocks noChangeArrowheads="1"/>
          </p:cNvSpPr>
          <p:nvPr/>
        </p:nvSpPr>
        <p:spPr bwMode="auto">
          <a:xfrm>
            <a:off x="4135438" y="5586413"/>
            <a:ext cx="544512" cy="369887"/>
          </a:xfrm>
          <a:prstGeom prst="rect">
            <a:avLst/>
          </a:prstGeom>
          <a:noFill/>
          <a:ln w="9525">
            <a:noFill/>
            <a:miter lim="800000"/>
            <a:headEnd/>
            <a:tailEnd/>
          </a:ln>
        </p:spPr>
        <p:txBody>
          <a:bodyPr>
            <a:spAutoFit/>
          </a:bodyPr>
          <a:lstStyle/>
          <a:p>
            <a:r>
              <a:rPr lang="en-IN" altLang="en-US"/>
              <a:t>11</a:t>
            </a:r>
          </a:p>
        </p:txBody>
      </p:sp>
      <p:cxnSp>
        <p:nvCxnSpPr>
          <p:cNvPr id="26" name="Straight Connector 25"/>
          <p:cNvCxnSpPr/>
          <p:nvPr/>
        </p:nvCxnSpPr>
        <p:spPr>
          <a:xfrm flipV="1">
            <a:off x="531813" y="1443038"/>
            <a:ext cx="2722562"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38417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9709" name="TextBox 7"/>
          <p:cNvSpPr txBox="1">
            <a:spLocks noChangeArrowheads="1"/>
          </p:cNvSpPr>
          <p:nvPr/>
        </p:nvSpPr>
        <p:spPr bwMode="auto">
          <a:xfrm>
            <a:off x="4792663" y="5586413"/>
            <a:ext cx="544512" cy="369887"/>
          </a:xfrm>
          <a:prstGeom prst="rect">
            <a:avLst/>
          </a:prstGeom>
          <a:noFill/>
          <a:ln w="9525">
            <a:noFill/>
            <a:miter lim="800000"/>
            <a:headEnd/>
            <a:tailEnd/>
          </a:ln>
        </p:spPr>
        <p:txBody>
          <a:bodyPr>
            <a:spAutoFit/>
          </a:bodyPr>
          <a:lstStyle/>
          <a:p>
            <a:r>
              <a:rPr lang="en-IN" altLang="en-US"/>
              <a:t>13</a:t>
            </a:r>
          </a:p>
        </p:txBody>
      </p:sp>
      <p:cxnSp>
        <p:nvCxnSpPr>
          <p:cNvPr id="29" name="Straight Connector 28"/>
          <p:cNvCxnSpPr/>
          <p:nvPr/>
        </p:nvCxnSpPr>
        <p:spPr>
          <a:xfrm flipH="1">
            <a:off x="43370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9711" name="TextBox 7"/>
          <p:cNvSpPr txBox="1">
            <a:spLocks noChangeArrowheads="1"/>
          </p:cNvSpPr>
          <p:nvPr/>
        </p:nvSpPr>
        <p:spPr bwMode="auto">
          <a:xfrm>
            <a:off x="5451475" y="5586413"/>
            <a:ext cx="542925" cy="369887"/>
          </a:xfrm>
          <a:prstGeom prst="rect">
            <a:avLst/>
          </a:prstGeom>
          <a:noFill/>
          <a:ln w="9525">
            <a:noFill/>
            <a:miter lim="800000"/>
            <a:headEnd/>
            <a:tailEnd/>
          </a:ln>
        </p:spPr>
        <p:txBody>
          <a:bodyPr>
            <a:spAutoFit/>
          </a:bodyPr>
          <a:lstStyle/>
          <a:p>
            <a:r>
              <a:rPr lang="en-IN" altLang="en-US"/>
              <a:t>15</a:t>
            </a:r>
          </a:p>
        </p:txBody>
      </p:sp>
      <p:cxnSp>
        <p:nvCxnSpPr>
          <p:cNvPr id="31" name="Straight Connector 30"/>
          <p:cNvCxnSpPr/>
          <p:nvPr/>
        </p:nvCxnSpPr>
        <p:spPr>
          <a:xfrm flipH="1">
            <a:off x="486251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9713" name="TextBox 7"/>
          <p:cNvSpPr txBox="1">
            <a:spLocks noChangeArrowheads="1"/>
          </p:cNvSpPr>
          <p:nvPr/>
        </p:nvSpPr>
        <p:spPr bwMode="auto">
          <a:xfrm>
            <a:off x="5994400" y="5586413"/>
            <a:ext cx="544513" cy="369887"/>
          </a:xfrm>
          <a:prstGeom prst="rect">
            <a:avLst/>
          </a:prstGeom>
          <a:noFill/>
          <a:ln w="9525">
            <a:noFill/>
            <a:miter lim="800000"/>
            <a:headEnd/>
            <a:tailEnd/>
          </a:ln>
        </p:spPr>
        <p:txBody>
          <a:bodyPr>
            <a:spAutoFit/>
          </a:bodyPr>
          <a:lstStyle/>
          <a:p>
            <a:r>
              <a:rPr lang="en-IN" altLang="en-US"/>
              <a:t>17</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b="1" dirty="0">
                          <a:solidFill>
                            <a:srgbClr val="7030A0"/>
                          </a:solidFill>
                        </a:rPr>
                        <a:t>1</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b="1" dirty="0">
                          <a:solidFill>
                            <a:srgbClr val="7030A0"/>
                          </a:solidFill>
                        </a:rPr>
                        <a:t>2</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dirty="0">
                          <a:solidFill>
                            <a:srgbClr val="FF0000"/>
                          </a:solidFill>
                        </a:rPr>
                        <a:t>1</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110653" name="Slide Number Placeholder 3"/>
          <p:cNvSpPr>
            <a:spLocks noGrp="1"/>
          </p:cNvSpPr>
          <p:nvPr>
            <p:ph type="sldNum" sz="quarter" idx="12"/>
          </p:nvPr>
        </p:nvSpPr>
        <p:spPr bwMode="auto">
          <a:noFill/>
          <a:ln>
            <a:miter lim="800000"/>
            <a:headEnd/>
            <a:tailEnd/>
          </a:ln>
        </p:spPr>
        <p:txBody>
          <a:bodyPr/>
          <a:lstStyle/>
          <a:p>
            <a:fld id="{93898763-73AA-4AA9-902C-D753576019E4}" type="slidenum">
              <a:rPr lang="en-US" altLang="en-US"/>
              <a:pPr/>
              <a:t>99</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endParaRPr lang="en-IN" sz="1800" dirty="0"/>
                    </a:p>
                  </a:txBody>
                  <a:tcPr marT="45798" marB="45798"/>
                </a:tc>
              </a:tr>
            </a:tbl>
          </a:graphicData>
        </a:graphic>
      </p:graphicFrame>
      <p:sp>
        <p:nvSpPr>
          <p:cNvPr id="110678"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110679"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10680"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r>
            </a:tbl>
          </a:graphicData>
        </a:graphic>
      </p:graphicFrame>
      <p:sp>
        <p:nvSpPr>
          <p:cNvPr id="110717"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0719"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1814513" y="4162425"/>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0722" name="TextBox 7"/>
          <p:cNvSpPr txBox="1">
            <a:spLocks noChangeArrowheads="1"/>
          </p:cNvSpPr>
          <p:nvPr/>
        </p:nvSpPr>
        <p:spPr bwMode="auto">
          <a:xfrm>
            <a:off x="2447925" y="5586413"/>
            <a:ext cx="323850" cy="369887"/>
          </a:xfrm>
          <a:prstGeom prst="rect">
            <a:avLst/>
          </a:prstGeom>
          <a:noFill/>
          <a:ln w="9525">
            <a:noFill/>
            <a:miter lim="800000"/>
            <a:headEnd/>
            <a:tailEnd/>
          </a:ln>
        </p:spPr>
        <p:txBody>
          <a:bodyPr>
            <a:spAutoFit/>
          </a:bodyPr>
          <a:lstStyle/>
          <a:p>
            <a:r>
              <a:rPr lang="en-IN" altLang="en-US"/>
              <a:t>6</a:t>
            </a:r>
          </a:p>
        </p:txBody>
      </p:sp>
      <p:cxnSp>
        <p:nvCxnSpPr>
          <p:cNvPr id="8" name="Straight Connector 7"/>
          <p:cNvCxnSpPr/>
          <p:nvPr/>
        </p:nvCxnSpPr>
        <p:spPr>
          <a:xfrm flipV="1">
            <a:off x="457200" y="2060575"/>
            <a:ext cx="2722563" cy="14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2379663"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0725" name="TextBox 7"/>
          <p:cNvSpPr txBox="1">
            <a:spLocks noChangeArrowheads="1"/>
          </p:cNvSpPr>
          <p:nvPr/>
        </p:nvSpPr>
        <p:spPr bwMode="auto">
          <a:xfrm>
            <a:off x="3100388" y="5586413"/>
            <a:ext cx="323850" cy="369887"/>
          </a:xfrm>
          <a:prstGeom prst="rect">
            <a:avLst/>
          </a:prstGeom>
          <a:noFill/>
          <a:ln w="9525">
            <a:noFill/>
            <a:miter lim="800000"/>
            <a:headEnd/>
            <a:tailEnd/>
          </a:ln>
        </p:spPr>
        <p:txBody>
          <a:bodyPr>
            <a:spAutoFit/>
          </a:bodyPr>
          <a:lstStyle/>
          <a:p>
            <a:r>
              <a:rPr lang="en-IN" altLang="en-US"/>
              <a:t>8</a:t>
            </a:r>
          </a:p>
        </p:txBody>
      </p:sp>
      <p:cxnSp>
        <p:nvCxnSpPr>
          <p:cNvPr id="20" name="Straight Connector 19"/>
          <p:cNvCxnSpPr/>
          <p:nvPr/>
        </p:nvCxnSpPr>
        <p:spPr>
          <a:xfrm flipH="1">
            <a:off x="2859088"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0727" name="TextBox 7"/>
          <p:cNvSpPr txBox="1">
            <a:spLocks noChangeArrowheads="1"/>
          </p:cNvSpPr>
          <p:nvPr/>
        </p:nvSpPr>
        <p:spPr bwMode="auto">
          <a:xfrm>
            <a:off x="3590925" y="5586413"/>
            <a:ext cx="544513" cy="369887"/>
          </a:xfrm>
          <a:prstGeom prst="rect">
            <a:avLst/>
          </a:prstGeom>
          <a:noFill/>
          <a:ln w="9525">
            <a:noFill/>
            <a:miter lim="800000"/>
            <a:headEnd/>
            <a:tailEnd/>
          </a:ln>
        </p:spPr>
        <p:txBody>
          <a:bodyPr>
            <a:spAutoFit/>
          </a:bodyPr>
          <a:lstStyle/>
          <a:p>
            <a:r>
              <a:rPr lang="en-IN" altLang="en-US"/>
              <a:t>9</a:t>
            </a:r>
          </a:p>
        </p:txBody>
      </p:sp>
      <p:cxnSp>
        <p:nvCxnSpPr>
          <p:cNvPr id="22" name="Straight Connector 21"/>
          <p:cNvCxnSpPr/>
          <p:nvPr/>
        </p:nvCxnSpPr>
        <p:spPr>
          <a:xfrm flipV="1">
            <a:off x="457200" y="2459038"/>
            <a:ext cx="2722563" cy="142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316288"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0730" name="TextBox 7"/>
          <p:cNvSpPr txBox="1">
            <a:spLocks noChangeArrowheads="1"/>
          </p:cNvSpPr>
          <p:nvPr/>
        </p:nvSpPr>
        <p:spPr bwMode="auto">
          <a:xfrm>
            <a:off x="4135438" y="5586413"/>
            <a:ext cx="544512" cy="369887"/>
          </a:xfrm>
          <a:prstGeom prst="rect">
            <a:avLst/>
          </a:prstGeom>
          <a:noFill/>
          <a:ln w="9525">
            <a:noFill/>
            <a:miter lim="800000"/>
            <a:headEnd/>
            <a:tailEnd/>
          </a:ln>
        </p:spPr>
        <p:txBody>
          <a:bodyPr>
            <a:spAutoFit/>
          </a:bodyPr>
          <a:lstStyle/>
          <a:p>
            <a:r>
              <a:rPr lang="en-IN" altLang="en-US"/>
              <a:t>11</a:t>
            </a:r>
          </a:p>
        </p:txBody>
      </p:sp>
      <p:cxnSp>
        <p:nvCxnSpPr>
          <p:cNvPr id="26" name="Straight Connector 25"/>
          <p:cNvCxnSpPr/>
          <p:nvPr/>
        </p:nvCxnSpPr>
        <p:spPr>
          <a:xfrm flipV="1">
            <a:off x="531813" y="1443038"/>
            <a:ext cx="2722562"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38417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0733" name="TextBox 7"/>
          <p:cNvSpPr txBox="1">
            <a:spLocks noChangeArrowheads="1"/>
          </p:cNvSpPr>
          <p:nvPr/>
        </p:nvSpPr>
        <p:spPr bwMode="auto">
          <a:xfrm>
            <a:off x="4792663" y="5586413"/>
            <a:ext cx="544512" cy="369887"/>
          </a:xfrm>
          <a:prstGeom prst="rect">
            <a:avLst/>
          </a:prstGeom>
          <a:noFill/>
          <a:ln w="9525">
            <a:noFill/>
            <a:miter lim="800000"/>
            <a:headEnd/>
            <a:tailEnd/>
          </a:ln>
        </p:spPr>
        <p:txBody>
          <a:bodyPr>
            <a:spAutoFit/>
          </a:bodyPr>
          <a:lstStyle/>
          <a:p>
            <a:r>
              <a:rPr lang="en-IN" altLang="en-US"/>
              <a:t>13</a:t>
            </a:r>
          </a:p>
        </p:txBody>
      </p:sp>
      <p:cxnSp>
        <p:nvCxnSpPr>
          <p:cNvPr id="29" name="Straight Connector 28"/>
          <p:cNvCxnSpPr/>
          <p:nvPr/>
        </p:nvCxnSpPr>
        <p:spPr>
          <a:xfrm flipH="1">
            <a:off x="43370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0735" name="TextBox 7"/>
          <p:cNvSpPr txBox="1">
            <a:spLocks noChangeArrowheads="1"/>
          </p:cNvSpPr>
          <p:nvPr/>
        </p:nvSpPr>
        <p:spPr bwMode="auto">
          <a:xfrm>
            <a:off x="5451475" y="5586413"/>
            <a:ext cx="542925" cy="369887"/>
          </a:xfrm>
          <a:prstGeom prst="rect">
            <a:avLst/>
          </a:prstGeom>
          <a:noFill/>
          <a:ln w="9525">
            <a:noFill/>
            <a:miter lim="800000"/>
            <a:headEnd/>
            <a:tailEnd/>
          </a:ln>
        </p:spPr>
        <p:txBody>
          <a:bodyPr>
            <a:spAutoFit/>
          </a:bodyPr>
          <a:lstStyle/>
          <a:p>
            <a:r>
              <a:rPr lang="en-IN" altLang="en-US"/>
              <a:t>15</a:t>
            </a:r>
          </a:p>
        </p:txBody>
      </p:sp>
      <p:cxnSp>
        <p:nvCxnSpPr>
          <p:cNvPr id="31" name="Straight Connector 30"/>
          <p:cNvCxnSpPr/>
          <p:nvPr/>
        </p:nvCxnSpPr>
        <p:spPr>
          <a:xfrm flipH="1">
            <a:off x="486251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0737" name="TextBox 7"/>
          <p:cNvSpPr txBox="1">
            <a:spLocks noChangeArrowheads="1"/>
          </p:cNvSpPr>
          <p:nvPr/>
        </p:nvSpPr>
        <p:spPr bwMode="auto">
          <a:xfrm>
            <a:off x="5994400" y="5586413"/>
            <a:ext cx="544513" cy="369887"/>
          </a:xfrm>
          <a:prstGeom prst="rect">
            <a:avLst/>
          </a:prstGeom>
          <a:noFill/>
          <a:ln w="9525">
            <a:noFill/>
            <a:miter lim="800000"/>
            <a:headEnd/>
            <a:tailEnd/>
          </a:ln>
        </p:spPr>
        <p:txBody>
          <a:bodyPr>
            <a:spAutoFit/>
          </a:bodyPr>
          <a:lstStyle/>
          <a:p>
            <a:r>
              <a:rPr lang="en-IN" altLang="en-US"/>
              <a:t>17</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b="1" dirty="0">
                          <a:solidFill>
                            <a:srgbClr val="7030A0"/>
                          </a:solidFill>
                        </a:rPr>
                        <a:t>1</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b="1" dirty="0">
                          <a:solidFill>
                            <a:srgbClr val="7030A0"/>
                          </a:solidFill>
                        </a:rPr>
                        <a:t>2</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dirty="0">
                          <a:solidFill>
                            <a:srgbClr val="FF0000"/>
                          </a:solidFill>
                        </a:rPr>
                        <a:t>1</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111677" name="Slide Number Placeholder 3"/>
          <p:cNvSpPr>
            <a:spLocks noGrp="1"/>
          </p:cNvSpPr>
          <p:nvPr>
            <p:ph type="sldNum" sz="quarter" idx="12"/>
          </p:nvPr>
        </p:nvSpPr>
        <p:spPr bwMode="auto">
          <a:noFill/>
          <a:ln>
            <a:miter lim="800000"/>
            <a:headEnd/>
            <a:tailEnd/>
          </a:ln>
        </p:spPr>
        <p:txBody>
          <a:bodyPr/>
          <a:lstStyle/>
          <a:p>
            <a:fld id="{CDE50595-174D-422C-AB51-234424DF4CB1}" type="slidenum">
              <a:rPr lang="en-US" altLang="en-US"/>
              <a:pPr/>
              <a:t>100</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r>
            </a:tbl>
          </a:graphicData>
        </a:graphic>
      </p:graphicFrame>
      <p:sp>
        <p:nvSpPr>
          <p:cNvPr id="111702"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111703"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11704"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r>
            </a:tbl>
          </a:graphicData>
        </a:graphic>
      </p:graphicFrame>
      <p:sp>
        <p:nvSpPr>
          <p:cNvPr id="111741"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1743"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1814513" y="4162425"/>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1746" name="TextBox 7"/>
          <p:cNvSpPr txBox="1">
            <a:spLocks noChangeArrowheads="1"/>
          </p:cNvSpPr>
          <p:nvPr/>
        </p:nvSpPr>
        <p:spPr bwMode="auto">
          <a:xfrm>
            <a:off x="2447925" y="5586413"/>
            <a:ext cx="323850" cy="369887"/>
          </a:xfrm>
          <a:prstGeom prst="rect">
            <a:avLst/>
          </a:prstGeom>
          <a:noFill/>
          <a:ln w="9525">
            <a:noFill/>
            <a:miter lim="800000"/>
            <a:headEnd/>
            <a:tailEnd/>
          </a:ln>
        </p:spPr>
        <p:txBody>
          <a:bodyPr>
            <a:spAutoFit/>
          </a:bodyPr>
          <a:lstStyle/>
          <a:p>
            <a:r>
              <a:rPr lang="en-IN" altLang="en-US"/>
              <a:t>6</a:t>
            </a:r>
          </a:p>
        </p:txBody>
      </p:sp>
      <p:cxnSp>
        <p:nvCxnSpPr>
          <p:cNvPr id="8" name="Straight Connector 7"/>
          <p:cNvCxnSpPr/>
          <p:nvPr/>
        </p:nvCxnSpPr>
        <p:spPr>
          <a:xfrm flipV="1">
            <a:off x="457200" y="2060575"/>
            <a:ext cx="2722563" cy="14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2379663"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1749" name="TextBox 7"/>
          <p:cNvSpPr txBox="1">
            <a:spLocks noChangeArrowheads="1"/>
          </p:cNvSpPr>
          <p:nvPr/>
        </p:nvSpPr>
        <p:spPr bwMode="auto">
          <a:xfrm>
            <a:off x="3100388" y="5586413"/>
            <a:ext cx="323850" cy="369887"/>
          </a:xfrm>
          <a:prstGeom prst="rect">
            <a:avLst/>
          </a:prstGeom>
          <a:noFill/>
          <a:ln w="9525">
            <a:noFill/>
            <a:miter lim="800000"/>
            <a:headEnd/>
            <a:tailEnd/>
          </a:ln>
        </p:spPr>
        <p:txBody>
          <a:bodyPr>
            <a:spAutoFit/>
          </a:bodyPr>
          <a:lstStyle/>
          <a:p>
            <a:r>
              <a:rPr lang="en-IN" altLang="en-US"/>
              <a:t>8</a:t>
            </a:r>
          </a:p>
        </p:txBody>
      </p:sp>
      <p:cxnSp>
        <p:nvCxnSpPr>
          <p:cNvPr id="20" name="Straight Connector 19"/>
          <p:cNvCxnSpPr/>
          <p:nvPr/>
        </p:nvCxnSpPr>
        <p:spPr>
          <a:xfrm flipH="1">
            <a:off x="2859088"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1751" name="TextBox 7"/>
          <p:cNvSpPr txBox="1">
            <a:spLocks noChangeArrowheads="1"/>
          </p:cNvSpPr>
          <p:nvPr/>
        </p:nvSpPr>
        <p:spPr bwMode="auto">
          <a:xfrm>
            <a:off x="3590925" y="5586413"/>
            <a:ext cx="544513" cy="369887"/>
          </a:xfrm>
          <a:prstGeom prst="rect">
            <a:avLst/>
          </a:prstGeom>
          <a:noFill/>
          <a:ln w="9525">
            <a:noFill/>
            <a:miter lim="800000"/>
            <a:headEnd/>
            <a:tailEnd/>
          </a:ln>
        </p:spPr>
        <p:txBody>
          <a:bodyPr>
            <a:spAutoFit/>
          </a:bodyPr>
          <a:lstStyle/>
          <a:p>
            <a:r>
              <a:rPr lang="en-IN" altLang="en-US"/>
              <a:t>9</a:t>
            </a:r>
          </a:p>
        </p:txBody>
      </p:sp>
      <p:cxnSp>
        <p:nvCxnSpPr>
          <p:cNvPr id="22" name="Straight Connector 21"/>
          <p:cNvCxnSpPr/>
          <p:nvPr/>
        </p:nvCxnSpPr>
        <p:spPr>
          <a:xfrm flipV="1">
            <a:off x="457200" y="2459038"/>
            <a:ext cx="2722563" cy="142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316288"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1754" name="TextBox 7"/>
          <p:cNvSpPr txBox="1">
            <a:spLocks noChangeArrowheads="1"/>
          </p:cNvSpPr>
          <p:nvPr/>
        </p:nvSpPr>
        <p:spPr bwMode="auto">
          <a:xfrm>
            <a:off x="4135438" y="5586413"/>
            <a:ext cx="544512" cy="369887"/>
          </a:xfrm>
          <a:prstGeom prst="rect">
            <a:avLst/>
          </a:prstGeom>
          <a:noFill/>
          <a:ln w="9525">
            <a:noFill/>
            <a:miter lim="800000"/>
            <a:headEnd/>
            <a:tailEnd/>
          </a:ln>
        </p:spPr>
        <p:txBody>
          <a:bodyPr>
            <a:spAutoFit/>
          </a:bodyPr>
          <a:lstStyle/>
          <a:p>
            <a:r>
              <a:rPr lang="en-IN" altLang="en-US"/>
              <a:t>11</a:t>
            </a:r>
          </a:p>
        </p:txBody>
      </p:sp>
      <p:cxnSp>
        <p:nvCxnSpPr>
          <p:cNvPr id="26" name="Straight Connector 25"/>
          <p:cNvCxnSpPr/>
          <p:nvPr/>
        </p:nvCxnSpPr>
        <p:spPr>
          <a:xfrm flipV="1">
            <a:off x="531813" y="1443038"/>
            <a:ext cx="2722562"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38417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1757" name="TextBox 7"/>
          <p:cNvSpPr txBox="1">
            <a:spLocks noChangeArrowheads="1"/>
          </p:cNvSpPr>
          <p:nvPr/>
        </p:nvSpPr>
        <p:spPr bwMode="auto">
          <a:xfrm>
            <a:off x="4792663" y="5586413"/>
            <a:ext cx="544512" cy="369887"/>
          </a:xfrm>
          <a:prstGeom prst="rect">
            <a:avLst/>
          </a:prstGeom>
          <a:noFill/>
          <a:ln w="9525">
            <a:noFill/>
            <a:miter lim="800000"/>
            <a:headEnd/>
            <a:tailEnd/>
          </a:ln>
        </p:spPr>
        <p:txBody>
          <a:bodyPr>
            <a:spAutoFit/>
          </a:bodyPr>
          <a:lstStyle/>
          <a:p>
            <a:r>
              <a:rPr lang="en-IN" altLang="en-US"/>
              <a:t>13</a:t>
            </a:r>
          </a:p>
        </p:txBody>
      </p:sp>
      <p:cxnSp>
        <p:nvCxnSpPr>
          <p:cNvPr id="29" name="Straight Connector 28"/>
          <p:cNvCxnSpPr/>
          <p:nvPr/>
        </p:nvCxnSpPr>
        <p:spPr>
          <a:xfrm flipH="1">
            <a:off x="43370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1759" name="TextBox 7"/>
          <p:cNvSpPr txBox="1">
            <a:spLocks noChangeArrowheads="1"/>
          </p:cNvSpPr>
          <p:nvPr/>
        </p:nvSpPr>
        <p:spPr bwMode="auto">
          <a:xfrm>
            <a:off x="5451475" y="5586413"/>
            <a:ext cx="542925" cy="369887"/>
          </a:xfrm>
          <a:prstGeom prst="rect">
            <a:avLst/>
          </a:prstGeom>
          <a:noFill/>
          <a:ln w="9525">
            <a:noFill/>
            <a:miter lim="800000"/>
            <a:headEnd/>
            <a:tailEnd/>
          </a:ln>
        </p:spPr>
        <p:txBody>
          <a:bodyPr>
            <a:spAutoFit/>
          </a:bodyPr>
          <a:lstStyle/>
          <a:p>
            <a:r>
              <a:rPr lang="en-IN" altLang="en-US"/>
              <a:t>15</a:t>
            </a:r>
          </a:p>
        </p:txBody>
      </p:sp>
      <p:cxnSp>
        <p:nvCxnSpPr>
          <p:cNvPr id="31" name="Straight Connector 30"/>
          <p:cNvCxnSpPr/>
          <p:nvPr/>
        </p:nvCxnSpPr>
        <p:spPr>
          <a:xfrm flipH="1">
            <a:off x="486251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1761" name="TextBox 7"/>
          <p:cNvSpPr txBox="1">
            <a:spLocks noChangeArrowheads="1"/>
          </p:cNvSpPr>
          <p:nvPr/>
        </p:nvSpPr>
        <p:spPr bwMode="auto">
          <a:xfrm>
            <a:off x="5994400" y="5586413"/>
            <a:ext cx="544513" cy="369887"/>
          </a:xfrm>
          <a:prstGeom prst="rect">
            <a:avLst/>
          </a:prstGeom>
          <a:noFill/>
          <a:ln w="9525">
            <a:noFill/>
            <a:miter lim="800000"/>
            <a:headEnd/>
            <a:tailEnd/>
          </a:ln>
        </p:spPr>
        <p:txBody>
          <a:bodyPr>
            <a:spAutoFit/>
          </a:bodyPr>
          <a:lstStyle/>
          <a:p>
            <a:r>
              <a:rPr lang="en-IN" altLang="en-US"/>
              <a:t>17</a:t>
            </a:r>
          </a:p>
        </p:txBody>
      </p:sp>
      <p:cxnSp>
        <p:nvCxnSpPr>
          <p:cNvPr id="33" name="Straight Connector 32"/>
          <p:cNvCxnSpPr/>
          <p:nvPr/>
        </p:nvCxnSpPr>
        <p:spPr>
          <a:xfrm flipH="1">
            <a:off x="5337175" y="4162425"/>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1763" name="TextBox 7"/>
          <p:cNvSpPr txBox="1">
            <a:spLocks noChangeArrowheads="1"/>
          </p:cNvSpPr>
          <p:nvPr/>
        </p:nvSpPr>
        <p:spPr bwMode="auto">
          <a:xfrm>
            <a:off x="6692900" y="5586413"/>
            <a:ext cx="544513" cy="369887"/>
          </a:xfrm>
          <a:prstGeom prst="rect">
            <a:avLst/>
          </a:prstGeom>
          <a:noFill/>
          <a:ln w="9525">
            <a:noFill/>
            <a:miter lim="800000"/>
            <a:headEnd/>
            <a:tailEnd/>
          </a:ln>
        </p:spPr>
        <p:txBody>
          <a:bodyPr>
            <a:spAutoFit/>
          </a:bodyPr>
          <a:lstStyle/>
          <a:p>
            <a:r>
              <a:rPr lang="en-IN" altLang="en-US"/>
              <a:t>18</a:t>
            </a: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b="1"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b="1" dirty="0">
                          <a:solidFill>
                            <a:srgbClr val="7030A0"/>
                          </a:solidFill>
                        </a:rPr>
                        <a:t>2</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dirty="0">
                          <a:solidFill>
                            <a:srgbClr val="FF0000"/>
                          </a:solidFill>
                        </a:rPr>
                        <a:t>1</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112701" name="Slide Number Placeholder 3"/>
          <p:cNvSpPr>
            <a:spLocks noGrp="1"/>
          </p:cNvSpPr>
          <p:nvPr>
            <p:ph type="sldNum" sz="quarter" idx="12"/>
          </p:nvPr>
        </p:nvSpPr>
        <p:spPr bwMode="auto">
          <a:noFill/>
          <a:ln>
            <a:miter lim="800000"/>
            <a:headEnd/>
            <a:tailEnd/>
          </a:ln>
        </p:spPr>
        <p:txBody>
          <a:bodyPr/>
          <a:lstStyle/>
          <a:p>
            <a:fld id="{54F349B1-A792-40D5-98D4-2B94B830EC38}" type="slidenum">
              <a:rPr lang="en-US" altLang="en-US"/>
              <a:pPr/>
              <a:t>101</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r>
            </a:tbl>
          </a:graphicData>
        </a:graphic>
      </p:graphicFrame>
      <p:sp>
        <p:nvSpPr>
          <p:cNvPr id="112726"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112727"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12728"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r>
            </a:tbl>
          </a:graphicData>
        </a:graphic>
      </p:graphicFrame>
      <p:sp>
        <p:nvSpPr>
          <p:cNvPr id="112765"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2767"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1814513" y="4162425"/>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2770" name="TextBox 7"/>
          <p:cNvSpPr txBox="1">
            <a:spLocks noChangeArrowheads="1"/>
          </p:cNvSpPr>
          <p:nvPr/>
        </p:nvSpPr>
        <p:spPr bwMode="auto">
          <a:xfrm>
            <a:off x="2447925" y="5586413"/>
            <a:ext cx="323850" cy="369887"/>
          </a:xfrm>
          <a:prstGeom prst="rect">
            <a:avLst/>
          </a:prstGeom>
          <a:noFill/>
          <a:ln w="9525">
            <a:noFill/>
            <a:miter lim="800000"/>
            <a:headEnd/>
            <a:tailEnd/>
          </a:ln>
        </p:spPr>
        <p:txBody>
          <a:bodyPr>
            <a:spAutoFit/>
          </a:bodyPr>
          <a:lstStyle/>
          <a:p>
            <a:r>
              <a:rPr lang="en-IN" altLang="en-US"/>
              <a:t>6</a:t>
            </a:r>
          </a:p>
        </p:txBody>
      </p:sp>
      <p:cxnSp>
        <p:nvCxnSpPr>
          <p:cNvPr id="8" name="Straight Connector 7"/>
          <p:cNvCxnSpPr/>
          <p:nvPr/>
        </p:nvCxnSpPr>
        <p:spPr>
          <a:xfrm flipV="1">
            <a:off x="457200" y="2060575"/>
            <a:ext cx="2722563" cy="14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2379663"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2773" name="TextBox 7"/>
          <p:cNvSpPr txBox="1">
            <a:spLocks noChangeArrowheads="1"/>
          </p:cNvSpPr>
          <p:nvPr/>
        </p:nvSpPr>
        <p:spPr bwMode="auto">
          <a:xfrm>
            <a:off x="3100388" y="5586413"/>
            <a:ext cx="323850" cy="369887"/>
          </a:xfrm>
          <a:prstGeom prst="rect">
            <a:avLst/>
          </a:prstGeom>
          <a:noFill/>
          <a:ln w="9525">
            <a:noFill/>
            <a:miter lim="800000"/>
            <a:headEnd/>
            <a:tailEnd/>
          </a:ln>
        </p:spPr>
        <p:txBody>
          <a:bodyPr>
            <a:spAutoFit/>
          </a:bodyPr>
          <a:lstStyle/>
          <a:p>
            <a:r>
              <a:rPr lang="en-IN" altLang="en-US"/>
              <a:t>8</a:t>
            </a:r>
          </a:p>
        </p:txBody>
      </p:sp>
      <p:cxnSp>
        <p:nvCxnSpPr>
          <p:cNvPr id="20" name="Straight Connector 19"/>
          <p:cNvCxnSpPr/>
          <p:nvPr/>
        </p:nvCxnSpPr>
        <p:spPr>
          <a:xfrm flipH="1">
            <a:off x="2859088"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2775" name="TextBox 7"/>
          <p:cNvSpPr txBox="1">
            <a:spLocks noChangeArrowheads="1"/>
          </p:cNvSpPr>
          <p:nvPr/>
        </p:nvSpPr>
        <p:spPr bwMode="auto">
          <a:xfrm>
            <a:off x="3590925" y="5586413"/>
            <a:ext cx="544513" cy="369887"/>
          </a:xfrm>
          <a:prstGeom prst="rect">
            <a:avLst/>
          </a:prstGeom>
          <a:noFill/>
          <a:ln w="9525">
            <a:noFill/>
            <a:miter lim="800000"/>
            <a:headEnd/>
            <a:tailEnd/>
          </a:ln>
        </p:spPr>
        <p:txBody>
          <a:bodyPr>
            <a:spAutoFit/>
          </a:bodyPr>
          <a:lstStyle/>
          <a:p>
            <a:r>
              <a:rPr lang="en-IN" altLang="en-US"/>
              <a:t>9</a:t>
            </a:r>
          </a:p>
        </p:txBody>
      </p:sp>
      <p:cxnSp>
        <p:nvCxnSpPr>
          <p:cNvPr id="22" name="Straight Connector 21"/>
          <p:cNvCxnSpPr/>
          <p:nvPr/>
        </p:nvCxnSpPr>
        <p:spPr>
          <a:xfrm flipV="1">
            <a:off x="457200" y="2459038"/>
            <a:ext cx="2722563" cy="142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316288"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2778" name="TextBox 7"/>
          <p:cNvSpPr txBox="1">
            <a:spLocks noChangeArrowheads="1"/>
          </p:cNvSpPr>
          <p:nvPr/>
        </p:nvSpPr>
        <p:spPr bwMode="auto">
          <a:xfrm>
            <a:off x="4135438" y="5586413"/>
            <a:ext cx="544512" cy="369887"/>
          </a:xfrm>
          <a:prstGeom prst="rect">
            <a:avLst/>
          </a:prstGeom>
          <a:noFill/>
          <a:ln w="9525">
            <a:noFill/>
            <a:miter lim="800000"/>
            <a:headEnd/>
            <a:tailEnd/>
          </a:ln>
        </p:spPr>
        <p:txBody>
          <a:bodyPr>
            <a:spAutoFit/>
          </a:bodyPr>
          <a:lstStyle/>
          <a:p>
            <a:r>
              <a:rPr lang="en-IN" altLang="en-US"/>
              <a:t>11</a:t>
            </a:r>
          </a:p>
        </p:txBody>
      </p:sp>
      <p:cxnSp>
        <p:nvCxnSpPr>
          <p:cNvPr id="26" name="Straight Connector 25"/>
          <p:cNvCxnSpPr/>
          <p:nvPr/>
        </p:nvCxnSpPr>
        <p:spPr>
          <a:xfrm flipV="1">
            <a:off x="531813" y="1443038"/>
            <a:ext cx="2722562"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38417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2781" name="TextBox 7"/>
          <p:cNvSpPr txBox="1">
            <a:spLocks noChangeArrowheads="1"/>
          </p:cNvSpPr>
          <p:nvPr/>
        </p:nvSpPr>
        <p:spPr bwMode="auto">
          <a:xfrm>
            <a:off x="4792663" y="5586413"/>
            <a:ext cx="544512" cy="369887"/>
          </a:xfrm>
          <a:prstGeom prst="rect">
            <a:avLst/>
          </a:prstGeom>
          <a:noFill/>
          <a:ln w="9525">
            <a:noFill/>
            <a:miter lim="800000"/>
            <a:headEnd/>
            <a:tailEnd/>
          </a:ln>
        </p:spPr>
        <p:txBody>
          <a:bodyPr>
            <a:spAutoFit/>
          </a:bodyPr>
          <a:lstStyle/>
          <a:p>
            <a:r>
              <a:rPr lang="en-IN" altLang="en-US"/>
              <a:t>13</a:t>
            </a:r>
          </a:p>
        </p:txBody>
      </p:sp>
      <p:cxnSp>
        <p:nvCxnSpPr>
          <p:cNvPr id="29" name="Straight Connector 28"/>
          <p:cNvCxnSpPr/>
          <p:nvPr/>
        </p:nvCxnSpPr>
        <p:spPr>
          <a:xfrm flipH="1">
            <a:off x="43370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2783" name="TextBox 7"/>
          <p:cNvSpPr txBox="1">
            <a:spLocks noChangeArrowheads="1"/>
          </p:cNvSpPr>
          <p:nvPr/>
        </p:nvSpPr>
        <p:spPr bwMode="auto">
          <a:xfrm>
            <a:off x="5451475" y="5586413"/>
            <a:ext cx="542925" cy="369887"/>
          </a:xfrm>
          <a:prstGeom prst="rect">
            <a:avLst/>
          </a:prstGeom>
          <a:noFill/>
          <a:ln w="9525">
            <a:noFill/>
            <a:miter lim="800000"/>
            <a:headEnd/>
            <a:tailEnd/>
          </a:ln>
        </p:spPr>
        <p:txBody>
          <a:bodyPr>
            <a:spAutoFit/>
          </a:bodyPr>
          <a:lstStyle/>
          <a:p>
            <a:r>
              <a:rPr lang="en-IN" altLang="en-US"/>
              <a:t>15</a:t>
            </a:r>
          </a:p>
        </p:txBody>
      </p:sp>
      <p:cxnSp>
        <p:nvCxnSpPr>
          <p:cNvPr id="31" name="Straight Connector 30"/>
          <p:cNvCxnSpPr/>
          <p:nvPr/>
        </p:nvCxnSpPr>
        <p:spPr>
          <a:xfrm flipH="1">
            <a:off x="486251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2785" name="TextBox 7"/>
          <p:cNvSpPr txBox="1">
            <a:spLocks noChangeArrowheads="1"/>
          </p:cNvSpPr>
          <p:nvPr/>
        </p:nvSpPr>
        <p:spPr bwMode="auto">
          <a:xfrm>
            <a:off x="5994400" y="5586413"/>
            <a:ext cx="544513" cy="369887"/>
          </a:xfrm>
          <a:prstGeom prst="rect">
            <a:avLst/>
          </a:prstGeom>
          <a:noFill/>
          <a:ln w="9525">
            <a:noFill/>
            <a:miter lim="800000"/>
            <a:headEnd/>
            <a:tailEnd/>
          </a:ln>
        </p:spPr>
        <p:txBody>
          <a:bodyPr>
            <a:spAutoFit/>
          </a:bodyPr>
          <a:lstStyle/>
          <a:p>
            <a:r>
              <a:rPr lang="en-IN" altLang="en-US"/>
              <a:t>17</a:t>
            </a:r>
          </a:p>
        </p:txBody>
      </p:sp>
      <p:cxnSp>
        <p:nvCxnSpPr>
          <p:cNvPr id="33" name="Straight Connector 32"/>
          <p:cNvCxnSpPr/>
          <p:nvPr/>
        </p:nvCxnSpPr>
        <p:spPr>
          <a:xfrm flipH="1">
            <a:off x="5337175" y="4162425"/>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2787" name="TextBox 7"/>
          <p:cNvSpPr txBox="1">
            <a:spLocks noChangeArrowheads="1"/>
          </p:cNvSpPr>
          <p:nvPr/>
        </p:nvSpPr>
        <p:spPr bwMode="auto">
          <a:xfrm>
            <a:off x="6692900" y="5586413"/>
            <a:ext cx="544513" cy="369887"/>
          </a:xfrm>
          <a:prstGeom prst="rect">
            <a:avLst/>
          </a:prstGeom>
          <a:noFill/>
          <a:ln w="9525">
            <a:noFill/>
            <a:miter lim="800000"/>
            <a:headEnd/>
            <a:tailEnd/>
          </a:ln>
        </p:spPr>
        <p:txBody>
          <a:bodyPr>
            <a:spAutoFit/>
          </a:bodyPr>
          <a:lstStyle/>
          <a:p>
            <a:r>
              <a:rPr lang="en-IN" altLang="en-US"/>
              <a:t>18</a:t>
            </a:r>
          </a:p>
        </p:txBody>
      </p:sp>
      <p:cxnSp>
        <p:nvCxnSpPr>
          <p:cNvPr id="35" name="Straight Connector 34"/>
          <p:cNvCxnSpPr/>
          <p:nvPr/>
        </p:nvCxnSpPr>
        <p:spPr>
          <a:xfrm flipV="1">
            <a:off x="593725" y="1795463"/>
            <a:ext cx="2722563" cy="127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b="1"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b="1" dirty="0">
                          <a:solidFill>
                            <a:srgbClr val="7030A0"/>
                          </a:solidFill>
                        </a:rPr>
                        <a:t>2</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dirty="0">
                          <a:solidFill>
                            <a:srgbClr val="FF0000"/>
                          </a:solidFill>
                        </a:rPr>
                        <a:t>1</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113725" name="Slide Number Placeholder 3"/>
          <p:cNvSpPr>
            <a:spLocks noGrp="1"/>
          </p:cNvSpPr>
          <p:nvPr>
            <p:ph type="sldNum" sz="quarter" idx="12"/>
          </p:nvPr>
        </p:nvSpPr>
        <p:spPr bwMode="auto">
          <a:noFill/>
          <a:ln>
            <a:miter lim="800000"/>
            <a:headEnd/>
            <a:tailEnd/>
          </a:ln>
        </p:spPr>
        <p:txBody>
          <a:bodyPr/>
          <a:lstStyle/>
          <a:p>
            <a:fld id="{1909C637-C335-4619-AAC7-FE12071BE07A}" type="slidenum">
              <a:rPr lang="en-US" altLang="en-US"/>
              <a:pPr/>
              <a:t>102</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r>
            </a:tbl>
          </a:graphicData>
        </a:graphic>
      </p:graphicFrame>
      <p:sp>
        <p:nvSpPr>
          <p:cNvPr id="113750"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113751"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13752"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r>
                        <a:rPr lang="en-IN" sz="1800" dirty="0"/>
                        <a:t>p6</a:t>
                      </a:r>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r>
            </a:tbl>
          </a:graphicData>
        </a:graphic>
      </p:graphicFrame>
      <p:sp>
        <p:nvSpPr>
          <p:cNvPr id="113789"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3791"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1814513" y="4162425"/>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3794" name="TextBox 7"/>
          <p:cNvSpPr txBox="1">
            <a:spLocks noChangeArrowheads="1"/>
          </p:cNvSpPr>
          <p:nvPr/>
        </p:nvSpPr>
        <p:spPr bwMode="auto">
          <a:xfrm>
            <a:off x="2447925" y="5586413"/>
            <a:ext cx="323850" cy="369887"/>
          </a:xfrm>
          <a:prstGeom prst="rect">
            <a:avLst/>
          </a:prstGeom>
          <a:noFill/>
          <a:ln w="9525">
            <a:noFill/>
            <a:miter lim="800000"/>
            <a:headEnd/>
            <a:tailEnd/>
          </a:ln>
        </p:spPr>
        <p:txBody>
          <a:bodyPr>
            <a:spAutoFit/>
          </a:bodyPr>
          <a:lstStyle/>
          <a:p>
            <a:r>
              <a:rPr lang="en-IN" altLang="en-US"/>
              <a:t>6</a:t>
            </a:r>
          </a:p>
        </p:txBody>
      </p:sp>
      <p:cxnSp>
        <p:nvCxnSpPr>
          <p:cNvPr id="8" name="Straight Connector 7"/>
          <p:cNvCxnSpPr/>
          <p:nvPr/>
        </p:nvCxnSpPr>
        <p:spPr>
          <a:xfrm flipV="1">
            <a:off x="457200" y="2060575"/>
            <a:ext cx="2722563" cy="14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2379663"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3797" name="TextBox 7"/>
          <p:cNvSpPr txBox="1">
            <a:spLocks noChangeArrowheads="1"/>
          </p:cNvSpPr>
          <p:nvPr/>
        </p:nvSpPr>
        <p:spPr bwMode="auto">
          <a:xfrm>
            <a:off x="3100388" y="5586413"/>
            <a:ext cx="323850" cy="369887"/>
          </a:xfrm>
          <a:prstGeom prst="rect">
            <a:avLst/>
          </a:prstGeom>
          <a:noFill/>
          <a:ln w="9525">
            <a:noFill/>
            <a:miter lim="800000"/>
            <a:headEnd/>
            <a:tailEnd/>
          </a:ln>
        </p:spPr>
        <p:txBody>
          <a:bodyPr>
            <a:spAutoFit/>
          </a:bodyPr>
          <a:lstStyle/>
          <a:p>
            <a:r>
              <a:rPr lang="en-IN" altLang="en-US"/>
              <a:t>8</a:t>
            </a:r>
          </a:p>
        </p:txBody>
      </p:sp>
      <p:cxnSp>
        <p:nvCxnSpPr>
          <p:cNvPr id="20" name="Straight Connector 19"/>
          <p:cNvCxnSpPr/>
          <p:nvPr/>
        </p:nvCxnSpPr>
        <p:spPr>
          <a:xfrm flipH="1">
            <a:off x="2859088"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3799" name="TextBox 7"/>
          <p:cNvSpPr txBox="1">
            <a:spLocks noChangeArrowheads="1"/>
          </p:cNvSpPr>
          <p:nvPr/>
        </p:nvSpPr>
        <p:spPr bwMode="auto">
          <a:xfrm>
            <a:off x="3590925" y="5586413"/>
            <a:ext cx="544513" cy="369887"/>
          </a:xfrm>
          <a:prstGeom prst="rect">
            <a:avLst/>
          </a:prstGeom>
          <a:noFill/>
          <a:ln w="9525">
            <a:noFill/>
            <a:miter lim="800000"/>
            <a:headEnd/>
            <a:tailEnd/>
          </a:ln>
        </p:spPr>
        <p:txBody>
          <a:bodyPr>
            <a:spAutoFit/>
          </a:bodyPr>
          <a:lstStyle/>
          <a:p>
            <a:r>
              <a:rPr lang="en-IN" altLang="en-US"/>
              <a:t>9</a:t>
            </a:r>
          </a:p>
        </p:txBody>
      </p:sp>
      <p:cxnSp>
        <p:nvCxnSpPr>
          <p:cNvPr id="22" name="Straight Connector 21"/>
          <p:cNvCxnSpPr/>
          <p:nvPr/>
        </p:nvCxnSpPr>
        <p:spPr>
          <a:xfrm flipV="1">
            <a:off x="457200" y="2459038"/>
            <a:ext cx="2722563" cy="142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316288"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3802" name="TextBox 7"/>
          <p:cNvSpPr txBox="1">
            <a:spLocks noChangeArrowheads="1"/>
          </p:cNvSpPr>
          <p:nvPr/>
        </p:nvSpPr>
        <p:spPr bwMode="auto">
          <a:xfrm>
            <a:off x="4135438" y="5586413"/>
            <a:ext cx="544512" cy="369887"/>
          </a:xfrm>
          <a:prstGeom prst="rect">
            <a:avLst/>
          </a:prstGeom>
          <a:noFill/>
          <a:ln w="9525">
            <a:noFill/>
            <a:miter lim="800000"/>
            <a:headEnd/>
            <a:tailEnd/>
          </a:ln>
        </p:spPr>
        <p:txBody>
          <a:bodyPr>
            <a:spAutoFit/>
          </a:bodyPr>
          <a:lstStyle/>
          <a:p>
            <a:r>
              <a:rPr lang="en-IN" altLang="en-US"/>
              <a:t>11</a:t>
            </a:r>
          </a:p>
        </p:txBody>
      </p:sp>
      <p:cxnSp>
        <p:nvCxnSpPr>
          <p:cNvPr id="26" name="Straight Connector 25"/>
          <p:cNvCxnSpPr/>
          <p:nvPr/>
        </p:nvCxnSpPr>
        <p:spPr>
          <a:xfrm flipV="1">
            <a:off x="531813" y="1443038"/>
            <a:ext cx="2722562"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38417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3805" name="TextBox 7"/>
          <p:cNvSpPr txBox="1">
            <a:spLocks noChangeArrowheads="1"/>
          </p:cNvSpPr>
          <p:nvPr/>
        </p:nvSpPr>
        <p:spPr bwMode="auto">
          <a:xfrm>
            <a:off x="4792663" y="5586413"/>
            <a:ext cx="544512" cy="369887"/>
          </a:xfrm>
          <a:prstGeom prst="rect">
            <a:avLst/>
          </a:prstGeom>
          <a:noFill/>
          <a:ln w="9525">
            <a:noFill/>
            <a:miter lim="800000"/>
            <a:headEnd/>
            <a:tailEnd/>
          </a:ln>
        </p:spPr>
        <p:txBody>
          <a:bodyPr>
            <a:spAutoFit/>
          </a:bodyPr>
          <a:lstStyle/>
          <a:p>
            <a:r>
              <a:rPr lang="en-IN" altLang="en-US"/>
              <a:t>13</a:t>
            </a:r>
          </a:p>
        </p:txBody>
      </p:sp>
      <p:cxnSp>
        <p:nvCxnSpPr>
          <p:cNvPr id="29" name="Straight Connector 28"/>
          <p:cNvCxnSpPr/>
          <p:nvPr/>
        </p:nvCxnSpPr>
        <p:spPr>
          <a:xfrm flipH="1">
            <a:off x="43370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3807" name="TextBox 7"/>
          <p:cNvSpPr txBox="1">
            <a:spLocks noChangeArrowheads="1"/>
          </p:cNvSpPr>
          <p:nvPr/>
        </p:nvSpPr>
        <p:spPr bwMode="auto">
          <a:xfrm>
            <a:off x="5451475" y="5586413"/>
            <a:ext cx="542925" cy="369887"/>
          </a:xfrm>
          <a:prstGeom prst="rect">
            <a:avLst/>
          </a:prstGeom>
          <a:noFill/>
          <a:ln w="9525">
            <a:noFill/>
            <a:miter lim="800000"/>
            <a:headEnd/>
            <a:tailEnd/>
          </a:ln>
        </p:spPr>
        <p:txBody>
          <a:bodyPr>
            <a:spAutoFit/>
          </a:bodyPr>
          <a:lstStyle/>
          <a:p>
            <a:r>
              <a:rPr lang="en-IN" altLang="en-US"/>
              <a:t>15</a:t>
            </a:r>
          </a:p>
        </p:txBody>
      </p:sp>
      <p:cxnSp>
        <p:nvCxnSpPr>
          <p:cNvPr id="31" name="Straight Connector 30"/>
          <p:cNvCxnSpPr/>
          <p:nvPr/>
        </p:nvCxnSpPr>
        <p:spPr>
          <a:xfrm flipH="1">
            <a:off x="486251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3809" name="TextBox 7"/>
          <p:cNvSpPr txBox="1">
            <a:spLocks noChangeArrowheads="1"/>
          </p:cNvSpPr>
          <p:nvPr/>
        </p:nvSpPr>
        <p:spPr bwMode="auto">
          <a:xfrm>
            <a:off x="5994400" y="5586413"/>
            <a:ext cx="544513" cy="369887"/>
          </a:xfrm>
          <a:prstGeom prst="rect">
            <a:avLst/>
          </a:prstGeom>
          <a:noFill/>
          <a:ln w="9525">
            <a:noFill/>
            <a:miter lim="800000"/>
            <a:headEnd/>
            <a:tailEnd/>
          </a:ln>
        </p:spPr>
        <p:txBody>
          <a:bodyPr>
            <a:spAutoFit/>
          </a:bodyPr>
          <a:lstStyle/>
          <a:p>
            <a:r>
              <a:rPr lang="en-IN" altLang="en-US"/>
              <a:t>17</a:t>
            </a:r>
          </a:p>
        </p:txBody>
      </p:sp>
      <p:cxnSp>
        <p:nvCxnSpPr>
          <p:cNvPr id="33" name="Straight Connector 32"/>
          <p:cNvCxnSpPr/>
          <p:nvPr/>
        </p:nvCxnSpPr>
        <p:spPr>
          <a:xfrm flipH="1">
            <a:off x="5337175" y="4162425"/>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3811" name="TextBox 7"/>
          <p:cNvSpPr txBox="1">
            <a:spLocks noChangeArrowheads="1"/>
          </p:cNvSpPr>
          <p:nvPr/>
        </p:nvSpPr>
        <p:spPr bwMode="auto">
          <a:xfrm>
            <a:off x="6692900" y="5586413"/>
            <a:ext cx="544513" cy="369887"/>
          </a:xfrm>
          <a:prstGeom prst="rect">
            <a:avLst/>
          </a:prstGeom>
          <a:noFill/>
          <a:ln w="9525">
            <a:noFill/>
            <a:miter lim="800000"/>
            <a:headEnd/>
            <a:tailEnd/>
          </a:ln>
        </p:spPr>
        <p:txBody>
          <a:bodyPr>
            <a:spAutoFit/>
          </a:bodyPr>
          <a:lstStyle/>
          <a:p>
            <a:r>
              <a:rPr lang="en-IN" altLang="en-US"/>
              <a:t>18</a:t>
            </a:r>
          </a:p>
        </p:txBody>
      </p:sp>
      <p:cxnSp>
        <p:nvCxnSpPr>
          <p:cNvPr id="35" name="Straight Connector 34"/>
          <p:cNvCxnSpPr/>
          <p:nvPr/>
        </p:nvCxnSpPr>
        <p:spPr>
          <a:xfrm flipV="1">
            <a:off x="593725" y="1795463"/>
            <a:ext cx="2722563"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5876925"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3814" name="TextBox 7"/>
          <p:cNvSpPr txBox="1">
            <a:spLocks noChangeArrowheads="1"/>
          </p:cNvSpPr>
          <p:nvPr/>
        </p:nvSpPr>
        <p:spPr bwMode="auto">
          <a:xfrm>
            <a:off x="7237413" y="5586413"/>
            <a:ext cx="544512" cy="369887"/>
          </a:xfrm>
          <a:prstGeom prst="rect">
            <a:avLst/>
          </a:prstGeom>
          <a:noFill/>
          <a:ln w="9525">
            <a:noFill/>
            <a:miter lim="800000"/>
            <a:headEnd/>
            <a:tailEnd/>
          </a:ln>
        </p:spPr>
        <p:txBody>
          <a:bodyPr>
            <a:spAutoFit/>
          </a:bodyPr>
          <a:lstStyle/>
          <a:p>
            <a:r>
              <a:rPr lang="en-IN" altLang="en-US"/>
              <a:t>19</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b="1"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b="1" dirty="0">
                          <a:solidFill>
                            <a:srgbClr val="7030A0"/>
                          </a:solidFill>
                        </a:rPr>
                        <a:t>2</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114749" name="Slide Number Placeholder 3"/>
          <p:cNvSpPr>
            <a:spLocks noGrp="1"/>
          </p:cNvSpPr>
          <p:nvPr>
            <p:ph type="sldNum" sz="quarter" idx="12"/>
          </p:nvPr>
        </p:nvSpPr>
        <p:spPr bwMode="auto">
          <a:noFill/>
          <a:ln>
            <a:miter lim="800000"/>
            <a:headEnd/>
            <a:tailEnd/>
          </a:ln>
        </p:spPr>
        <p:txBody>
          <a:bodyPr/>
          <a:lstStyle/>
          <a:p>
            <a:fld id="{36E00E39-9DAF-41F6-B23D-97D34416FDD9}" type="slidenum">
              <a:rPr lang="en-US" altLang="en-US"/>
              <a:pPr/>
              <a:t>103</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r>
            </a:tbl>
          </a:graphicData>
        </a:graphic>
      </p:graphicFrame>
      <p:sp>
        <p:nvSpPr>
          <p:cNvPr id="114774"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114775"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14776"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r>
                        <a:rPr lang="en-IN" sz="1800" dirty="0"/>
                        <a:t>p6</a:t>
                      </a:r>
                    </a:p>
                  </a:txBody>
                  <a:tcPr marL="91464" marR="91464" marT="45603" marB="45603"/>
                </a:tc>
                <a:tc>
                  <a:txBody>
                    <a:bodyPr/>
                    <a:lstStyle/>
                    <a:p>
                      <a:endParaRPr lang="en-IN" sz="1800" dirty="0"/>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r>
            </a:tbl>
          </a:graphicData>
        </a:graphic>
      </p:graphicFrame>
      <p:sp>
        <p:nvSpPr>
          <p:cNvPr id="114813"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4815"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1814513" y="4162425"/>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4818" name="TextBox 7"/>
          <p:cNvSpPr txBox="1">
            <a:spLocks noChangeArrowheads="1"/>
          </p:cNvSpPr>
          <p:nvPr/>
        </p:nvSpPr>
        <p:spPr bwMode="auto">
          <a:xfrm>
            <a:off x="2447925" y="5586413"/>
            <a:ext cx="323850" cy="369887"/>
          </a:xfrm>
          <a:prstGeom prst="rect">
            <a:avLst/>
          </a:prstGeom>
          <a:noFill/>
          <a:ln w="9525">
            <a:noFill/>
            <a:miter lim="800000"/>
            <a:headEnd/>
            <a:tailEnd/>
          </a:ln>
        </p:spPr>
        <p:txBody>
          <a:bodyPr>
            <a:spAutoFit/>
          </a:bodyPr>
          <a:lstStyle/>
          <a:p>
            <a:r>
              <a:rPr lang="en-IN" altLang="en-US"/>
              <a:t>6</a:t>
            </a:r>
          </a:p>
        </p:txBody>
      </p:sp>
      <p:cxnSp>
        <p:nvCxnSpPr>
          <p:cNvPr id="8" name="Straight Connector 7"/>
          <p:cNvCxnSpPr/>
          <p:nvPr/>
        </p:nvCxnSpPr>
        <p:spPr>
          <a:xfrm flipV="1">
            <a:off x="457200" y="2060575"/>
            <a:ext cx="2722563" cy="14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2379663"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4821" name="TextBox 7"/>
          <p:cNvSpPr txBox="1">
            <a:spLocks noChangeArrowheads="1"/>
          </p:cNvSpPr>
          <p:nvPr/>
        </p:nvSpPr>
        <p:spPr bwMode="auto">
          <a:xfrm>
            <a:off x="3100388" y="5586413"/>
            <a:ext cx="323850" cy="369887"/>
          </a:xfrm>
          <a:prstGeom prst="rect">
            <a:avLst/>
          </a:prstGeom>
          <a:noFill/>
          <a:ln w="9525">
            <a:noFill/>
            <a:miter lim="800000"/>
            <a:headEnd/>
            <a:tailEnd/>
          </a:ln>
        </p:spPr>
        <p:txBody>
          <a:bodyPr>
            <a:spAutoFit/>
          </a:bodyPr>
          <a:lstStyle/>
          <a:p>
            <a:r>
              <a:rPr lang="en-IN" altLang="en-US"/>
              <a:t>8</a:t>
            </a:r>
          </a:p>
        </p:txBody>
      </p:sp>
      <p:cxnSp>
        <p:nvCxnSpPr>
          <p:cNvPr id="20" name="Straight Connector 19"/>
          <p:cNvCxnSpPr/>
          <p:nvPr/>
        </p:nvCxnSpPr>
        <p:spPr>
          <a:xfrm flipH="1">
            <a:off x="2859088"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4823" name="TextBox 7"/>
          <p:cNvSpPr txBox="1">
            <a:spLocks noChangeArrowheads="1"/>
          </p:cNvSpPr>
          <p:nvPr/>
        </p:nvSpPr>
        <p:spPr bwMode="auto">
          <a:xfrm>
            <a:off x="3590925" y="5586413"/>
            <a:ext cx="544513" cy="369887"/>
          </a:xfrm>
          <a:prstGeom prst="rect">
            <a:avLst/>
          </a:prstGeom>
          <a:noFill/>
          <a:ln w="9525">
            <a:noFill/>
            <a:miter lim="800000"/>
            <a:headEnd/>
            <a:tailEnd/>
          </a:ln>
        </p:spPr>
        <p:txBody>
          <a:bodyPr>
            <a:spAutoFit/>
          </a:bodyPr>
          <a:lstStyle/>
          <a:p>
            <a:r>
              <a:rPr lang="en-IN" altLang="en-US"/>
              <a:t>9</a:t>
            </a:r>
          </a:p>
        </p:txBody>
      </p:sp>
      <p:cxnSp>
        <p:nvCxnSpPr>
          <p:cNvPr id="22" name="Straight Connector 21"/>
          <p:cNvCxnSpPr/>
          <p:nvPr/>
        </p:nvCxnSpPr>
        <p:spPr>
          <a:xfrm flipV="1">
            <a:off x="457200" y="2459038"/>
            <a:ext cx="2722563" cy="142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316288"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4826" name="TextBox 7"/>
          <p:cNvSpPr txBox="1">
            <a:spLocks noChangeArrowheads="1"/>
          </p:cNvSpPr>
          <p:nvPr/>
        </p:nvSpPr>
        <p:spPr bwMode="auto">
          <a:xfrm>
            <a:off x="4135438" y="5586413"/>
            <a:ext cx="544512" cy="369887"/>
          </a:xfrm>
          <a:prstGeom prst="rect">
            <a:avLst/>
          </a:prstGeom>
          <a:noFill/>
          <a:ln w="9525">
            <a:noFill/>
            <a:miter lim="800000"/>
            <a:headEnd/>
            <a:tailEnd/>
          </a:ln>
        </p:spPr>
        <p:txBody>
          <a:bodyPr>
            <a:spAutoFit/>
          </a:bodyPr>
          <a:lstStyle/>
          <a:p>
            <a:r>
              <a:rPr lang="en-IN" altLang="en-US"/>
              <a:t>11</a:t>
            </a:r>
          </a:p>
        </p:txBody>
      </p:sp>
      <p:cxnSp>
        <p:nvCxnSpPr>
          <p:cNvPr id="26" name="Straight Connector 25"/>
          <p:cNvCxnSpPr/>
          <p:nvPr/>
        </p:nvCxnSpPr>
        <p:spPr>
          <a:xfrm flipV="1">
            <a:off x="531813" y="1443038"/>
            <a:ext cx="2722562"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38417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4829" name="TextBox 7"/>
          <p:cNvSpPr txBox="1">
            <a:spLocks noChangeArrowheads="1"/>
          </p:cNvSpPr>
          <p:nvPr/>
        </p:nvSpPr>
        <p:spPr bwMode="auto">
          <a:xfrm>
            <a:off x="4792663" y="5586413"/>
            <a:ext cx="544512" cy="369887"/>
          </a:xfrm>
          <a:prstGeom prst="rect">
            <a:avLst/>
          </a:prstGeom>
          <a:noFill/>
          <a:ln w="9525">
            <a:noFill/>
            <a:miter lim="800000"/>
            <a:headEnd/>
            <a:tailEnd/>
          </a:ln>
        </p:spPr>
        <p:txBody>
          <a:bodyPr>
            <a:spAutoFit/>
          </a:bodyPr>
          <a:lstStyle/>
          <a:p>
            <a:r>
              <a:rPr lang="en-IN" altLang="en-US"/>
              <a:t>13</a:t>
            </a:r>
          </a:p>
        </p:txBody>
      </p:sp>
      <p:cxnSp>
        <p:nvCxnSpPr>
          <p:cNvPr id="29" name="Straight Connector 28"/>
          <p:cNvCxnSpPr/>
          <p:nvPr/>
        </p:nvCxnSpPr>
        <p:spPr>
          <a:xfrm flipH="1">
            <a:off x="43370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4831" name="TextBox 7"/>
          <p:cNvSpPr txBox="1">
            <a:spLocks noChangeArrowheads="1"/>
          </p:cNvSpPr>
          <p:nvPr/>
        </p:nvSpPr>
        <p:spPr bwMode="auto">
          <a:xfrm>
            <a:off x="5451475" y="5586413"/>
            <a:ext cx="542925" cy="369887"/>
          </a:xfrm>
          <a:prstGeom prst="rect">
            <a:avLst/>
          </a:prstGeom>
          <a:noFill/>
          <a:ln w="9525">
            <a:noFill/>
            <a:miter lim="800000"/>
            <a:headEnd/>
            <a:tailEnd/>
          </a:ln>
        </p:spPr>
        <p:txBody>
          <a:bodyPr>
            <a:spAutoFit/>
          </a:bodyPr>
          <a:lstStyle/>
          <a:p>
            <a:r>
              <a:rPr lang="en-IN" altLang="en-US"/>
              <a:t>15</a:t>
            </a:r>
          </a:p>
        </p:txBody>
      </p:sp>
      <p:cxnSp>
        <p:nvCxnSpPr>
          <p:cNvPr id="31" name="Straight Connector 30"/>
          <p:cNvCxnSpPr/>
          <p:nvPr/>
        </p:nvCxnSpPr>
        <p:spPr>
          <a:xfrm flipH="1">
            <a:off x="486251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4833" name="TextBox 7"/>
          <p:cNvSpPr txBox="1">
            <a:spLocks noChangeArrowheads="1"/>
          </p:cNvSpPr>
          <p:nvPr/>
        </p:nvSpPr>
        <p:spPr bwMode="auto">
          <a:xfrm>
            <a:off x="5994400" y="5586413"/>
            <a:ext cx="544513" cy="369887"/>
          </a:xfrm>
          <a:prstGeom prst="rect">
            <a:avLst/>
          </a:prstGeom>
          <a:noFill/>
          <a:ln w="9525">
            <a:noFill/>
            <a:miter lim="800000"/>
            <a:headEnd/>
            <a:tailEnd/>
          </a:ln>
        </p:spPr>
        <p:txBody>
          <a:bodyPr>
            <a:spAutoFit/>
          </a:bodyPr>
          <a:lstStyle/>
          <a:p>
            <a:r>
              <a:rPr lang="en-IN" altLang="en-US"/>
              <a:t>17</a:t>
            </a:r>
          </a:p>
        </p:txBody>
      </p:sp>
      <p:cxnSp>
        <p:nvCxnSpPr>
          <p:cNvPr id="33" name="Straight Connector 32"/>
          <p:cNvCxnSpPr/>
          <p:nvPr/>
        </p:nvCxnSpPr>
        <p:spPr>
          <a:xfrm flipH="1">
            <a:off x="5337175" y="4162425"/>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4835" name="TextBox 7"/>
          <p:cNvSpPr txBox="1">
            <a:spLocks noChangeArrowheads="1"/>
          </p:cNvSpPr>
          <p:nvPr/>
        </p:nvSpPr>
        <p:spPr bwMode="auto">
          <a:xfrm>
            <a:off x="6692900" y="5586413"/>
            <a:ext cx="544513" cy="369887"/>
          </a:xfrm>
          <a:prstGeom prst="rect">
            <a:avLst/>
          </a:prstGeom>
          <a:noFill/>
          <a:ln w="9525">
            <a:noFill/>
            <a:miter lim="800000"/>
            <a:headEnd/>
            <a:tailEnd/>
          </a:ln>
        </p:spPr>
        <p:txBody>
          <a:bodyPr>
            <a:spAutoFit/>
          </a:bodyPr>
          <a:lstStyle/>
          <a:p>
            <a:r>
              <a:rPr lang="en-IN" altLang="en-US"/>
              <a:t>18</a:t>
            </a:r>
          </a:p>
        </p:txBody>
      </p:sp>
      <p:cxnSp>
        <p:nvCxnSpPr>
          <p:cNvPr id="35" name="Straight Connector 34"/>
          <p:cNvCxnSpPr/>
          <p:nvPr/>
        </p:nvCxnSpPr>
        <p:spPr>
          <a:xfrm flipV="1">
            <a:off x="593725" y="1795463"/>
            <a:ext cx="2722563"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5876925"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4838" name="TextBox 7"/>
          <p:cNvSpPr txBox="1">
            <a:spLocks noChangeArrowheads="1"/>
          </p:cNvSpPr>
          <p:nvPr/>
        </p:nvSpPr>
        <p:spPr bwMode="auto">
          <a:xfrm>
            <a:off x="7237413" y="5586413"/>
            <a:ext cx="544512" cy="369887"/>
          </a:xfrm>
          <a:prstGeom prst="rect">
            <a:avLst/>
          </a:prstGeom>
          <a:noFill/>
          <a:ln w="9525">
            <a:noFill/>
            <a:miter lim="800000"/>
            <a:headEnd/>
            <a:tailEnd/>
          </a:ln>
        </p:spPr>
        <p:txBody>
          <a:bodyPr>
            <a:spAutoFit/>
          </a:bodyPr>
          <a:lstStyle/>
          <a:p>
            <a:r>
              <a:rPr lang="en-IN" altLang="en-US"/>
              <a:t>19</a:t>
            </a:r>
          </a:p>
        </p:txBody>
      </p:sp>
      <p:cxnSp>
        <p:nvCxnSpPr>
          <p:cNvPr id="38" name="Straight Connector 37"/>
          <p:cNvCxnSpPr/>
          <p:nvPr/>
        </p:nvCxnSpPr>
        <p:spPr>
          <a:xfrm flipV="1">
            <a:off x="414338" y="3182938"/>
            <a:ext cx="2722562" cy="127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b="1"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b="1" dirty="0">
                          <a:solidFill>
                            <a:srgbClr val="7030A0"/>
                          </a:solidFill>
                        </a:rPr>
                        <a:t>2</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115773" name="Slide Number Placeholder 3"/>
          <p:cNvSpPr>
            <a:spLocks noGrp="1"/>
          </p:cNvSpPr>
          <p:nvPr>
            <p:ph type="sldNum" sz="quarter" idx="12"/>
          </p:nvPr>
        </p:nvSpPr>
        <p:spPr bwMode="auto">
          <a:noFill/>
          <a:ln>
            <a:miter lim="800000"/>
            <a:headEnd/>
            <a:tailEnd/>
          </a:ln>
        </p:spPr>
        <p:txBody>
          <a:bodyPr/>
          <a:lstStyle/>
          <a:p>
            <a:fld id="{2A6BE723-1B01-4B7F-B78A-343DB8C263EA}" type="slidenum">
              <a:rPr lang="en-US" altLang="en-US"/>
              <a:pPr/>
              <a:t>104</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r>
            </a:tbl>
          </a:graphicData>
        </a:graphic>
      </p:graphicFrame>
      <p:sp>
        <p:nvSpPr>
          <p:cNvPr id="115798"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115799"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15800"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r>
                        <a:rPr lang="en-IN" sz="1800" dirty="0"/>
                        <a:t>p6</a:t>
                      </a:r>
                    </a:p>
                  </a:txBody>
                  <a:tcPr marL="91464" marR="91464" marT="45603" marB="45603"/>
                </a:tc>
                <a:tc>
                  <a:txBody>
                    <a:bodyPr/>
                    <a:lstStyle/>
                    <a:p>
                      <a:r>
                        <a:rPr lang="en-IN" sz="1800" dirty="0"/>
                        <a:t>p5</a:t>
                      </a:r>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r>
            </a:tbl>
          </a:graphicData>
        </a:graphic>
      </p:graphicFrame>
      <p:sp>
        <p:nvSpPr>
          <p:cNvPr id="115837"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5839"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1814513" y="4162425"/>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5842" name="TextBox 7"/>
          <p:cNvSpPr txBox="1">
            <a:spLocks noChangeArrowheads="1"/>
          </p:cNvSpPr>
          <p:nvPr/>
        </p:nvSpPr>
        <p:spPr bwMode="auto">
          <a:xfrm>
            <a:off x="2447925" y="5586413"/>
            <a:ext cx="323850" cy="369887"/>
          </a:xfrm>
          <a:prstGeom prst="rect">
            <a:avLst/>
          </a:prstGeom>
          <a:noFill/>
          <a:ln w="9525">
            <a:noFill/>
            <a:miter lim="800000"/>
            <a:headEnd/>
            <a:tailEnd/>
          </a:ln>
        </p:spPr>
        <p:txBody>
          <a:bodyPr>
            <a:spAutoFit/>
          </a:bodyPr>
          <a:lstStyle/>
          <a:p>
            <a:r>
              <a:rPr lang="en-IN" altLang="en-US"/>
              <a:t>6</a:t>
            </a:r>
          </a:p>
        </p:txBody>
      </p:sp>
      <p:cxnSp>
        <p:nvCxnSpPr>
          <p:cNvPr id="8" name="Straight Connector 7"/>
          <p:cNvCxnSpPr/>
          <p:nvPr/>
        </p:nvCxnSpPr>
        <p:spPr>
          <a:xfrm flipV="1">
            <a:off x="457200" y="2060575"/>
            <a:ext cx="2722563" cy="14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2379663"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5845" name="TextBox 7"/>
          <p:cNvSpPr txBox="1">
            <a:spLocks noChangeArrowheads="1"/>
          </p:cNvSpPr>
          <p:nvPr/>
        </p:nvSpPr>
        <p:spPr bwMode="auto">
          <a:xfrm>
            <a:off x="3100388" y="5586413"/>
            <a:ext cx="323850" cy="369887"/>
          </a:xfrm>
          <a:prstGeom prst="rect">
            <a:avLst/>
          </a:prstGeom>
          <a:noFill/>
          <a:ln w="9525">
            <a:noFill/>
            <a:miter lim="800000"/>
            <a:headEnd/>
            <a:tailEnd/>
          </a:ln>
        </p:spPr>
        <p:txBody>
          <a:bodyPr>
            <a:spAutoFit/>
          </a:bodyPr>
          <a:lstStyle/>
          <a:p>
            <a:r>
              <a:rPr lang="en-IN" altLang="en-US"/>
              <a:t>8</a:t>
            </a:r>
          </a:p>
        </p:txBody>
      </p:sp>
      <p:cxnSp>
        <p:nvCxnSpPr>
          <p:cNvPr id="20" name="Straight Connector 19"/>
          <p:cNvCxnSpPr/>
          <p:nvPr/>
        </p:nvCxnSpPr>
        <p:spPr>
          <a:xfrm flipH="1">
            <a:off x="2859088"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5847" name="TextBox 7"/>
          <p:cNvSpPr txBox="1">
            <a:spLocks noChangeArrowheads="1"/>
          </p:cNvSpPr>
          <p:nvPr/>
        </p:nvSpPr>
        <p:spPr bwMode="auto">
          <a:xfrm>
            <a:off x="3590925" y="5586413"/>
            <a:ext cx="544513" cy="369887"/>
          </a:xfrm>
          <a:prstGeom prst="rect">
            <a:avLst/>
          </a:prstGeom>
          <a:noFill/>
          <a:ln w="9525">
            <a:noFill/>
            <a:miter lim="800000"/>
            <a:headEnd/>
            <a:tailEnd/>
          </a:ln>
        </p:spPr>
        <p:txBody>
          <a:bodyPr>
            <a:spAutoFit/>
          </a:bodyPr>
          <a:lstStyle/>
          <a:p>
            <a:r>
              <a:rPr lang="en-IN" altLang="en-US"/>
              <a:t>9</a:t>
            </a:r>
          </a:p>
        </p:txBody>
      </p:sp>
      <p:cxnSp>
        <p:nvCxnSpPr>
          <p:cNvPr id="22" name="Straight Connector 21"/>
          <p:cNvCxnSpPr/>
          <p:nvPr/>
        </p:nvCxnSpPr>
        <p:spPr>
          <a:xfrm flipV="1">
            <a:off x="457200" y="2459038"/>
            <a:ext cx="2722563" cy="142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316288"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5850" name="TextBox 7"/>
          <p:cNvSpPr txBox="1">
            <a:spLocks noChangeArrowheads="1"/>
          </p:cNvSpPr>
          <p:nvPr/>
        </p:nvSpPr>
        <p:spPr bwMode="auto">
          <a:xfrm>
            <a:off x="4135438" y="5586413"/>
            <a:ext cx="544512" cy="369887"/>
          </a:xfrm>
          <a:prstGeom prst="rect">
            <a:avLst/>
          </a:prstGeom>
          <a:noFill/>
          <a:ln w="9525">
            <a:noFill/>
            <a:miter lim="800000"/>
            <a:headEnd/>
            <a:tailEnd/>
          </a:ln>
        </p:spPr>
        <p:txBody>
          <a:bodyPr>
            <a:spAutoFit/>
          </a:bodyPr>
          <a:lstStyle/>
          <a:p>
            <a:r>
              <a:rPr lang="en-IN" altLang="en-US"/>
              <a:t>11</a:t>
            </a:r>
          </a:p>
        </p:txBody>
      </p:sp>
      <p:cxnSp>
        <p:nvCxnSpPr>
          <p:cNvPr id="26" name="Straight Connector 25"/>
          <p:cNvCxnSpPr/>
          <p:nvPr/>
        </p:nvCxnSpPr>
        <p:spPr>
          <a:xfrm flipV="1">
            <a:off x="531813" y="1443038"/>
            <a:ext cx="2722562"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38417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5853" name="TextBox 7"/>
          <p:cNvSpPr txBox="1">
            <a:spLocks noChangeArrowheads="1"/>
          </p:cNvSpPr>
          <p:nvPr/>
        </p:nvSpPr>
        <p:spPr bwMode="auto">
          <a:xfrm>
            <a:off x="4792663" y="5586413"/>
            <a:ext cx="544512" cy="369887"/>
          </a:xfrm>
          <a:prstGeom prst="rect">
            <a:avLst/>
          </a:prstGeom>
          <a:noFill/>
          <a:ln w="9525">
            <a:noFill/>
            <a:miter lim="800000"/>
            <a:headEnd/>
            <a:tailEnd/>
          </a:ln>
        </p:spPr>
        <p:txBody>
          <a:bodyPr>
            <a:spAutoFit/>
          </a:bodyPr>
          <a:lstStyle/>
          <a:p>
            <a:r>
              <a:rPr lang="en-IN" altLang="en-US"/>
              <a:t>13</a:t>
            </a:r>
          </a:p>
        </p:txBody>
      </p:sp>
      <p:cxnSp>
        <p:nvCxnSpPr>
          <p:cNvPr id="29" name="Straight Connector 28"/>
          <p:cNvCxnSpPr/>
          <p:nvPr/>
        </p:nvCxnSpPr>
        <p:spPr>
          <a:xfrm flipH="1">
            <a:off x="43370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5855" name="TextBox 7"/>
          <p:cNvSpPr txBox="1">
            <a:spLocks noChangeArrowheads="1"/>
          </p:cNvSpPr>
          <p:nvPr/>
        </p:nvSpPr>
        <p:spPr bwMode="auto">
          <a:xfrm>
            <a:off x="5451475" y="5586413"/>
            <a:ext cx="542925" cy="369887"/>
          </a:xfrm>
          <a:prstGeom prst="rect">
            <a:avLst/>
          </a:prstGeom>
          <a:noFill/>
          <a:ln w="9525">
            <a:noFill/>
            <a:miter lim="800000"/>
            <a:headEnd/>
            <a:tailEnd/>
          </a:ln>
        </p:spPr>
        <p:txBody>
          <a:bodyPr>
            <a:spAutoFit/>
          </a:bodyPr>
          <a:lstStyle/>
          <a:p>
            <a:r>
              <a:rPr lang="en-IN" altLang="en-US"/>
              <a:t>15</a:t>
            </a:r>
          </a:p>
        </p:txBody>
      </p:sp>
      <p:cxnSp>
        <p:nvCxnSpPr>
          <p:cNvPr id="31" name="Straight Connector 30"/>
          <p:cNvCxnSpPr/>
          <p:nvPr/>
        </p:nvCxnSpPr>
        <p:spPr>
          <a:xfrm flipH="1">
            <a:off x="486251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5857" name="TextBox 7"/>
          <p:cNvSpPr txBox="1">
            <a:spLocks noChangeArrowheads="1"/>
          </p:cNvSpPr>
          <p:nvPr/>
        </p:nvSpPr>
        <p:spPr bwMode="auto">
          <a:xfrm>
            <a:off x="5994400" y="5586413"/>
            <a:ext cx="544513" cy="369887"/>
          </a:xfrm>
          <a:prstGeom prst="rect">
            <a:avLst/>
          </a:prstGeom>
          <a:noFill/>
          <a:ln w="9525">
            <a:noFill/>
            <a:miter lim="800000"/>
            <a:headEnd/>
            <a:tailEnd/>
          </a:ln>
        </p:spPr>
        <p:txBody>
          <a:bodyPr>
            <a:spAutoFit/>
          </a:bodyPr>
          <a:lstStyle/>
          <a:p>
            <a:r>
              <a:rPr lang="en-IN" altLang="en-US"/>
              <a:t>17</a:t>
            </a:r>
          </a:p>
        </p:txBody>
      </p:sp>
      <p:cxnSp>
        <p:nvCxnSpPr>
          <p:cNvPr id="33" name="Straight Connector 32"/>
          <p:cNvCxnSpPr/>
          <p:nvPr/>
        </p:nvCxnSpPr>
        <p:spPr>
          <a:xfrm flipH="1">
            <a:off x="5337175" y="4162425"/>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5859" name="TextBox 7"/>
          <p:cNvSpPr txBox="1">
            <a:spLocks noChangeArrowheads="1"/>
          </p:cNvSpPr>
          <p:nvPr/>
        </p:nvSpPr>
        <p:spPr bwMode="auto">
          <a:xfrm>
            <a:off x="6692900" y="5586413"/>
            <a:ext cx="544513" cy="369887"/>
          </a:xfrm>
          <a:prstGeom prst="rect">
            <a:avLst/>
          </a:prstGeom>
          <a:noFill/>
          <a:ln w="9525">
            <a:noFill/>
            <a:miter lim="800000"/>
            <a:headEnd/>
            <a:tailEnd/>
          </a:ln>
        </p:spPr>
        <p:txBody>
          <a:bodyPr>
            <a:spAutoFit/>
          </a:bodyPr>
          <a:lstStyle/>
          <a:p>
            <a:r>
              <a:rPr lang="en-IN" altLang="en-US"/>
              <a:t>18</a:t>
            </a:r>
          </a:p>
        </p:txBody>
      </p:sp>
      <p:cxnSp>
        <p:nvCxnSpPr>
          <p:cNvPr id="35" name="Straight Connector 34"/>
          <p:cNvCxnSpPr/>
          <p:nvPr/>
        </p:nvCxnSpPr>
        <p:spPr>
          <a:xfrm flipV="1">
            <a:off x="593725" y="1795463"/>
            <a:ext cx="2722563"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5876925"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5862" name="TextBox 7"/>
          <p:cNvSpPr txBox="1">
            <a:spLocks noChangeArrowheads="1"/>
          </p:cNvSpPr>
          <p:nvPr/>
        </p:nvSpPr>
        <p:spPr bwMode="auto">
          <a:xfrm>
            <a:off x="7237413" y="5586413"/>
            <a:ext cx="544512" cy="369887"/>
          </a:xfrm>
          <a:prstGeom prst="rect">
            <a:avLst/>
          </a:prstGeom>
          <a:noFill/>
          <a:ln w="9525">
            <a:noFill/>
            <a:miter lim="800000"/>
            <a:headEnd/>
            <a:tailEnd/>
          </a:ln>
        </p:spPr>
        <p:txBody>
          <a:bodyPr>
            <a:spAutoFit/>
          </a:bodyPr>
          <a:lstStyle/>
          <a:p>
            <a:r>
              <a:rPr lang="en-IN" altLang="en-US"/>
              <a:t>19</a:t>
            </a:r>
          </a:p>
        </p:txBody>
      </p:sp>
      <p:cxnSp>
        <p:nvCxnSpPr>
          <p:cNvPr id="38" name="Straight Connector 37"/>
          <p:cNvCxnSpPr/>
          <p:nvPr/>
        </p:nvCxnSpPr>
        <p:spPr>
          <a:xfrm flipV="1">
            <a:off x="414338" y="3182938"/>
            <a:ext cx="2722562"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6299200" y="4090988"/>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5865" name="TextBox 7"/>
          <p:cNvSpPr txBox="1">
            <a:spLocks noChangeArrowheads="1"/>
          </p:cNvSpPr>
          <p:nvPr/>
        </p:nvSpPr>
        <p:spPr bwMode="auto">
          <a:xfrm>
            <a:off x="7924800" y="5568950"/>
            <a:ext cx="544513" cy="369888"/>
          </a:xfrm>
          <a:prstGeom prst="rect">
            <a:avLst/>
          </a:prstGeom>
          <a:noFill/>
          <a:ln w="9525">
            <a:noFill/>
            <a:miter lim="800000"/>
            <a:headEnd/>
            <a:tailEnd/>
          </a:ln>
        </p:spPr>
        <p:txBody>
          <a:bodyPr>
            <a:spAutoFit/>
          </a:bodyPr>
          <a:lstStyle/>
          <a:p>
            <a:r>
              <a:rPr lang="en-IN" altLang="en-US"/>
              <a:t>21</a:t>
            </a: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b="1"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b="1" dirty="0">
                          <a:solidFill>
                            <a:srgbClr val="FF000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c>
                  <a:txBody>
                    <a:bodyPr/>
                    <a:lstStyle/>
                    <a:p>
                      <a:endParaRPr lang="en-IN" sz="1800" dirty="0"/>
                    </a:p>
                  </a:txBody>
                  <a:tcPr marL="91436" marR="91436" marT="45706" marB="45706"/>
                </a:tc>
              </a:tr>
            </a:tbl>
          </a:graphicData>
        </a:graphic>
      </p:graphicFrame>
      <p:sp>
        <p:nvSpPr>
          <p:cNvPr id="116797" name="Slide Number Placeholder 3"/>
          <p:cNvSpPr>
            <a:spLocks noGrp="1"/>
          </p:cNvSpPr>
          <p:nvPr>
            <p:ph type="sldNum" sz="quarter" idx="12"/>
          </p:nvPr>
        </p:nvSpPr>
        <p:spPr bwMode="auto">
          <a:noFill/>
          <a:ln>
            <a:miter lim="800000"/>
            <a:headEnd/>
            <a:tailEnd/>
          </a:ln>
        </p:spPr>
        <p:txBody>
          <a:bodyPr/>
          <a:lstStyle/>
          <a:p>
            <a:fld id="{C9B27539-633F-4523-9582-BC86F3DDD0DF}" type="slidenum">
              <a:rPr lang="en-US" altLang="en-US"/>
              <a:pPr/>
              <a:t>105</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r>
            </a:tbl>
          </a:graphicData>
        </a:graphic>
      </p:graphicFrame>
      <p:sp>
        <p:nvSpPr>
          <p:cNvPr id="116822"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116823"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16824"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r>
                        <a:rPr lang="en-IN" sz="1800" dirty="0"/>
                        <a:t>p6</a:t>
                      </a:r>
                    </a:p>
                  </a:txBody>
                  <a:tcPr marL="91464" marR="91464" marT="45603" marB="45603"/>
                </a:tc>
                <a:tc>
                  <a:txBody>
                    <a:bodyPr/>
                    <a:lstStyle/>
                    <a:p>
                      <a:r>
                        <a:rPr lang="en-IN" sz="1800" dirty="0"/>
                        <a:t>p5</a:t>
                      </a:r>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r>
            </a:tbl>
          </a:graphicData>
        </a:graphic>
      </p:graphicFrame>
      <p:sp>
        <p:nvSpPr>
          <p:cNvPr id="116861"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6863"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1814513" y="4162425"/>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6866" name="TextBox 7"/>
          <p:cNvSpPr txBox="1">
            <a:spLocks noChangeArrowheads="1"/>
          </p:cNvSpPr>
          <p:nvPr/>
        </p:nvSpPr>
        <p:spPr bwMode="auto">
          <a:xfrm>
            <a:off x="2447925" y="5586413"/>
            <a:ext cx="323850" cy="369887"/>
          </a:xfrm>
          <a:prstGeom prst="rect">
            <a:avLst/>
          </a:prstGeom>
          <a:noFill/>
          <a:ln w="9525">
            <a:noFill/>
            <a:miter lim="800000"/>
            <a:headEnd/>
            <a:tailEnd/>
          </a:ln>
        </p:spPr>
        <p:txBody>
          <a:bodyPr>
            <a:spAutoFit/>
          </a:bodyPr>
          <a:lstStyle/>
          <a:p>
            <a:r>
              <a:rPr lang="en-IN" altLang="en-US"/>
              <a:t>6</a:t>
            </a:r>
          </a:p>
        </p:txBody>
      </p:sp>
      <p:cxnSp>
        <p:nvCxnSpPr>
          <p:cNvPr id="8" name="Straight Connector 7"/>
          <p:cNvCxnSpPr/>
          <p:nvPr/>
        </p:nvCxnSpPr>
        <p:spPr>
          <a:xfrm flipV="1">
            <a:off x="457200" y="2060575"/>
            <a:ext cx="2722563" cy="14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2379663"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6869" name="TextBox 7"/>
          <p:cNvSpPr txBox="1">
            <a:spLocks noChangeArrowheads="1"/>
          </p:cNvSpPr>
          <p:nvPr/>
        </p:nvSpPr>
        <p:spPr bwMode="auto">
          <a:xfrm>
            <a:off x="3100388" y="5586413"/>
            <a:ext cx="323850" cy="369887"/>
          </a:xfrm>
          <a:prstGeom prst="rect">
            <a:avLst/>
          </a:prstGeom>
          <a:noFill/>
          <a:ln w="9525">
            <a:noFill/>
            <a:miter lim="800000"/>
            <a:headEnd/>
            <a:tailEnd/>
          </a:ln>
        </p:spPr>
        <p:txBody>
          <a:bodyPr>
            <a:spAutoFit/>
          </a:bodyPr>
          <a:lstStyle/>
          <a:p>
            <a:r>
              <a:rPr lang="en-IN" altLang="en-US"/>
              <a:t>8</a:t>
            </a:r>
          </a:p>
        </p:txBody>
      </p:sp>
      <p:cxnSp>
        <p:nvCxnSpPr>
          <p:cNvPr id="20" name="Straight Connector 19"/>
          <p:cNvCxnSpPr/>
          <p:nvPr/>
        </p:nvCxnSpPr>
        <p:spPr>
          <a:xfrm flipH="1">
            <a:off x="2859088"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6871" name="TextBox 7"/>
          <p:cNvSpPr txBox="1">
            <a:spLocks noChangeArrowheads="1"/>
          </p:cNvSpPr>
          <p:nvPr/>
        </p:nvSpPr>
        <p:spPr bwMode="auto">
          <a:xfrm>
            <a:off x="3590925" y="5586413"/>
            <a:ext cx="544513" cy="369887"/>
          </a:xfrm>
          <a:prstGeom prst="rect">
            <a:avLst/>
          </a:prstGeom>
          <a:noFill/>
          <a:ln w="9525">
            <a:noFill/>
            <a:miter lim="800000"/>
            <a:headEnd/>
            <a:tailEnd/>
          </a:ln>
        </p:spPr>
        <p:txBody>
          <a:bodyPr>
            <a:spAutoFit/>
          </a:bodyPr>
          <a:lstStyle/>
          <a:p>
            <a:r>
              <a:rPr lang="en-IN" altLang="en-US"/>
              <a:t>9</a:t>
            </a:r>
          </a:p>
        </p:txBody>
      </p:sp>
      <p:cxnSp>
        <p:nvCxnSpPr>
          <p:cNvPr id="22" name="Straight Connector 21"/>
          <p:cNvCxnSpPr/>
          <p:nvPr/>
        </p:nvCxnSpPr>
        <p:spPr>
          <a:xfrm flipV="1">
            <a:off x="457200" y="2459038"/>
            <a:ext cx="2722563" cy="142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316288"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6874" name="TextBox 7"/>
          <p:cNvSpPr txBox="1">
            <a:spLocks noChangeArrowheads="1"/>
          </p:cNvSpPr>
          <p:nvPr/>
        </p:nvSpPr>
        <p:spPr bwMode="auto">
          <a:xfrm>
            <a:off x="4135438" y="5586413"/>
            <a:ext cx="544512" cy="369887"/>
          </a:xfrm>
          <a:prstGeom prst="rect">
            <a:avLst/>
          </a:prstGeom>
          <a:noFill/>
          <a:ln w="9525">
            <a:noFill/>
            <a:miter lim="800000"/>
            <a:headEnd/>
            <a:tailEnd/>
          </a:ln>
        </p:spPr>
        <p:txBody>
          <a:bodyPr>
            <a:spAutoFit/>
          </a:bodyPr>
          <a:lstStyle/>
          <a:p>
            <a:r>
              <a:rPr lang="en-IN" altLang="en-US"/>
              <a:t>11</a:t>
            </a:r>
          </a:p>
        </p:txBody>
      </p:sp>
      <p:cxnSp>
        <p:nvCxnSpPr>
          <p:cNvPr id="26" name="Straight Connector 25"/>
          <p:cNvCxnSpPr/>
          <p:nvPr/>
        </p:nvCxnSpPr>
        <p:spPr>
          <a:xfrm flipV="1">
            <a:off x="531813" y="1443038"/>
            <a:ext cx="2722562"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38417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6877" name="TextBox 7"/>
          <p:cNvSpPr txBox="1">
            <a:spLocks noChangeArrowheads="1"/>
          </p:cNvSpPr>
          <p:nvPr/>
        </p:nvSpPr>
        <p:spPr bwMode="auto">
          <a:xfrm>
            <a:off x="4792663" y="5586413"/>
            <a:ext cx="544512" cy="369887"/>
          </a:xfrm>
          <a:prstGeom prst="rect">
            <a:avLst/>
          </a:prstGeom>
          <a:noFill/>
          <a:ln w="9525">
            <a:noFill/>
            <a:miter lim="800000"/>
            <a:headEnd/>
            <a:tailEnd/>
          </a:ln>
        </p:spPr>
        <p:txBody>
          <a:bodyPr>
            <a:spAutoFit/>
          </a:bodyPr>
          <a:lstStyle/>
          <a:p>
            <a:r>
              <a:rPr lang="en-IN" altLang="en-US"/>
              <a:t>13</a:t>
            </a:r>
          </a:p>
        </p:txBody>
      </p:sp>
      <p:cxnSp>
        <p:nvCxnSpPr>
          <p:cNvPr id="29" name="Straight Connector 28"/>
          <p:cNvCxnSpPr/>
          <p:nvPr/>
        </p:nvCxnSpPr>
        <p:spPr>
          <a:xfrm flipH="1">
            <a:off x="43370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6879" name="TextBox 7"/>
          <p:cNvSpPr txBox="1">
            <a:spLocks noChangeArrowheads="1"/>
          </p:cNvSpPr>
          <p:nvPr/>
        </p:nvSpPr>
        <p:spPr bwMode="auto">
          <a:xfrm>
            <a:off x="5451475" y="5586413"/>
            <a:ext cx="542925" cy="369887"/>
          </a:xfrm>
          <a:prstGeom prst="rect">
            <a:avLst/>
          </a:prstGeom>
          <a:noFill/>
          <a:ln w="9525">
            <a:noFill/>
            <a:miter lim="800000"/>
            <a:headEnd/>
            <a:tailEnd/>
          </a:ln>
        </p:spPr>
        <p:txBody>
          <a:bodyPr>
            <a:spAutoFit/>
          </a:bodyPr>
          <a:lstStyle/>
          <a:p>
            <a:r>
              <a:rPr lang="en-IN" altLang="en-US"/>
              <a:t>15</a:t>
            </a:r>
          </a:p>
        </p:txBody>
      </p:sp>
      <p:cxnSp>
        <p:nvCxnSpPr>
          <p:cNvPr id="31" name="Straight Connector 30"/>
          <p:cNvCxnSpPr/>
          <p:nvPr/>
        </p:nvCxnSpPr>
        <p:spPr>
          <a:xfrm flipH="1">
            <a:off x="486251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6881" name="TextBox 7"/>
          <p:cNvSpPr txBox="1">
            <a:spLocks noChangeArrowheads="1"/>
          </p:cNvSpPr>
          <p:nvPr/>
        </p:nvSpPr>
        <p:spPr bwMode="auto">
          <a:xfrm>
            <a:off x="5994400" y="5586413"/>
            <a:ext cx="544513" cy="369887"/>
          </a:xfrm>
          <a:prstGeom prst="rect">
            <a:avLst/>
          </a:prstGeom>
          <a:noFill/>
          <a:ln w="9525">
            <a:noFill/>
            <a:miter lim="800000"/>
            <a:headEnd/>
            <a:tailEnd/>
          </a:ln>
        </p:spPr>
        <p:txBody>
          <a:bodyPr>
            <a:spAutoFit/>
          </a:bodyPr>
          <a:lstStyle/>
          <a:p>
            <a:r>
              <a:rPr lang="en-IN" altLang="en-US"/>
              <a:t>17</a:t>
            </a:r>
          </a:p>
        </p:txBody>
      </p:sp>
      <p:cxnSp>
        <p:nvCxnSpPr>
          <p:cNvPr id="33" name="Straight Connector 32"/>
          <p:cNvCxnSpPr/>
          <p:nvPr/>
        </p:nvCxnSpPr>
        <p:spPr>
          <a:xfrm flipH="1">
            <a:off x="5337175" y="4162425"/>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6883" name="TextBox 7"/>
          <p:cNvSpPr txBox="1">
            <a:spLocks noChangeArrowheads="1"/>
          </p:cNvSpPr>
          <p:nvPr/>
        </p:nvSpPr>
        <p:spPr bwMode="auto">
          <a:xfrm>
            <a:off x="6692900" y="5586413"/>
            <a:ext cx="544513" cy="369887"/>
          </a:xfrm>
          <a:prstGeom prst="rect">
            <a:avLst/>
          </a:prstGeom>
          <a:noFill/>
          <a:ln w="9525">
            <a:noFill/>
            <a:miter lim="800000"/>
            <a:headEnd/>
            <a:tailEnd/>
          </a:ln>
        </p:spPr>
        <p:txBody>
          <a:bodyPr>
            <a:spAutoFit/>
          </a:bodyPr>
          <a:lstStyle/>
          <a:p>
            <a:r>
              <a:rPr lang="en-IN" altLang="en-US"/>
              <a:t>18</a:t>
            </a:r>
          </a:p>
        </p:txBody>
      </p:sp>
      <p:cxnSp>
        <p:nvCxnSpPr>
          <p:cNvPr id="35" name="Straight Connector 34"/>
          <p:cNvCxnSpPr/>
          <p:nvPr/>
        </p:nvCxnSpPr>
        <p:spPr>
          <a:xfrm flipV="1">
            <a:off x="438150" y="1795463"/>
            <a:ext cx="2724150"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5876925"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6886" name="TextBox 7"/>
          <p:cNvSpPr txBox="1">
            <a:spLocks noChangeArrowheads="1"/>
          </p:cNvSpPr>
          <p:nvPr/>
        </p:nvSpPr>
        <p:spPr bwMode="auto">
          <a:xfrm>
            <a:off x="7237413" y="5586413"/>
            <a:ext cx="544512" cy="369887"/>
          </a:xfrm>
          <a:prstGeom prst="rect">
            <a:avLst/>
          </a:prstGeom>
          <a:noFill/>
          <a:ln w="9525">
            <a:noFill/>
            <a:miter lim="800000"/>
            <a:headEnd/>
            <a:tailEnd/>
          </a:ln>
        </p:spPr>
        <p:txBody>
          <a:bodyPr>
            <a:spAutoFit/>
          </a:bodyPr>
          <a:lstStyle/>
          <a:p>
            <a:r>
              <a:rPr lang="en-IN" altLang="en-US"/>
              <a:t>19</a:t>
            </a:r>
          </a:p>
        </p:txBody>
      </p:sp>
      <p:cxnSp>
        <p:nvCxnSpPr>
          <p:cNvPr id="38" name="Straight Connector 37"/>
          <p:cNvCxnSpPr/>
          <p:nvPr/>
        </p:nvCxnSpPr>
        <p:spPr>
          <a:xfrm flipV="1">
            <a:off x="414338" y="3182938"/>
            <a:ext cx="2722562"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6299200" y="4090988"/>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6889" name="TextBox 7"/>
          <p:cNvSpPr txBox="1">
            <a:spLocks noChangeArrowheads="1"/>
          </p:cNvSpPr>
          <p:nvPr/>
        </p:nvSpPr>
        <p:spPr bwMode="auto">
          <a:xfrm>
            <a:off x="7924800" y="5568950"/>
            <a:ext cx="544513" cy="369888"/>
          </a:xfrm>
          <a:prstGeom prst="rect">
            <a:avLst/>
          </a:prstGeom>
          <a:noFill/>
          <a:ln w="9525">
            <a:noFill/>
            <a:miter lim="800000"/>
            <a:headEnd/>
            <a:tailEnd/>
          </a:ln>
        </p:spPr>
        <p:txBody>
          <a:bodyPr>
            <a:spAutoFit/>
          </a:bodyPr>
          <a:lstStyle/>
          <a:p>
            <a:r>
              <a:rPr lang="en-IN" altLang="en-US"/>
              <a:t>21</a:t>
            </a:r>
          </a:p>
        </p:txBody>
      </p:sp>
      <p:cxnSp>
        <p:nvCxnSpPr>
          <p:cNvPr id="41" name="Straight Connector 40"/>
          <p:cNvCxnSpPr/>
          <p:nvPr/>
        </p:nvCxnSpPr>
        <p:spPr>
          <a:xfrm flipV="1">
            <a:off x="452438" y="2830513"/>
            <a:ext cx="2724150" cy="127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itle 1"/>
          <p:cNvSpPr>
            <a:spLocks noGrp="1"/>
          </p:cNvSpPr>
          <p:nvPr>
            <p:ph type="title"/>
          </p:nvPr>
        </p:nvSpPr>
        <p:spPr>
          <a:xfrm>
            <a:off x="457200" y="322263"/>
            <a:ext cx="8229600" cy="496887"/>
          </a:xfrm>
        </p:spPr>
        <p:txBody>
          <a:bodyPr/>
          <a:lstStyle/>
          <a:p>
            <a:r>
              <a:rPr lang="en-IN" altLang="en-US" smtClean="0"/>
              <a:t>Example:- </a:t>
            </a:r>
            <a:r>
              <a:rPr lang="en-IN" altLang="en-US" sz="3200" smtClean="0"/>
              <a:t>let time quantum=2</a:t>
            </a:r>
            <a:endParaRPr lang="en-IN" altLang="en-US" smtClean="0"/>
          </a:p>
        </p:txBody>
      </p:sp>
      <p:graphicFrame>
        <p:nvGraphicFramePr>
          <p:cNvPr id="5" name="Content Placeholder 4"/>
          <p:cNvGraphicFramePr>
            <a:graphicFrameLocks noGrp="1"/>
          </p:cNvGraphicFramePr>
          <p:nvPr>
            <p:ph idx="1"/>
          </p:nvPr>
        </p:nvGraphicFramePr>
        <p:xfrm>
          <a:off x="477838" y="819150"/>
          <a:ext cx="6884988" cy="2595565"/>
        </p:xfrm>
        <a:graphic>
          <a:graphicData uri="http://schemas.openxmlformats.org/drawingml/2006/table">
            <a:tbl>
              <a:tblPr firstRow="1" bandRow="1">
                <a:tableStyleId>{5C22544A-7EE6-4342-B048-85BDC9FD1C3A}</a:tableStyleId>
              </a:tblPr>
              <a:tblGrid>
                <a:gridCol w="948477"/>
                <a:gridCol w="887065"/>
                <a:gridCol w="859771"/>
                <a:gridCol w="818829"/>
                <a:gridCol w="1787776"/>
                <a:gridCol w="1583070"/>
              </a:tblGrid>
              <a:tr h="371197">
                <a:tc>
                  <a:txBody>
                    <a:bodyPr/>
                    <a:lstStyle/>
                    <a:p>
                      <a:r>
                        <a:rPr lang="en-IN" sz="1800" dirty="0" err="1"/>
                        <a:t>P.No</a:t>
                      </a:r>
                      <a:r>
                        <a:rPr lang="en-IN" sz="1800" dirty="0"/>
                        <a:t>.</a:t>
                      </a:r>
                    </a:p>
                  </a:txBody>
                  <a:tcPr marL="91436" marR="91436" marT="45706" marB="45706"/>
                </a:tc>
                <a:tc>
                  <a:txBody>
                    <a:bodyPr/>
                    <a:lstStyle/>
                    <a:p>
                      <a:r>
                        <a:rPr lang="en-IN" sz="1800" dirty="0"/>
                        <a:t>A.T.</a:t>
                      </a:r>
                    </a:p>
                  </a:txBody>
                  <a:tcPr marL="91436" marR="91436" marT="45706" marB="45706"/>
                </a:tc>
                <a:tc>
                  <a:txBody>
                    <a:bodyPr/>
                    <a:lstStyle/>
                    <a:p>
                      <a:r>
                        <a:rPr lang="en-IN" sz="1800" dirty="0"/>
                        <a:t>B.T.</a:t>
                      </a:r>
                    </a:p>
                  </a:txBody>
                  <a:tcPr marL="91436" marR="91436" marT="45706" marB="45706"/>
                </a:tc>
                <a:tc>
                  <a:txBody>
                    <a:bodyPr/>
                    <a:lstStyle/>
                    <a:p>
                      <a:r>
                        <a:rPr lang="en-IN" sz="1800" dirty="0"/>
                        <a:t>C.T.</a:t>
                      </a:r>
                    </a:p>
                  </a:txBody>
                  <a:tcPr marL="91436" marR="91436" marT="45706" marB="45706"/>
                </a:tc>
                <a:tc>
                  <a:txBody>
                    <a:bodyPr/>
                    <a:lstStyle/>
                    <a:p>
                      <a:r>
                        <a:rPr lang="en-IN" sz="1800" dirty="0"/>
                        <a:t>TAT =C.T.-A.T</a:t>
                      </a:r>
                    </a:p>
                  </a:txBody>
                  <a:tcPr marL="91436" marR="91436" marT="45706" marB="45706"/>
                </a:tc>
                <a:tc>
                  <a:txBody>
                    <a:bodyPr/>
                    <a:lstStyle/>
                    <a:p>
                      <a:r>
                        <a:rPr lang="en-IN" sz="1800" dirty="0"/>
                        <a:t>WT=TAT-BT</a:t>
                      </a:r>
                    </a:p>
                  </a:txBody>
                  <a:tcPr marL="91436" marR="91436" marT="45706" marB="45706"/>
                </a:tc>
              </a:tr>
              <a:tr h="370728">
                <a:tc>
                  <a:txBody>
                    <a:bodyPr/>
                    <a:lstStyle/>
                    <a:p>
                      <a:r>
                        <a:rPr lang="en-IN" sz="1800" dirty="0"/>
                        <a:t>P1</a:t>
                      </a:r>
                    </a:p>
                  </a:txBody>
                  <a:tcPr marL="91436" marR="91436" marT="45706" marB="45706"/>
                </a:tc>
                <a:tc>
                  <a:txBody>
                    <a:bodyPr/>
                    <a:lstStyle/>
                    <a:p>
                      <a:r>
                        <a:rPr lang="en-IN" sz="1800" dirty="0"/>
                        <a:t>0</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pPr algn="ctr"/>
                      <a:r>
                        <a:rPr lang="en-IN" sz="1800" dirty="0"/>
                        <a:t>8</a:t>
                      </a:r>
                    </a:p>
                  </a:txBody>
                  <a:tcPr marL="91436" marR="91436" marT="45706" marB="45706"/>
                </a:tc>
                <a:tc>
                  <a:txBody>
                    <a:bodyPr/>
                    <a:lstStyle/>
                    <a:p>
                      <a:pPr algn="ctr"/>
                      <a:r>
                        <a:rPr lang="en-IN" sz="1800" dirty="0"/>
                        <a:t>8</a:t>
                      </a:r>
                    </a:p>
                  </a:txBody>
                  <a:tcPr marL="91436" marR="91436" marT="45706" marB="45706"/>
                </a:tc>
                <a:tc>
                  <a:txBody>
                    <a:bodyPr/>
                    <a:lstStyle/>
                    <a:p>
                      <a:pPr algn="ctr"/>
                      <a:r>
                        <a:rPr lang="en-IN" sz="1800" dirty="0"/>
                        <a:t>4</a:t>
                      </a:r>
                    </a:p>
                  </a:txBody>
                  <a:tcPr marL="91436" marR="91436" marT="45706" marB="45706"/>
                </a:tc>
              </a:tr>
              <a:tr h="370728">
                <a:tc>
                  <a:txBody>
                    <a:bodyPr/>
                    <a:lstStyle/>
                    <a:p>
                      <a:r>
                        <a:rPr lang="en-IN" sz="1800" dirty="0"/>
                        <a:t>P2</a:t>
                      </a:r>
                    </a:p>
                  </a:txBody>
                  <a:tcPr marL="91436" marR="91436" marT="45706" marB="45706"/>
                </a:tc>
                <a:tc>
                  <a:txBody>
                    <a:bodyPr/>
                    <a:lstStyle/>
                    <a:p>
                      <a:r>
                        <a:rPr lang="en-IN" sz="1800" dirty="0"/>
                        <a:t>1</a:t>
                      </a:r>
                    </a:p>
                  </a:txBody>
                  <a:tcPr marL="91436" marR="91436" marT="45706" marB="45706"/>
                </a:tc>
                <a:tc>
                  <a:txBody>
                    <a:bodyPr/>
                    <a:lstStyle/>
                    <a:p>
                      <a:r>
                        <a:rPr lang="en-IN" sz="1800" b="1" dirty="0">
                          <a:solidFill>
                            <a:srgbClr val="FF0000"/>
                          </a:solidFill>
                        </a:rPr>
                        <a:t>0</a:t>
                      </a:r>
                    </a:p>
                  </a:txBody>
                  <a:tcPr marL="91436" marR="91436" marT="45706" marB="45706"/>
                </a:tc>
                <a:tc>
                  <a:txBody>
                    <a:bodyPr/>
                    <a:lstStyle/>
                    <a:p>
                      <a:pPr algn="ctr"/>
                      <a:r>
                        <a:rPr lang="en-IN" sz="1800" dirty="0"/>
                        <a:t>18</a:t>
                      </a:r>
                    </a:p>
                  </a:txBody>
                  <a:tcPr marL="91436" marR="91436" marT="45706" marB="45706"/>
                </a:tc>
                <a:tc>
                  <a:txBody>
                    <a:bodyPr/>
                    <a:lstStyle/>
                    <a:p>
                      <a:pPr algn="ctr"/>
                      <a:r>
                        <a:rPr lang="en-IN" sz="1800" dirty="0"/>
                        <a:t>17</a:t>
                      </a:r>
                    </a:p>
                  </a:txBody>
                  <a:tcPr marL="91436" marR="91436" marT="45706" marB="45706"/>
                </a:tc>
                <a:tc>
                  <a:txBody>
                    <a:bodyPr/>
                    <a:lstStyle/>
                    <a:p>
                      <a:pPr algn="ctr"/>
                      <a:r>
                        <a:rPr lang="en-IN" sz="1800" dirty="0"/>
                        <a:t>12</a:t>
                      </a:r>
                    </a:p>
                  </a:txBody>
                  <a:tcPr marL="91436" marR="91436" marT="45706" marB="45706"/>
                </a:tc>
              </a:tr>
              <a:tr h="370728">
                <a:tc>
                  <a:txBody>
                    <a:bodyPr/>
                    <a:lstStyle/>
                    <a:p>
                      <a:r>
                        <a:rPr lang="en-IN" sz="1800" dirty="0"/>
                        <a:t>P3</a:t>
                      </a:r>
                    </a:p>
                  </a:txBody>
                  <a:tcPr marL="91436" marR="91436" marT="45706" marB="45706"/>
                </a:tc>
                <a:tc>
                  <a:txBody>
                    <a:bodyPr/>
                    <a:lstStyle/>
                    <a:p>
                      <a:r>
                        <a:rPr lang="en-IN" sz="1800" dirty="0"/>
                        <a:t>2</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pPr algn="ctr"/>
                      <a:r>
                        <a:rPr lang="en-IN" sz="1800" dirty="0"/>
                        <a:t>6</a:t>
                      </a:r>
                    </a:p>
                  </a:txBody>
                  <a:tcPr marL="91436" marR="91436" marT="45706" marB="45706"/>
                </a:tc>
                <a:tc>
                  <a:txBody>
                    <a:bodyPr/>
                    <a:lstStyle/>
                    <a:p>
                      <a:pPr algn="ctr"/>
                      <a:r>
                        <a:rPr lang="en-IN" sz="1800" dirty="0"/>
                        <a:t>4</a:t>
                      </a:r>
                    </a:p>
                  </a:txBody>
                  <a:tcPr marL="91436" marR="91436" marT="45706" marB="45706"/>
                </a:tc>
                <a:tc>
                  <a:txBody>
                    <a:bodyPr/>
                    <a:lstStyle/>
                    <a:p>
                      <a:pPr algn="ctr"/>
                      <a:r>
                        <a:rPr lang="en-IN" sz="1800" dirty="0"/>
                        <a:t>2</a:t>
                      </a:r>
                    </a:p>
                  </a:txBody>
                  <a:tcPr marL="91436" marR="91436" marT="45706" marB="45706"/>
                </a:tc>
              </a:tr>
              <a:tr h="370728">
                <a:tc>
                  <a:txBody>
                    <a:bodyPr/>
                    <a:lstStyle/>
                    <a:p>
                      <a:r>
                        <a:rPr lang="en-IN" sz="1800" dirty="0"/>
                        <a:t>P4</a:t>
                      </a:r>
                    </a:p>
                  </a:txBody>
                  <a:tcPr marL="91436" marR="91436" marT="45706" marB="45706"/>
                </a:tc>
                <a:tc>
                  <a:txBody>
                    <a:bodyPr/>
                    <a:lstStyle/>
                    <a:p>
                      <a:r>
                        <a:rPr lang="en-IN" sz="1800" dirty="0"/>
                        <a:t>3</a:t>
                      </a:r>
                    </a:p>
                  </a:txBody>
                  <a:tcPr marL="91436" marR="91436" marT="45706" marB="45706"/>
                </a:tc>
                <a:tc>
                  <a:txBody>
                    <a:bodyPr/>
                    <a:lstStyle/>
                    <a:p>
                      <a:r>
                        <a:rPr lang="en-IN" sz="1800" dirty="0">
                          <a:solidFill>
                            <a:srgbClr val="FF0000"/>
                          </a:solidFill>
                        </a:rPr>
                        <a:t>0</a:t>
                      </a:r>
                    </a:p>
                  </a:txBody>
                  <a:tcPr marL="91436" marR="91436" marT="45706" marB="45706"/>
                </a:tc>
                <a:tc>
                  <a:txBody>
                    <a:bodyPr/>
                    <a:lstStyle/>
                    <a:p>
                      <a:pPr algn="ctr"/>
                      <a:r>
                        <a:rPr lang="en-IN" sz="1800" dirty="0"/>
                        <a:t>9</a:t>
                      </a:r>
                    </a:p>
                  </a:txBody>
                  <a:tcPr marL="91436" marR="91436" marT="45706" marB="45706"/>
                </a:tc>
                <a:tc>
                  <a:txBody>
                    <a:bodyPr/>
                    <a:lstStyle/>
                    <a:p>
                      <a:pPr algn="ctr"/>
                      <a:r>
                        <a:rPr lang="en-IN" sz="1800" dirty="0"/>
                        <a:t>6</a:t>
                      </a:r>
                    </a:p>
                  </a:txBody>
                  <a:tcPr marL="91436" marR="91436" marT="45706" marB="45706"/>
                </a:tc>
                <a:tc>
                  <a:txBody>
                    <a:bodyPr/>
                    <a:lstStyle/>
                    <a:p>
                      <a:pPr algn="ctr"/>
                      <a:r>
                        <a:rPr lang="en-IN" sz="1800" dirty="0"/>
                        <a:t>5</a:t>
                      </a:r>
                    </a:p>
                  </a:txBody>
                  <a:tcPr marL="91436" marR="91436" marT="45706" marB="45706"/>
                </a:tc>
              </a:tr>
              <a:tr h="370728">
                <a:tc>
                  <a:txBody>
                    <a:bodyPr/>
                    <a:lstStyle/>
                    <a:p>
                      <a:r>
                        <a:rPr lang="en-IN" sz="1800" dirty="0"/>
                        <a:t>P5</a:t>
                      </a:r>
                    </a:p>
                  </a:txBody>
                  <a:tcPr marL="91436" marR="91436" marT="45706" marB="45706"/>
                </a:tc>
                <a:tc>
                  <a:txBody>
                    <a:bodyPr/>
                    <a:lstStyle/>
                    <a:p>
                      <a:r>
                        <a:rPr lang="en-IN" sz="1800" dirty="0"/>
                        <a:t>4</a:t>
                      </a:r>
                    </a:p>
                  </a:txBody>
                  <a:tcPr marL="91436" marR="91436" marT="45706" marB="45706"/>
                </a:tc>
                <a:tc>
                  <a:txBody>
                    <a:bodyPr/>
                    <a:lstStyle/>
                    <a:p>
                      <a:r>
                        <a:rPr lang="en-IN" sz="1800" b="1" dirty="0">
                          <a:solidFill>
                            <a:srgbClr val="FF0000"/>
                          </a:solidFill>
                        </a:rPr>
                        <a:t>0</a:t>
                      </a:r>
                    </a:p>
                  </a:txBody>
                  <a:tcPr marL="91436" marR="91436" marT="45706" marB="45706"/>
                </a:tc>
                <a:tc>
                  <a:txBody>
                    <a:bodyPr/>
                    <a:lstStyle/>
                    <a:p>
                      <a:pPr algn="ctr"/>
                      <a:r>
                        <a:rPr lang="en-IN" sz="1800" dirty="0"/>
                        <a:t>21</a:t>
                      </a:r>
                    </a:p>
                  </a:txBody>
                  <a:tcPr marL="91436" marR="91436" marT="45706" marB="45706"/>
                </a:tc>
                <a:tc>
                  <a:txBody>
                    <a:bodyPr/>
                    <a:lstStyle/>
                    <a:p>
                      <a:pPr algn="ctr"/>
                      <a:r>
                        <a:rPr lang="en-IN" sz="1800" dirty="0"/>
                        <a:t>17</a:t>
                      </a:r>
                    </a:p>
                  </a:txBody>
                  <a:tcPr marL="91436" marR="91436" marT="45706" marB="45706"/>
                </a:tc>
                <a:tc>
                  <a:txBody>
                    <a:bodyPr/>
                    <a:lstStyle/>
                    <a:p>
                      <a:pPr algn="ctr"/>
                      <a:r>
                        <a:rPr lang="en-IN" sz="1800" dirty="0"/>
                        <a:t>11</a:t>
                      </a:r>
                    </a:p>
                  </a:txBody>
                  <a:tcPr marL="91436" marR="91436" marT="45706" marB="45706"/>
                </a:tc>
              </a:tr>
              <a:tr h="370728">
                <a:tc>
                  <a:txBody>
                    <a:bodyPr/>
                    <a:lstStyle/>
                    <a:p>
                      <a:r>
                        <a:rPr lang="en-IN" sz="1800" dirty="0"/>
                        <a:t>p6</a:t>
                      </a:r>
                    </a:p>
                  </a:txBody>
                  <a:tcPr marL="91436" marR="91436" marT="45706" marB="45706"/>
                </a:tc>
                <a:tc>
                  <a:txBody>
                    <a:bodyPr/>
                    <a:lstStyle/>
                    <a:p>
                      <a:r>
                        <a:rPr lang="en-IN" sz="1800" dirty="0"/>
                        <a:t>6</a:t>
                      </a:r>
                    </a:p>
                  </a:txBody>
                  <a:tcPr marL="91436" marR="91436" marT="45706" marB="45706"/>
                </a:tc>
                <a:tc>
                  <a:txBody>
                    <a:bodyPr/>
                    <a:lstStyle/>
                    <a:p>
                      <a:r>
                        <a:rPr lang="en-IN" sz="1800" b="1" dirty="0">
                          <a:solidFill>
                            <a:srgbClr val="7030A0"/>
                          </a:solidFill>
                        </a:rPr>
                        <a:t>0</a:t>
                      </a:r>
                    </a:p>
                  </a:txBody>
                  <a:tcPr marL="91436" marR="91436" marT="45706" marB="45706"/>
                </a:tc>
                <a:tc>
                  <a:txBody>
                    <a:bodyPr/>
                    <a:lstStyle/>
                    <a:p>
                      <a:pPr algn="ctr"/>
                      <a:r>
                        <a:rPr lang="en-IN" sz="1800" dirty="0"/>
                        <a:t>19</a:t>
                      </a:r>
                    </a:p>
                  </a:txBody>
                  <a:tcPr marL="91436" marR="91436" marT="45706" marB="45706"/>
                </a:tc>
                <a:tc>
                  <a:txBody>
                    <a:bodyPr/>
                    <a:lstStyle/>
                    <a:p>
                      <a:pPr algn="ctr"/>
                      <a:r>
                        <a:rPr lang="en-IN" sz="1800" dirty="0"/>
                        <a:t>13</a:t>
                      </a:r>
                    </a:p>
                  </a:txBody>
                  <a:tcPr marL="91436" marR="91436" marT="45706" marB="45706"/>
                </a:tc>
                <a:tc>
                  <a:txBody>
                    <a:bodyPr/>
                    <a:lstStyle/>
                    <a:p>
                      <a:pPr algn="ctr"/>
                      <a:r>
                        <a:rPr lang="en-IN" sz="1800" dirty="0"/>
                        <a:t>10</a:t>
                      </a:r>
                    </a:p>
                  </a:txBody>
                  <a:tcPr marL="91436" marR="91436" marT="45706" marB="45706"/>
                </a:tc>
              </a:tr>
            </a:tbl>
          </a:graphicData>
        </a:graphic>
      </p:graphicFrame>
      <p:sp>
        <p:nvSpPr>
          <p:cNvPr id="117821" name="Slide Number Placeholder 3"/>
          <p:cNvSpPr>
            <a:spLocks noGrp="1"/>
          </p:cNvSpPr>
          <p:nvPr>
            <p:ph type="sldNum" sz="quarter" idx="12"/>
          </p:nvPr>
        </p:nvSpPr>
        <p:spPr bwMode="auto">
          <a:noFill/>
          <a:ln>
            <a:miter lim="800000"/>
            <a:headEnd/>
            <a:tailEnd/>
          </a:ln>
        </p:spPr>
        <p:txBody>
          <a:bodyPr/>
          <a:lstStyle/>
          <a:p>
            <a:fld id="{8A389410-0EF5-4751-AE11-F082FE168F20}" type="slidenum">
              <a:rPr lang="en-US" altLang="en-US"/>
              <a:pPr/>
              <a:t>106</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r>
            </a:tbl>
          </a:graphicData>
        </a:graphic>
      </p:graphicFrame>
      <p:sp>
        <p:nvSpPr>
          <p:cNvPr id="117846"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2</a:t>
            </a:r>
          </a:p>
        </p:txBody>
      </p:sp>
      <p:sp>
        <p:nvSpPr>
          <p:cNvPr id="117847"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17848"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r>
                        <a:rPr lang="en-IN" sz="1800" dirty="0"/>
                        <a:t>p6</a:t>
                      </a:r>
                    </a:p>
                  </a:txBody>
                  <a:tcPr marL="91464" marR="91464" marT="45603" marB="45603"/>
                </a:tc>
                <a:tc>
                  <a:txBody>
                    <a:bodyPr/>
                    <a:lstStyle/>
                    <a:p>
                      <a:r>
                        <a:rPr lang="en-IN" sz="1800" dirty="0"/>
                        <a:t>p5</a:t>
                      </a:r>
                    </a:p>
                  </a:txBody>
                  <a:tcPr marL="91464" marR="91464" marT="45603" marB="45603"/>
                </a:tc>
              </a:tr>
            </a:tbl>
          </a:graphicData>
        </a:graphic>
      </p:graphicFrame>
      <p:graphicFrame>
        <p:nvGraphicFramePr>
          <p:cNvPr id="4" name="Table 3"/>
          <p:cNvGraphicFramePr>
            <a:graphicFrameLocks noGrp="1"/>
          </p:cNvGraphicFramePr>
          <p:nvPr/>
        </p:nvGraphicFramePr>
        <p:xfrm>
          <a:off x="769938" y="4110038"/>
          <a:ext cx="6096000" cy="371475"/>
        </p:xfrm>
        <a:graphic>
          <a:graphicData uri="http://schemas.openxmlformats.org/drawingml/2006/table">
            <a:tbl>
              <a:tblPr firstRow="1" bandRow="1">
                <a:tableStyleId>{5C22544A-7EE6-4342-B048-85BDC9FD1C3A}</a:tableStyleId>
              </a:tblPr>
              <a:tblGrid>
                <a:gridCol w="508000"/>
                <a:gridCol w="508000"/>
                <a:gridCol w="508000"/>
                <a:gridCol w="508000"/>
                <a:gridCol w="508000"/>
                <a:gridCol w="508000"/>
                <a:gridCol w="508000"/>
                <a:gridCol w="508000"/>
                <a:gridCol w="508000"/>
                <a:gridCol w="508000"/>
                <a:gridCol w="508000"/>
                <a:gridCol w="5080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c>
                  <a:txBody>
                    <a:bodyPr/>
                    <a:lstStyle/>
                    <a:p>
                      <a:r>
                        <a:rPr lang="en-IN" sz="1800" dirty="0"/>
                        <a:t>p2</a:t>
                      </a:r>
                    </a:p>
                  </a:txBody>
                  <a:tcPr marT="45798" marB="45798"/>
                </a:tc>
                <a:tc>
                  <a:txBody>
                    <a:bodyPr/>
                    <a:lstStyle/>
                    <a:p>
                      <a:r>
                        <a:rPr lang="en-IN" sz="1800" dirty="0"/>
                        <a:t>p6</a:t>
                      </a:r>
                    </a:p>
                  </a:txBody>
                  <a:tcPr marT="45798" marB="45798"/>
                </a:tc>
                <a:tc>
                  <a:txBody>
                    <a:bodyPr/>
                    <a:lstStyle/>
                    <a:p>
                      <a:r>
                        <a:rPr lang="en-IN" sz="1800" dirty="0"/>
                        <a:t>p5</a:t>
                      </a:r>
                    </a:p>
                  </a:txBody>
                  <a:tcPr marT="45798" marB="45798"/>
                </a:tc>
              </a:tr>
            </a:tbl>
          </a:graphicData>
        </a:graphic>
      </p:graphicFrame>
      <p:sp>
        <p:nvSpPr>
          <p:cNvPr id="117885" name="TextBox 6"/>
          <p:cNvSpPr txBox="1">
            <a:spLocks noChangeArrowheads="1"/>
          </p:cNvSpPr>
          <p:nvPr/>
        </p:nvSpPr>
        <p:spPr bwMode="auto">
          <a:xfrm>
            <a:off x="836613" y="3686175"/>
            <a:ext cx="2114550" cy="369888"/>
          </a:xfrm>
          <a:prstGeom prst="rect">
            <a:avLst/>
          </a:prstGeom>
          <a:noFill/>
          <a:ln w="9525">
            <a:noFill/>
            <a:miter lim="800000"/>
            <a:headEnd/>
            <a:tailEnd/>
          </a:ln>
        </p:spPr>
        <p:txBody>
          <a:bodyPr>
            <a:spAutoFit/>
          </a:bodyPr>
          <a:lstStyle/>
          <a:p>
            <a:r>
              <a:rPr lang="en-IN" altLang="en-US"/>
              <a:t>Process queue</a:t>
            </a:r>
          </a:p>
        </p:txBody>
      </p:sp>
      <p:cxnSp>
        <p:nvCxnSpPr>
          <p:cNvPr id="7" name="Straight Connector 6"/>
          <p:cNvCxnSpPr/>
          <p:nvPr/>
        </p:nvCxnSpPr>
        <p:spPr>
          <a:xfrm flipH="1">
            <a:off x="836613" y="40560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7887" name="TextBox 7"/>
          <p:cNvSpPr txBox="1">
            <a:spLocks noChangeArrowheads="1"/>
          </p:cNvSpPr>
          <p:nvPr/>
        </p:nvSpPr>
        <p:spPr bwMode="auto">
          <a:xfrm>
            <a:off x="1893888" y="5624513"/>
            <a:ext cx="323850" cy="368300"/>
          </a:xfrm>
          <a:prstGeom prst="rect">
            <a:avLst/>
          </a:prstGeom>
          <a:noFill/>
          <a:ln w="9525">
            <a:noFill/>
            <a:miter lim="800000"/>
            <a:headEnd/>
            <a:tailEnd/>
          </a:ln>
        </p:spPr>
        <p:txBody>
          <a:bodyPr>
            <a:spAutoFit/>
          </a:bodyPr>
          <a:lstStyle/>
          <a:p>
            <a:r>
              <a:rPr lang="en-IN" altLang="en-US"/>
              <a:t>4</a:t>
            </a:r>
          </a:p>
        </p:txBody>
      </p:sp>
      <p:cxnSp>
        <p:nvCxnSpPr>
          <p:cNvPr id="15" name="Straight Connector 14"/>
          <p:cNvCxnSpPr/>
          <p:nvPr/>
        </p:nvCxnSpPr>
        <p:spPr>
          <a:xfrm flipH="1">
            <a:off x="124936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1814513" y="4162425"/>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7890" name="TextBox 7"/>
          <p:cNvSpPr txBox="1">
            <a:spLocks noChangeArrowheads="1"/>
          </p:cNvSpPr>
          <p:nvPr/>
        </p:nvSpPr>
        <p:spPr bwMode="auto">
          <a:xfrm>
            <a:off x="2447925" y="5586413"/>
            <a:ext cx="323850" cy="369887"/>
          </a:xfrm>
          <a:prstGeom prst="rect">
            <a:avLst/>
          </a:prstGeom>
          <a:noFill/>
          <a:ln w="9525">
            <a:noFill/>
            <a:miter lim="800000"/>
            <a:headEnd/>
            <a:tailEnd/>
          </a:ln>
        </p:spPr>
        <p:txBody>
          <a:bodyPr>
            <a:spAutoFit/>
          </a:bodyPr>
          <a:lstStyle/>
          <a:p>
            <a:r>
              <a:rPr lang="en-IN" altLang="en-US"/>
              <a:t>6</a:t>
            </a:r>
          </a:p>
        </p:txBody>
      </p:sp>
      <p:cxnSp>
        <p:nvCxnSpPr>
          <p:cNvPr id="8" name="Straight Connector 7"/>
          <p:cNvCxnSpPr/>
          <p:nvPr/>
        </p:nvCxnSpPr>
        <p:spPr>
          <a:xfrm flipV="1">
            <a:off x="457200" y="2060575"/>
            <a:ext cx="2722563" cy="14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2379663"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7893" name="TextBox 7"/>
          <p:cNvSpPr txBox="1">
            <a:spLocks noChangeArrowheads="1"/>
          </p:cNvSpPr>
          <p:nvPr/>
        </p:nvSpPr>
        <p:spPr bwMode="auto">
          <a:xfrm>
            <a:off x="3100388" y="5586413"/>
            <a:ext cx="323850" cy="369887"/>
          </a:xfrm>
          <a:prstGeom prst="rect">
            <a:avLst/>
          </a:prstGeom>
          <a:noFill/>
          <a:ln w="9525">
            <a:noFill/>
            <a:miter lim="800000"/>
            <a:headEnd/>
            <a:tailEnd/>
          </a:ln>
        </p:spPr>
        <p:txBody>
          <a:bodyPr>
            <a:spAutoFit/>
          </a:bodyPr>
          <a:lstStyle/>
          <a:p>
            <a:r>
              <a:rPr lang="en-IN" altLang="en-US"/>
              <a:t>8</a:t>
            </a:r>
          </a:p>
        </p:txBody>
      </p:sp>
      <p:cxnSp>
        <p:nvCxnSpPr>
          <p:cNvPr id="20" name="Straight Connector 19"/>
          <p:cNvCxnSpPr/>
          <p:nvPr/>
        </p:nvCxnSpPr>
        <p:spPr>
          <a:xfrm flipH="1">
            <a:off x="2859088" y="409416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7895" name="TextBox 7"/>
          <p:cNvSpPr txBox="1">
            <a:spLocks noChangeArrowheads="1"/>
          </p:cNvSpPr>
          <p:nvPr/>
        </p:nvSpPr>
        <p:spPr bwMode="auto">
          <a:xfrm>
            <a:off x="3590925" y="5586413"/>
            <a:ext cx="544513" cy="369887"/>
          </a:xfrm>
          <a:prstGeom prst="rect">
            <a:avLst/>
          </a:prstGeom>
          <a:noFill/>
          <a:ln w="9525">
            <a:noFill/>
            <a:miter lim="800000"/>
            <a:headEnd/>
            <a:tailEnd/>
          </a:ln>
        </p:spPr>
        <p:txBody>
          <a:bodyPr>
            <a:spAutoFit/>
          </a:bodyPr>
          <a:lstStyle/>
          <a:p>
            <a:r>
              <a:rPr lang="en-IN" altLang="en-US"/>
              <a:t>9</a:t>
            </a:r>
          </a:p>
        </p:txBody>
      </p:sp>
      <p:cxnSp>
        <p:nvCxnSpPr>
          <p:cNvPr id="22" name="Straight Connector 21"/>
          <p:cNvCxnSpPr/>
          <p:nvPr/>
        </p:nvCxnSpPr>
        <p:spPr>
          <a:xfrm flipV="1">
            <a:off x="457200" y="2459038"/>
            <a:ext cx="2722563" cy="142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316288"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7898" name="TextBox 7"/>
          <p:cNvSpPr txBox="1">
            <a:spLocks noChangeArrowheads="1"/>
          </p:cNvSpPr>
          <p:nvPr/>
        </p:nvSpPr>
        <p:spPr bwMode="auto">
          <a:xfrm>
            <a:off x="4135438" y="5586413"/>
            <a:ext cx="544512" cy="369887"/>
          </a:xfrm>
          <a:prstGeom prst="rect">
            <a:avLst/>
          </a:prstGeom>
          <a:noFill/>
          <a:ln w="9525">
            <a:noFill/>
            <a:miter lim="800000"/>
            <a:headEnd/>
            <a:tailEnd/>
          </a:ln>
        </p:spPr>
        <p:txBody>
          <a:bodyPr>
            <a:spAutoFit/>
          </a:bodyPr>
          <a:lstStyle/>
          <a:p>
            <a:r>
              <a:rPr lang="en-IN" altLang="en-US"/>
              <a:t>11</a:t>
            </a:r>
          </a:p>
        </p:txBody>
      </p:sp>
      <p:cxnSp>
        <p:nvCxnSpPr>
          <p:cNvPr id="26" name="Straight Connector 25"/>
          <p:cNvCxnSpPr/>
          <p:nvPr/>
        </p:nvCxnSpPr>
        <p:spPr>
          <a:xfrm flipV="1">
            <a:off x="531813" y="1443038"/>
            <a:ext cx="2722562"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38417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7901" name="TextBox 7"/>
          <p:cNvSpPr txBox="1">
            <a:spLocks noChangeArrowheads="1"/>
          </p:cNvSpPr>
          <p:nvPr/>
        </p:nvSpPr>
        <p:spPr bwMode="auto">
          <a:xfrm>
            <a:off x="4792663" y="5586413"/>
            <a:ext cx="544512" cy="369887"/>
          </a:xfrm>
          <a:prstGeom prst="rect">
            <a:avLst/>
          </a:prstGeom>
          <a:noFill/>
          <a:ln w="9525">
            <a:noFill/>
            <a:miter lim="800000"/>
            <a:headEnd/>
            <a:tailEnd/>
          </a:ln>
        </p:spPr>
        <p:txBody>
          <a:bodyPr>
            <a:spAutoFit/>
          </a:bodyPr>
          <a:lstStyle/>
          <a:p>
            <a:r>
              <a:rPr lang="en-IN" altLang="en-US"/>
              <a:t>13</a:t>
            </a:r>
          </a:p>
        </p:txBody>
      </p:sp>
      <p:cxnSp>
        <p:nvCxnSpPr>
          <p:cNvPr id="29" name="Straight Connector 28"/>
          <p:cNvCxnSpPr/>
          <p:nvPr/>
        </p:nvCxnSpPr>
        <p:spPr>
          <a:xfrm flipH="1">
            <a:off x="4337050"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7903" name="TextBox 7"/>
          <p:cNvSpPr txBox="1">
            <a:spLocks noChangeArrowheads="1"/>
          </p:cNvSpPr>
          <p:nvPr/>
        </p:nvSpPr>
        <p:spPr bwMode="auto">
          <a:xfrm>
            <a:off x="5451475" y="5586413"/>
            <a:ext cx="542925" cy="369887"/>
          </a:xfrm>
          <a:prstGeom prst="rect">
            <a:avLst/>
          </a:prstGeom>
          <a:noFill/>
          <a:ln w="9525">
            <a:noFill/>
            <a:miter lim="800000"/>
            <a:headEnd/>
            <a:tailEnd/>
          </a:ln>
        </p:spPr>
        <p:txBody>
          <a:bodyPr>
            <a:spAutoFit/>
          </a:bodyPr>
          <a:lstStyle/>
          <a:p>
            <a:r>
              <a:rPr lang="en-IN" altLang="en-US"/>
              <a:t>15</a:t>
            </a:r>
          </a:p>
        </p:txBody>
      </p:sp>
      <p:cxnSp>
        <p:nvCxnSpPr>
          <p:cNvPr id="31" name="Straight Connector 30"/>
          <p:cNvCxnSpPr/>
          <p:nvPr/>
        </p:nvCxnSpPr>
        <p:spPr>
          <a:xfrm flipH="1">
            <a:off x="4862513" y="4151313"/>
            <a:ext cx="481012"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7905" name="TextBox 7"/>
          <p:cNvSpPr txBox="1">
            <a:spLocks noChangeArrowheads="1"/>
          </p:cNvSpPr>
          <p:nvPr/>
        </p:nvSpPr>
        <p:spPr bwMode="auto">
          <a:xfrm>
            <a:off x="5994400" y="5586413"/>
            <a:ext cx="544513" cy="369887"/>
          </a:xfrm>
          <a:prstGeom prst="rect">
            <a:avLst/>
          </a:prstGeom>
          <a:noFill/>
          <a:ln w="9525">
            <a:noFill/>
            <a:miter lim="800000"/>
            <a:headEnd/>
            <a:tailEnd/>
          </a:ln>
        </p:spPr>
        <p:txBody>
          <a:bodyPr>
            <a:spAutoFit/>
          </a:bodyPr>
          <a:lstStyle/>
          <a:p>
            <a:r>
              <a:rPr lang="en-IN" altLang="en-US"/>
              <a:t>17</a:t>
            </a:r>
          </a:p>
        </p:txBody>
      </p:sp>
      <p:cxnSp>
        <p:nvCxnSpPr>
          <p:cNvPr id="33" name="Straight Connector 32"/>
          <p:cNvCxnSpPr/>
          <p:nvPr/>
        </p:nvCxnSpPr>
        <p:spPr>
          <a:xfrm flipH="1">
            <a:off x="5337175" y="4162425"/>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7907" name="TextBox 7"/>
          <p:cNvSpPr txBox="1">
            <a:spLocks noChangeArrowheads="1"/>
          </p:cNvSpPr>
          <p:nvPr/>
        </p:nvSpPr>
        <p:spPr bwMode="auto">
          <a:xfrm>
            <a:off x="6692900" y="5586413"/>
            <a:ext cx="544513" cy="369887"/>
          </a:xfrm>
          <a:prstGeom prst="rect">
            <a:avLst/>
          </a:prstGeom>
          <a:noFill/>
          <a:ln w="9525">
            <a:noFill/>
            <a:miter lim="800000"/>
            <a:headEnd/>
            <a:tailEnd/>
          </a:ln>
        </p:spPr>
        <p:txBody>
          <a:bodyPr>
            <a:spAutoFit/>
          </a:bodyPr>
          <a:lstStyle/>
          <a:p>
            <a:r>
              <a:rPr lang="en-IN" altLang="en-US"/>
              <a:t>18</a:t>
            </a:r>
          </a:p>
        </p:txBody>
      </p:sp>
      <p:cxnSp>
        <p:nvCxnSpPr>
          <p:cNvPr id="35" name="Straight Connector 34"/>
          <p:cNvCxnSpPr/>
          <p:nvPr/>
        </p:nvCxnSpPr>
        <p:spPr>
          <a:xfrm flipV="1">
            <a:off x="438150" y="1795463"/>
            <a:ext cx="2724150"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5876925" y="4094163"/>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7910" name="TextBox 7"/>
          <p:cNvSpPr txBox="1">
            <a:spLocks noChangeArrowheads="1"/>
          </p:cNvSpPr>
          <p:nvPr/>
        </p:nvSpPr>
        <p:spPr bwMode="auto">
          <a:xfrm>
            <a:off x="7237413" y="5586413"/>
            <a:ext cx="544512" cy="369887"/>
          </a:xfrm>
          <a:prstGeom prst="rect">
            <a:avLst/>
          </a:prstGeom>
          <a:noFill/>
          <a:ln w="9525">
            <a:noFill/>
            <a:miter lim="800000"/>
            <a:headEnd/>
            <a:tailEnd/>
          </a:ln>
        </p:spPr>
        <p:txBody>
          <a:bodyPr>
            <a:spAutoFit/>
          </a:bodyPr>
          <a:lstStyle/>
          <a:p>
            <a:r>
              <a:rPr lang="en-IN" altLang="en-US"/>
              <a:t>19</a:t>
            </a:r>
          </a:p>
        </p:txBody>
      </p:sp>
      <p:cxnSp>
        <p:nvCxnSpPr>
          <p:cNvPr id="38" name="Straight Connector 37"/>
          <p:cNvCxnSpPr/>
          <p:nvPr/>
        </p:nvCxnSpPr>
        <p:spPr>
          <a:xfrm flipV="1">
            <a:off x="414338" y="3182938"/>
            <a:ext cx="2722562"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6299200" y="4090988"/>
            <a:ext cx="481013" cy="36512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17913" name="TextBox 7"/>
          <p:cNvSpPr txBox="1">
            <a:spLocks noChangeArrowheads="1"/>
          </p:cNvSpPr>
          <p:nvPr/>
        </p:nvSpPr>
        <p:spPr bwMode="auto">
          <a:xfrm>
            <a:off x="7924800" y="5568950"/>
            <a:ext cx="544513" cy="369888"/>
          </a:xfrm>
          <a:prstGeom prst="rect">
            <a:avLst/>
          </a:prstGeom>
          <a:noFill/>
          <a:ln w="9525">
            <a:noFill/>
            <a:miter lim="800000"/>
            <a:headEnd/>
            <a:tailEnd/>
          </a:ln>
        </p:spPr>
        <p:txBody>
          <a:bodyPr>
            <a:spAutoFit/>
          </a:bodyPr>
          <a:lstStyle/>
          <a:p>
            <a:r>
              <a:rPr lang="en-IN" altLang="en-US"/>
              <a:t>21</a:t>
            </a:r>
          </a:p>
        </p:txBody>
      </p:sp>
      <p:cxnSp>
        <p:nvCxnSpPr>
          <p:cNvPr id="41" name="Straight Connector 40"/>
          <p:cNvCxnSpPr/>
          <p:nvPr/>
        </p:nvCxnSpPr>
        <p:spPr>
          <a:xfrm flipV="1">
            <a:off x="452438" y="2830513"/>
            <a:ext cx="2724150" cy="12700"/>
          </a:xfrm>
          <a:prstGeom prst="line">
            <a:avLst/>
          </a:prstGeom>
        </p:spPr>
        <p:style>
          <a:lnRef idx="1">
            <a:schemeClr val="accent1"/>
          </a:lnRef>
          <a:fillRef idx="0">
            <a:schemeClr val="accent1"/>
          </a:fillRef>
          <a:effectRef idx="0">
            <a:schemeClr val="accent1"/>
          </a:effectRef>
          <a:fontRef idx="minor">
            <a:schemeClr val="tx1"/>
          </a:fontRef>
        </p:style>
      </p:cxnSp>
      <p:sp>
        <p:nvSpPr>
          <p:cNvPr id="2" name="Left Arrow 1">
            <a:hlinkClick r:id="rId2" action="ppaction://hlinkpres?slideindex=81&amp;slidetitle=Example:- let time quantum=2"/>
          </p:cNvPr>
          <p:cNvSpPr/>
          <p:nvPr/>
        </p:nvSpPr>
        <p:spPr>
          <a:xfrm>
            <a:off x="7924800" y="2830513"/>
            <a:ext cx="762000" cy="53975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6575" y="454025"/>
            <a:ext cx="7134225" cy="782638"/>
          </a:xfrm>
        </p:spPr>
        <p:txBody>
          <a:bodyPr tIns="12700" rtlCol="0" anchor="ctr">
            <a:spAutoFit/>
          </a:bodyPr>
          <a:lstStyle/>
          <a:p>
            <a:pPr marL="12700">
              <a:spcBef>
                <a:spcPts val="100"/>
              </a:spcBef>
              <a:tabLst>
                <a:tab pos="1813560" algn="l"/>
              </a:tabLst>
              <a:defRPr/>
            </a:pPr>
            <a:r>
              <a:rPr spc="-5" dirty="0"/>
              <a:t>Round	Robin</a:t>
            </a:r>
            <a:r>
              <a:rPr spc="-85" dirty="0"/>
              <a:t> </a:t>
            </a:r>
            <a:r>
              <a:rPr spc="-5" dirty="0"/>
              <a:t>Scheduling</a:t>
            </a:r>
          </a:p>
        </p:txBody>
      </p:sp>
      <p:sp>
        <p:nvSpPr>
          <p:cNvPr id="118787" name="object 3"/>
          <p:cNvSpPr txBox="1">
            <a:spLocks noChangeArrowheads="1"/>
          </p:cNvSpPr>
          <p:nvPr/>
        </p:nvSpPr>
        <p:spPr bwMode="auto">
          <a:xfrm>
            <a:off x="536575" y="1544638"/>
            <a:ext cx="7913688" cy="5213350"/>
          </a:xfrm>
          <a:prstGeom prst="rect">
            <a:avLst/>
          </a:prstGeom>
          <a:noFill/>
          <a:ln w="9525">
            <a:noFill/>
            <a:miter lim="800000"/>
            <a:headEnd/>
            <a:tailEnd/>
          </a:ln>
        </p:spPr>
        <p:txBody>
          <a:bodyPr lIns="0" tIns="102870" rIns="0" bIns="0">
            <a:spAutoFit/>
          </a:bodyPr>
          <a:lstStyle/>
          <a:p>
            <a:pPr marL="355600" indent="-342900">
              <a:spcBef>
                <a:spcPts val="813"/>
              </a:spcBef>
              <a:buFontTx/>
              <a:buChar char="•"/>
              <a:tabLst>
                <a:tab pos="354013" algn="l"/>
                <a:tab pos="355600" algn="l"/>
              </a:tabLst>
            </a:pPr>
            <a:r>
              <a:rPr lang="en-US" altLang="en-US" sz="2800">
                <a:solidFill>
                  <a:srgbClr val="0000CC"/>
                </a:solidFill>
                <a:latin typeface="Liberation Sans"/>
                <a:ea typeface="Liberation Sans"/>
                <a:cs typeface="Liberation Sans"/>
              </a:rPr>
              <a:t>Advantages</a:t>
            </a:r>
            <a:endParaRPr lang="en-US" altLang="en-US" sz="2800">
              <a:latin typeface="Liberation Sans"/>
              <a:ea typeface="Liberation Sans"/>
              <a:cs typeface="Liberation Sans"/>
            </a:endParaRPr>
          </a:p>
          <a:p>
            <a:pPr marL="755650" lvl="1" indent="-285750">
              <a:spcBef>
                <a:spcPts val="613"/>
              </a:spcBef>
              <a:buFontTx/>
              <a:buChar char="–"/>
              <a:tabLst>
                <a:tab pos="354013" algn="l"/>
                <a:tab pos="355600" algn="l"/>
              </a:tabLst>
            </a:pPr>
            <a:r>
              <a:rPr lang="en-US" altLang="en-US" sz="2400">
                <a:latin typeface="Liberation Sans"/>
                <a:ea typeface="Liberation Sans"/>
                <a:cs typeface="Liberation Sans"/>
              </a:rPr>
              <a:t>Fair (Each process gets a fair chance to run on the  CPU)</a:t>
            </a:r>
          </a:p>
          <a:p>
            <a:pPr marL="755650" lvl="1" indent="-285750">
              <a:spcBef>
                <a:spcPts val="625"/>
              </a:spcBef>
              <a:buFontTx/>
              <a:buChar char="–"/>
              <a:tabLst>
                <a:tab pos="354013" algn="l"/>
                <a:tab pos="355600" algn="l"/>
              </a:tabLst>
            </a:pPr>
            <a:r>
              <a:rPr lang="en-US" altLang="en-US" sz="2400">
                <a:latin typeface="Liberation Sans"/>
                <a:ea typeface="Liberation Sans"/>
                <a:cs typeface="Liberation Sans"/>
              </a:rPr>
              <a:t>Low average wait time, when burst times vary</a:t>
            </a:r>
          </a:p>
          <a:p>
            <a:pPr marL="755650" lvl="1" indent="-285750">
              <a:spcBef>
                <a:spcPts val="613"/>
              </a:spcBef>
              <a:buFontTx/>
              <a:buChar char="–"/>
              <a:tabLst>
                <a:tab pos="354013" algn="l"/>
                <a:tab pos="355600" algn="l"/>
              </a:tabLst>
            </a:pPr>
            <a:r>
              <a:rPr lang="en-US" altLang="en-US" sz="2400">
                <a:latin typeface="Liberation Sans"/>
                <a:ea typeface="Liberation Sans"/>
                <a:cs typeface="Liberation Sans"/>
              </a:rPr>
              <a:t>Faster response time</a:t>
            </a:r>
          </a:p>
          <a:p>
            <a:pPr marL="355600" indent="-342900">
              <a:spcBef>
                <a:spcPts val="713"/>
              </a:spcBef>
              <a:buFontTx/>
              <a:buChar char="•"/>
              <a:tabLst>
                <a:tab pos="354013" algn="l"/>
                <a:tab pos="355600" algn="l"/>
              </a:tabLst>
            </a:pPr>
            <a:r>
              <a:rPr lang="en-US" altLang="en-US" sz="2800">
                <a:solidFill>
                  <a:srgbClr val="0000CC"/>
                </a:solidFill>
                <a:latin typeface="Liberation Sans"/>
                <a:ea typeface="Liberation Sans"/>
                <a:cs typeface="Liberation Sans"/>
              </a:rPr>
              <a:t>Disadvantages</a:t>
            </a:r>
            <a:endParaRPr lang="en-US" altLang="en-US" sz="2800">
              <a:latin typeface="Liberation Sans"/>
              <a:ea typeface="Liberation Sans"/>
              <a:cs typeface="Liberation Sans"/>
            </a:endParaRPr>
          </a:p>
          <a:p>
            <a:pPr marL="755650" lvl="1" indent="-285750">
              <a:spcBef>
                <a:spcPts val="613"/>
              </a:spcBef>
              <a:buFontTx/>
              <a:buChar char="–"/>
              <a:tabLst>
                <a:tab pos="354013" algn="l"/>
                <a:tab pos="355600" algn="l"/>
              </a:tabLst>
            </a:pPr>
            <a:r>
              <a:rPr lang="en-US" altLang="en-US" sz="2400">
                <a:latin typeface="Liberation Sans"/>
                <a:ea typeface="Liberation Sans"/>
                <a:cs typeface="Liberation Sans"/>
              </a:rPr>
              <a:t>Increased context switching</a:t>
            </a:r>
          </a:p>
          <a:p>
            <a:pPr marL="1155700" lvl="2" indent="-228600">
              <a:spcBef>
                <a:spcPts val="525"/>
              </a:spcBef>
              <a:buFontTx/>
              <a:buChar char="•"/>
              <a:tabLst>
                <a:tab pos="354013" algn="l"/>
                <a:tab pos="355600" algn="l"/>
              </a:tabLst>
            </a:pPr>
            <a:r>
              <a:rPr lang="en-US" altLang="en-US" sz="2000">
                <a:latin typeface="Liberation Sans"/>
                <a:ea typeface="Liberation Sans"/>
                <a:cs typeface="Liberation Sans"/>
              </a:rPr>
              <a:t>Context switches are overheads!!!</a:t>
            </a:r>
          </a:p>
          <a:p>
            <a:pPr marL="755650" lvl="1" indent="-285750">
              <a:spcBef>
                <a:spcPts val="600"/>
              </a:spcBef>
              <a:buFontTx/>
              <a:buChar char="–"/>
              <a:tabLst>
                <a:tab pos="354013" algn="l"/>
                <a:tab pos="355600" algn="l"/>
              </a:tabLst>
            </a:pPr>
            <a:r>
              <a:rPr lang="en-US" altLang="en-US" sz="2400">
                <a:latin typeface="Liberation Sans"/>
                <a:ea typeface="Liberation Sans"/>
                <a:cs typeface="Liberation Sans"/>
              </a:rPr>
              <a:t>High average wait time, when burst times have equal  lengths</a:t>
            </a:r>
          </a:p>
          <a:p>
            <a:pPr marL="755650" lvl="1" indent="-285750">
              <a:spcBef>
                <a:spcPts val="600"/>
              </a:spcBef>
              <a:buFontTx/>
              <a:buChar char="–"/>
              <a:tabLst>
                <a:tab pos="354013" algn="l"/>
                <a:tab pos="355600" algn="l"/>
              </a:tabLst>
            </a:pPr>
            <a:r>
              <a:rPr lang="en-US" altLang="en-US" sz="2400">
                <a:latin typeface="Liberation Sans"/>
                <a:ea typeface="Liberation Sans"/>
                <a:cs typeface="Liberation Sans"/>
              </a:rPr>
              <a:t>If TQ(time quantum) is greater, context switching is less</a:t>
            </a:r>
          </a:p>
        </p:txBody>
      </p:sp>
      <p:sp>
        <p:nvSpPr>
          <p:cNvPr id="118788" name="Slide Number Placeholder 2"/>
          <p:cNvSpPr>
            <a:spLocks noGrp="1"/>
          </p:cNvSpPr>
          <p:nvPr>
            <p:ph type="sldNum" sz="quarter" idx="12"/>
          </p:nvPr>
        </p:nvSpPr>
        <p:spPr bwMode="auto">
          <a:noFill/>
          <a:ln>
            <a:miter lim="800000"/>
            <a:headEnd/>
            <a:tailEnd/>
          </a:ln>
        </p:spPr>
        <p:txBody>
          <a:bodyPr/>
          <a:lstStyle/>
          <a:p>
            <a:fld id="{F7295CC5-B516-446A-8B54-22291F35D239}" type="slidenum">
              <a:rPr lang="en-US" altLang="en-US"/>
              <a:pPr/>
              <a:t>107</a:t>
            </a:fld>
            <a:endParaRPr lang="en-US" altLang="en-US"/>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79475" y="639763"/>
            <a:ext cx="7219950" cy="782637"/>
          </a:xfrm>
        </p:spPr>
        <p:txBody>
          <a:bodyPr tIns="12700" rtlCol="0" anchor="ctr">
            <a:spAutoFit/>
          </a:bodyPr>
          <a:lstStyle/>
          <a:p>
            <a:pPr marL="12700">
              <a:spcBef>
                <a:spcPts val="100"/>
              </a:spcBef>
              <a:defRPr/>
            </a:pPr>
            <a:r>
              <a:rPr spc="-5" dirty="0"/>
              <a:t>Priority based</a:t>
            </a:r>
            <a:r>
              <a:rPr spc="-70" dirty="0"/>
              <a:t> </a:t>
            </a:r>
            <a:r>
              <a:rPr spc="-5" dirty="0"/>
              <a:t>Scheduling</a:t>
            </a:r>
          </a:p>
        </p:txBody>
      </p:sp>
      <p:sp>
        <p:nvSpPr>
          <p:cNvPr id="119811" name="object 3"/>
          <p:cNvSpPr txBox="1">
            <a:spLocks noChangeArrowheads="1"/>
          </p:cNvSpPr>
          <p:nvPr/>
        </p:nvSpPr>
        <p:spPr bwMode="auto">
          <a:xfrm>
            <a:off x="536575" y="1617663"/>
            <a:ext cx="131763" cy="392112"/>
          </a:xfrm>
          <a:prstGeom prst="rect">
            <a:avLst/>
          </a:prstGeom>
          <a:noFill/>
          <a:ln w="9525">
            <a:noFill/>
            <a:miter lim="800000"/>
            <a:headEnd/>
            <a:tailEnd/>
          </a:ln>
        </p:spPr>
        <p:txBody>
          <a:bodyPr lIns="0" tIns="12700" rIns="0" bIns="0">
            <a:spAutoFit/>
          </a:bodyPr>
          <a:lstStyle/>
          <a:p>
            <a:pPr marL="12700">
              <a:spcBef>
                <a:spcPts val="100"/>
              </a:spcBef>
            </a:pPr>
            <a:r>
              <a:rPr lang="en-US" altLang="en-US" sz="2400">
                <a:solidFill>
                  <a:srgbClr val="006FBF"/>
                </a:solidFill>
                <a:latin typeface="Liberation Sans"/>
                <a:ea typeface="Liberation Sans"/>
                <a:cs typeface="Liberation Sans"/>
              </a:rPr>
              <a:t>•</a:t>
            </a:r>
            <a:endParaRPr lang="en-US" altLang="en-US" sz="2400">
              <a:latin typeface="Liberation Sans"/>
              <a:ea typeface="Liberation Sans"/>
              <a:cs typeface="Liberation Sans"/>
            </a:endParaRPr>
          </a:p>
        </p:txBody>
      </p:sp>
      <p:sp>
        <p:nvSpPr>
          <p:cNvPr id="119812" name="object 4"/>
          <p:cNvSpPr txBox="1">
            <a:spLocks noChangeArrowheads="1"/>
          </p:cNvSpPr>
          <p:nvPr/>
        </p:nvSpPr>
        <p:spPr bwMode="auto">
          <a:xfrm>
            <a:off x="879475" y="1555750"/>
            <a:ext cx="7602538" cy="4057650"/>
          </a:xfrm>
          <a:prstGeom prst="rect">
            <a:avLst/>
          </a:prstGeom>
          <a:noFill/>
          <a:ln w="9525">
            <a:noFill/>
            <a:miter lim="800000"/>
            <a:headEnd/>
            <a:tailEnd/>
          </a:ln>
        </p:spPr>
        <p:txBody>
          <a:bodyPr lIns="0" tIns="92075" rIns="0" bIns="0">
            <a:spAutoFit/>
          </a:bodyPr>
          <a:lstStyle/>
          <a:p>
            <a:pPr marL="12700">
              <a:spcBef>
                <a:spcPts val="725"/>
              </a:spcBef>
            </a:pPr>
            <a:r>
              <a:rPr lang="en-US" altLang="en-US" sz="2400">
                <a:solidFill>
                  <a:srgbClr val="006FBF"/>
                </a:solidFill>
                <a:latin typeface="Liberation Sans"/>
                <a:ea typeface="Liberation Sans"/>
                <a:cs typeface="Liberation Sans"/>
              </a:rPr>
              <a:t>Not all processes are equal</a:t>
            </a:r>
            <a:endParaRPr lang="en-US" altLang="en-US" sz="2400">
              <a:latin typeface="Liberation Sans"/>
              <a:ea typeface="Liberation Sans"/>
              <a:cs typeface="Liberation Sans"/>
            </a:endParaRPr>
          </a:p>
          <a:p>
            <a:pPr marL="12700">
              <a:spcBef>
                <a:spcPts val="513"/>
              </a:spcBef>
              <a:buFontTx/>
              <a:buChar char="–"/>
            </a:pPr>
            <a:r>
              <a:rPr lang="en-US" altLang="en-US" sz="2000">
                <a:latin typeface="Liberation Sans"/>
                <a:ea typeface="Liberation Sans"/>
                <a:cs typeface="Liberation Sans"/>
              </a:rPr>
              <a:t>Lower priority for compute intensive processes</a:t>
            </a:r>
          </a:p>
          <a:p>
            <a:pPr marL="12700">
              <a:spcBef>
                <a:spcPts val="513"/>
              </a:spcBef>
              <a:buFontTx/>
              <a:buChar char="–"/>
            </a:pPr>
            <a:r>
              <a:rPr lang="en-US" altLang="en-US" sz="2000">
                <a:latin typeface="Liberation Sans"/>
                <a:ea typeface="Liberation Sans"/>
                <a:cs typeface="Liberation Sans"/>
              </a:rPr>
              <a:t>Higher priority for interactive processes (can’t keep the user  waiting)</a:t>
            </a:r>
          </a:p>
          <a:p>
            <a:pPr marL="12700">
              <a:spcBef>
                <a:spcPts val="625"/>
              </a:spcBef>
            </a:pPr>
            <a:r>
              <a:rPr lang="en-US" altLang="en-US" sz="2400">
                <a:solidFill>
                  <a:srgbClr val="006FBF"/>
                </a:solidFill>
                <a:latin typeface="Liberation Sans"/>
                <a:ea typeface="Liberation Sans"/>
                <a:cs typeface="Liberation Sans"/>
              </a:rPr>
              <a:t>Priority based Scheduling</a:t>
            </a:r>
            <a:endParaRPr lang="en-US" altLang="en-US" sz="2400">
              <a:latin typeface="Liberation Sans"/>
              <a:ea typeface="Liberation Sans"/>
              <a:cs typeface="Liberation Sans"/>
            </a:endParaRPr>
          </a:p>
          <a:p>
            <a:pPr marL="12700">
              <a:spcBef>
                <a:spcPts val="513"/>
              </a:spcBef>
              <a:buFontTx/>
              <a:buChar char="–"/>
            </a:pPr>
            <a:r>
              <a:rPr lang="en-US" altLang="en-US" sz="2000">
                <a:latin typeface="Liberation Sans"/>
                <a:ea typeface="Liberation Sans"/>
                <a:cs typeface="Liberation Sans"/>
              </a:rPr>
              <a:t>Each process is assigned a priority</a:t>
            </a:r>
          </a:p>
          <a:p>
            <a:pPr marL="12700">
              <a:lnSpc>
                <a:spcPct val="101000"/>
              </a:lnSpc>
              <a:spcBef>
                <a:spcPts val="500"/>
              </a:spcBef>
              <a:buFontTx/>
              <a:buChar char="–"/>
            </a:pPr>
            <a:r>
              <a:rPr lang="en-US" altLang="en-US" sz="2000">
                <a:latin typeface="Liberation Sans"/>
                <a:ea typeface="Liberation Sans"/>
                <a:cs typeface="Liberation Sans"/>
              </a:rPr>
              <a:t>Scheduling policy : pick the process in the ready queue having  the highest priority</a:t>
            </a:r>
          </a:p>
          <a:p>
            <a:pPr marL="12700">
              <a:lnSpc>
                <a:spcPct val="101000"/>
              </a:lnSpc>
              <a:spcBef>
                <a:spcPts val="488"/>
              </a:spcBef>
              <a:buFontTx/>
              <a:buChar char="–"/>
            </a:pPr>
            <a:r>
              <a:rPr lang="en-US" altLang="en-US" sz="2000">
                <a:solidFill>
                  <a:srgbClr val="006FBF"/>
                </a:solidFill>
                <a:latin typeface="Liberation Sans"/>
                <a:ea typeface="Liberation Sans"/>
                <a:cs typeface="Liberation Sans"/>
              </a:rPr>
              <a:t>Advantage : </a:t>
            </a:r>
            <a:r>
              <a:rPr lang="en-US" altLang="en-US" sz="2000">
                <a:latin typeface="Liberation Sans"/>
                <a:ea typeface="Liberation Sans"/>
                <a:cs typeface="Liberation Sans"/>
              </a:rPr>
              <a:t>mechanism to provide relative importance to  processes</a:t>
            </a:r>
          </a:p>
          <a:p>
            <a:pPr marL="12700">
              <a:spcBef>
                <a:spcPts val="525"/>
              </a:spcBef>
              <a:buFontTx/>
              <a:buChar char="–"/>
            </a:pPr>
            <a:r>
              <a:rPr lang="en-US" altLang="en-US" sz="2000">
                <a:solidFill>
                  <a:srgbClr val="006FBF"/>
                </a:solidFill>
                <a:latin typeface="Liberation Sans"/>
                <a:ea typeface="Liberation Sans"/>
                <a:cs typeface="Liberation Sans"/>
              </a:rPr>
              <a:t>Disadvantage : </a:t>
            </a:r>
            <a:r>
              <a:rPr lang="en-US" altLang="en-US" sz="2000">
                <a:latin typeface="Liberation Sans"/>
                <a:ea typeface="Liberation Sans"/>
                <a:cs typeface="Liberation Sans"/>
              </a:rPr>
              <a:t>could lead to starvation of low priority processes</a:t>
            </a:r>
          </a:p>
        </p:txBody>
      </p:sp>
      <p:sp>
        <p:nvSpPr>
          <p:cNvPr id="119813" name="object 5"/>
          <p:cNvSpPr txBox="1">
            <a:spLocks noChangeArrowheads="1"/>
          </p:cNvSpPr>
          <p:nvPr/>
        </p:nvSpPr>
        <p:spPr bwMode="auto">
          <a:xfrm>
            <a:off x="536575" y="3109913"/>
            <a:ext cx="131763" cy="392112"/>
          </a:xfrm>
          <a:prstGeom prst="rect">
            <a:avLst/>
          </a:prstGeom>
          <a:noFill/>
          <a:ln w="9525">
            <a:noFill/>
            <a:miter lim="800000"/>
            <a:headEnd/>
            <a:tailEnd/>
          </a:ln>
        </p:spPr>
        <p:txBody>
          <a:bodyPr lIns="0" tIns="12700" rIns="0" bIns="0">
            <a:spAutoFit/>
          </a:bodyPr>
          <a:lstStyle/>
          <a:p>
            <a:pPr marL="12700">
              <a:spcBef>
                <a:spcPts val="100"/>
              </a:spcBef>
            </a:pPr>
            <a:r>
              <a:rPr lang="en-US" altLang="en-US" sz="2400">
                <a:solidFill>
                  <a:srgbClr val="006FBF"/>
                </a:solidFill>
                <a:latin typeface="Liberation Sans"/>
                <a:ea typeface="Liberation Sans"/>
                <a:cs typeface="Liberation Sans"/>
              </a:rPr>
              <a:t>•</a:t>
            </a:r>
            <a:endParaRPr lang="en-US" altLang="en-US" sz="2400">
              <a:latin typeface="Liberation Sans"/>
              <a:ea typeface="Liberation Sans"/>
              <a:cs typeface="Liberation Sans"/>
            </a:endParaRPr>
          </a:p>
        </p:txBody>
      </p:sp>
      <p:sp>
        <p:nvSpPr>
          <p:cNvPr id="119814" name="Slide Number Placeholder 2"/>
          <p:cNvSpPr>
            <a:spLocks noGrp="1"/>
          </p:cNvSpPr>
          <p:nvPr>
            <p:ph type="sldNum" sz="quarter" idx="12"/>
          </p:nvPr>
        </p:nvSpPr>
        <p:spPr bwMode="auto">
          <a:noFill/>
          <a:ln>
            <a:miter lim="800000"/>
            <a:headEnd/>
            <a:tailEnd/>
          </a:ln>
        </p:spPr>
        <p:txBody>
          <a:bodyPr/>
          <a:lstStyle/>
          <a:p>
            <a:fld id="{4E033C71-8E72-44A9-BAE3-B5ECF19F3508}" type="slidenum">
              <a:rPr lang="en-US" altLang="en-US"/>
              <a:pPr/>
              <a:t>108</a:t>
            </a:fld>
            <a:endParaRPr lang="en-US" altLang="en-US"/>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77838" y="819150"/>
          <a:ext cx="6884989" cy="3235323"/>
        </p:xfrm>
        <a:graphic>
          <a:graphicData uri="http://schemas.openxmlformats.org/drawingml/2006/table">
            <a:tbl>
              <a:tblPr firstRow="1" bandRow="1">
                <a:tableStyleId>{5C22544A-7EE6-4342-B048-85BDC9FD1C3A}</a:tableStyleId>
              </a:tblPr>
              <a:tblGrid>
                <a:gridCol w="840222"/>
                <a:gridCol w="785820"/>
                <a:gridCol w="785820"/>
                <a:gridCol w="761641"/>
                <a:gridCol w="725372"/>
                <a:gridCol w="1583728"/>
                <a:gridCol w="1402386"/>
              </a:tblGrid>
              <a:tr h="640087">
                <a:tc>
                  <a:txBody>
                    <a:bodyPr/>
                    <a:lstStyle/>
                    <a:p>
                      <a:r>
                        <a:rPr lang="en-IN" sz="1800" dirty="0" err="1"/>
                        <a:t>P.No</a:t>
                      </a:r>
                      <a:r>
                        <a:rPr lang="en-IN" sz="1800" dirty="0"/>
                        <a:t>.</a:t>
                      </a:r>
                    </a:p>
                  </a:txBody>
                  <a:tcPr marL="91436" marR="91436" marT="45709" marB="45709"/>
                </a:tc>
                <a:tc>
                  <a:txBody>
                    <a:bodyPr/>
                    <a:lstStyle/>
                    <a:p>
                      <a:r>
                        <a:rPr lang="en-IN" sz="1800" dirty="0"/>
                        <a:t>priority</a:t>
                      </a:r>
                    </a:p>
                  </a:txBody>
                  <a:tcPr marL="91436" marR="91436" marT="45709" marB="45709"/>
                </a:tc>
                <a:tc>
                  <a:txBody>
                    <a:bodyPr/>
                    <a:lstStyle/>
                    <a:p>
                      <a:r>
                        <a:rPr lang="en-IN" sz="1800" dirty="0"/>
                        <a:t>A.T.</a:t>
                      </a:r>
                    </a:p>
                  </a:txBody>
                  <a:tcPr marL="91436" marR="91436" marT="45709" marB="45709"/>
                </a:tc>
                <a:tc>
                  <a:txBody>
                    <a:bodyPr/>
                    <a:lstStyle/>
                    <a:p>
                      <a:r>
                        <a:rPr lang="en-IN" sz="1800" dirty="0"/>
                        <a:t>B.T.</a:t>
                      </a:r>
                    </a:p>
                  </a:txBody>
                  <a:tcPr marL="91436" marR="91436" marT="45709" marB="45709"/>
                </a:tc>
                <a:tc>
                  <a:txBody>
                    <a:bodyPr/>
                    <a:lstStyle/>
                    <a:p>
                      <a:r>
                        <a:rPr lang="en-IN" sz="1800" dirty="0"/>
                        <a:t>C.T.</a:t>
                      </a:r>
                    </a:p>
                  </a:txBody>
                  <a:tcPr marL="91436" marR="91436" marT="45709" marB="45709"/>
                </a:tc>
                <a:tc>
                  <a:txBody>
                    <a:bodyPr/>
                    <a:lstStyle/>
                    <a:p>
                      <a:r>
                        <a:rPr lang="en-IN" sz="1800" dirty="0"/>
                        <a:t>TAT =C.T.-A.T</a:t>
                      </a:r>
                    </a:p>
                  </a:txBody>
                  <a:tcPr marL="91436" marR="91436" marT="45709" marB="45709"/>
                </a:tc>
                <a:tc>
                  <a:txBody>
                    <a:bodyPr/>
                    <a:lstStyle/>
                    <a:p>
                      <a:r>
                        <a:rPr lang="en-IN" sz="1800" dirty="0"/>
                        <a:t>WT=TAT-BT</a:t>
                      </a:r>
                    </a:p>
                  </a:txBody>
                  <a:tcPr marL="91436" marR="91436" marT="45709" marB="45709"/>
                </a:tc>
              </a:tr>
              <a:tr h="370748">
                <a:tc>
                  <a:txBody>
                    <a:bodyPr/>
                    <a:lstStyle/>
                    <a:p>
                      <a:r>
                        <a:rPr lang="en-IN" sz="1800" dirty="0"/>
                        <a:t>P1</a:t>
                      </a:r>
                    </a:p>
                  </a:txBody>
                  <a:tcPr marL="91436" marR="91436" marT="45709" marB="45709"/>
                </a:tc>
                <a:tc>
                  <a:txBody>
                    <a:bodyPr/>
                    <a:lstStyle/>
                    <a:p>
                      <a:r>
                        <a:rPr lang="en-IN" sz="1800" dirty="0"/>
                        <a:t>2(l)</a:t>
                      </a:r>
                    </a:p>
                  </a:txBody>
                  <a:tcPr marL="91436" marR="91436" marT="45709" marB="45709"/>
                </a:tc>
                <a:tc>
                  <a:txBody>
                    <a:bodyPr/>
                    <a:lstStyle/>
                    <a:p>
                      <a:r>
                        <a:rPr lang="en-IN" sz="1800" dirty="0"/>
                        <a:t>0</a:t>
                      </a:r>
                    </a:p>
                  </a:txBody>
                  <a:tcPr marL="91436" marR="91436" marT="45709" marB="45709"/>
                </a:tc>
                <a:tc>
                  <a:txBody>
                    <a:bodyPr/>
                    <a:lstStyle/>
                    <a:p>
                      <a:r>
                        <a:rPr lang="en-IN" sz="1800" dirty="0">
                          <a:solidFill>
                            <a:schemeClr val="tx1"/>
                          </a:solidFill>
                        </a:rPr>
                        <a:t>4</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P2</a:t>
                      </a:r>
                    </a:p>
                  </a:txBody>
                  <a:tcPr marL="91436" marR="91436" marT="45709" marB="45709"/>
                </a:tc>
                <a:tc>
                  <a:txBody>
                    <a:bodyPr/>
                    <a:lstStyle/>
                    <a:p>
                      <a:r>
                        <a:rPr lang="en-IN" sz="1800" dirty="0"/>
                        <a:t>4</a:t>
                      </a:r>
                    </a:p>
                  </a:txBody>
                  <a:tcPr marL="91436" marR="91436" marT="45709" marB="45709"/>
                </a:tc>
                <a:tc>
                  <a:txBody>
                    <a:bodyPr/>
                    <a:lstStyle/>
                    <a:p>
                      <a:r>
                        <a:rPr lang="en-IN" sz="1800" dirty="0"/>
                        <a:t>1</a:t>
                      </a:r>
                    </a:p>
                  </a:txBody>
                  <a:tcPr marL="91436" marR="91436" marT="45709" marB="45709"/>
                </a:tc>
                <a:tc>
                  <a:txBody>
                    <a:bodyPr/>
                    <a:lstStyle/>
                    <a:p>
                      <a:r>
                        <a:rPr lang="en-IN" sz="1800" dirty="0">
                          <a:solidFill>
                            <a:schemeClr val="tx1"/>
                          </a:solidFill>
                        </a:rPr>
                        <a:t>2</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P3</a:t>
                      </a:r>
                    </a:p>
                  </a:txBody>
                  <a:tcPr marL="91436" marR="91436" marT="45709" marB="45709"/>
                </a:tc>
                <a:tc>
                  <a:txBody>
                    <a:bodyPr/>
                    <a:lstStyle/>
                    <a:p>
                      <a:r>
                        <a:rPr lang="en-IN" sz="1800" dirty="0"/>
                        <a:t>6</a:t>
                      </a:r>
                    </a:p>
                  </a:txBody>
                  <a:tcPr marL="91436" marR="91436" marT="45709" marB="45709"/>
                </a:tc>
                <a:tc>
                  <a:txBody>
                    <a:bodyPr/>
                    <a:lstStyle/>
                    <a:p>
                      <a:r>
                        <a:rPr lang="en-IN" sz="1800" dirty="0"/>
                        <a:t>2</a:t>
                      </a:r>
                    </a:p>
                  </a:txBody>
                  <a:tcPr marL="91436" marR="91436" marT="45709" marB="45709"/>
                </a:tc>
                <a:tc>
                  <a:txBody>
                    <a:bodyPr/>
                    <a:lstStyle/>
                    <a:p>
                      <a:r>
                        <a:rPr lang="en-IN" sz="1800" dirty="0">
                          <a:solidFill>
                            <a:schemeClr val="tx1"/>
                          </a:solidFill>
                        </a:rPr>
                        <a:t>3</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P4</a:t>
                      </a:r>
                    </a:p>
                  </a:txBody>
                  <a:tcPr marL="91436" marR="91436" marT="45709" marB="45709"/>
                </a:tc>
                <a:tc>
                  <a:txBody>
                    <a:bodyPr/>
                    <a:lstStyle/>
                    <a:p>
                      <a:r>
                        <a:rPr lang="en-IN" sz="1800" dirty="0"/>
                        <a:t>10</a:t>
                      </a:r>
                    </a:p>
                  </a:txBody>
                  <a:tcPr marL="91436" marR="91436" marT="45709" marB="45709"/>
                </a:tc>
                <a:tc>
                  <a:txBody>
                    <a:bodyPr/>
                    <a:lstStyle/>
                    <a:p>
                      <a:r>
                        <a:rPr lang="en-IN" sz="1800" dirty="0"/>
                        <a:t>3</a:t>
                      </a:r>
                    </a:p>
                  </a:txBody>
                  <a:tcPr marL="91436" marR="91436" marT="45709" marB="45709"/>
                </a:tc>
                <a:tc>
                  <a:txBody>
                    <a:bodyPr/>
                    <a:lstStyle/>
                    <a:p>
                      <a:r>
                        <a:rPr lang="en-IN" sz="1800" dirty="0">
                          <a:solidFill>
                            <a:schemeClr val="tx1"/>
                          </a:solidFill>
                        </a:rPr>
                        <a:t>5</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P5</a:t>
                      </a:r>
                    </a:p>
                  </a:txBody>
                  <a:tcPr marL="91436" marR="91436" marT="45709" marB="45709"/>
                </a:tc>
                <a:tc>
                  <a:txBody>
                    <a:bodyPr/>
                    <a:lstStyle/>
                    <a:p>
                      <a:r>
                        <a:rPr lang="en-IN" sz="1800" dirty="0"/>
                        <a:t>8</a:t>
                      </a:r>
                    </a:p>
                  </a:txBody>
                  <a:tcPr marL="91436" marR="91436" marT="45709" marB="45709"/>
                </a:tc>
                <a:tc>
                  <a:txBody>
                    <a:bodyPr/>
                    <a:lstStyle/>
                    <a:p>
                      <a:r>
                        <a:rPr lang="en-IN" sz="1800" dirty="0"/>
                        <a:t>4</a:t>
                      </a:r>
                    </a:p>
                  </a:txBody>
                  <a:tcPr marL="91436" marR="91436" marT="45709" marB="45709"/>
                </a:tc>
                <a:tc>
                  <a:txBody>
                    <a:bodyPr/>
                    <a:lstStyle/>
                    <a:p>
                      <a:r>
                        <a:rPr lang="en-IN" sz="1800" dirty="0">
                          <a:solidFill>
                            <a:schemeClr val="tx1"/>
                          </a:solidFill>
                        </a:rPr>
                        <a:t>1</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p6</a:t>
                      </a:r>
                    </a:p>
                  </a:txBody>
                  <a:tcPr marL="91436" marR="91436" marT="45709" marB="45709"/>
                </a:tc>
                <a:tc>
                  <a:txBody>
                    <a:bodyPr/>
                    <a:lstStyle/>
                    <a:p>
                      <a:r>
                        <a:rPr lang="en-IN" sz="1800" dirty="0"/>
                        <a:t>12(h)</a:t>
                      </a:r>
                    </a:p>
                  </a:txBody>
                  <a:tcPr marL="91436" marR="91436" marT="45709" marB="45709"/>
                </a:tc>
                <a:tc>
                  <a:txBody>
                    <a:bodyPr/>
                    <a:lstStyle/>
                    <a:p>
                      <a:r>
                        <a:rPr lang="en-IN" sz="1800" dirty="0"/>
                        <a:t>5</a:t>
                      </a:r>
                    </a:p>
                  </a:txBody>
                  <a:tcPr marL="91436" marR="91436" marT="45709" marB="45709"/>
                </a:tc>
                <a:tc>
                  <a:txBody>
                    <a:bodyPr/>
                    <a:lstStyle/>
                    <a:p>
                      <a:r>
                        <a:rPr lang="en-IN" sz="1800" dirty="0">
                          <a:solidFill>
                            <a:schemeClr val="tx1"/>
                          </a:solidFill>
                        </a:rPr>
                        <a:t>4</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p7</a:t>
                      </a:r>
                    </a:p>
                  </a:txBody>
                  <a:tcPr marL="91436" marR="91436" marT="45709" marB="45709"/>
                </a:tc>
                <a:tc>
                  <a:txBody>
                    <a:bodyPr/>
                    <a:lstStyle/>
                    <a:p>
                      <a:r>
                        <a:rPr lang="en-IN" sz="1800" dirty="0"/>
                        <a:t>9</a:t>
                      </a:r>
                    </a:p>
                  </a:txBody>
                  <a:tcPr marL="91436" marR="91436" marT="45709" marB="45709"/>
                </a:tc>
                <a:tc>
                  <a:txBody>
                    <a:bodyPr/>
                    <a:lstStyle/>
                    <a:p>
                      <a:r>
                        <a:rPr lang="en-IN" sz="1800" dirty="0"/>
                        <a:t>6</a:t>
                      </a:r>
                    </a:p>
                  </a:txBody>
                  <a:tcPr marL="91436" marR="91436" marT="45709" marB="45709"/>
                </a:tc>
                <a:tc>
                  <a:txBody>
                    <a:bodyPr/>
                    <a:lstStyle/>
                    <a:p>
                      <a:r>
                        <a:rPr lang="en-IN" sz="1800" dirty="0">
                          <a:solidFill>
                            <a:schemeClr val="tx1"/>
                          </a:solidFill>
                        </a:rPr>
                        <a:t>6</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bl>
          </a:graphicData>
        </a:graphic>
      </p:graphicFrame>
      <p:sp>
        <p:nvSpPr>
          <p:cNvPr id="121932" name="Slide Number Placeholder 3"/>
          <p:cNvSpPr>
            <a:spLocks noGrp="1"/>
          </p:cNvSpPr>
          <p:nvPr>
            <p:ph type="sldNum" sz="quarter" idx="12"/>
          </p:nvPr>
        </p:nvSpPr>
        <p:spPr bwMode="auto">
          <a:noFill/>
          <a:ln>
            <a:miter lim="800000"/>
            <a:headEnd/>
            <a:tailEnd/>
          </a:ln>
        </p:spPr>
        <p:txBody>
          <a:bodyPr/>
          <a:lstStyle/>
          <a:p>
            <a:fld id="{3636AE59-6443-4560-9704-B7A6DE3146EA}" type="slidenum">
              <a:rPr lang="en-US" altLang="en-US"/>
              <a:pPr/>
              <a:t>109</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21957"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4</a:t>
            </a:r>
          </a:p>
        </p:txBody>
      </p:sp>
      <p:sp>
        <p:nvSpPr>
          <p:cNvPr id="121958"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21959"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sp>
        <p:nvSpPr>
          <p:cNvPr id="121968" name="Title 1"/>
          <p:cNvSpPr>
            <a:spLocks noGrp="1"/>
          </p:cNvSpPr>
          <p:nvPr>
            <p:ph type="title"/>
          </p:nvPr>
        </p:nvSpPr>
        <p:spPr>
          <a:xfrm>
            <a:off x="457200" y="158750"/>
            <a:ext cx="8229600" cy="509588"/>
          </a:xfrm>
        </p:spPr>
        <p:txBody>
          <a:bodyPr/>
          <a:lstStyle/>
          <a:p>
            <a:r>
              <a:rPr lang="en-IN" altLang="en-US" sz="2400" smtClean="0"/>
              <a:t>Priority Scheduling non preemptive</a:t>
            </a: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77838" y="819150"/>
          <a:ext cx="6884989" cy="3235323"/>
        </p:xfrm>
        <a:graphic>
          <a:graphicData uri="http://schemas.openxmlformats.org/drawingml/2006/table">
            <a:tbl>
              <a:tblPr firstRow="1" bandRow="1">
                <a:tableStyleId>{5C22544A-7EE6-4342-B048-85BDC9FD1C3A}</a:tableStyleId>
              </a:tblPr>
              <a:tblGrid>
                <a:gridCol w="840222"/>
                <a:gridCol w="785820"/>
                <a:gridCol w="785820"/>
                <a:gridCol w="761641"/>
                <a:gridCol w="725372"/>
                <a:gridCol w="1583728"/>
                <a:gridCol w="1402386"/>
              </a:tblGrid>
              <a:tr h="640087">
                <a:tc>
                  <a:txBody>
                    <a:bodyPr/>
                    <a:lstStyle/>
                    <a:p>
                      <a:r>
                        <a:rPr lang="en-IN" sz="1800" dirty="0" err="1"/>
                        <a:t>P.No</a:t>
                      </a:r>
                      <a:r>
                        <a:rPr lang="en-IN" sz="1800" dirty="0"/>
                        <a:t>.</a:t>
                      </a:r>
                    </a:p>
                  </a:txBody>
                  <a:tcPr marL="91436" marR="91436" marT="45709" marB="45709"/>
                </a:tc>
                <a:tc>
                  <a:txBody>
                    <a:bodyPr/>
                    <a:lstStyle/>
                    <a:p>
                      <a:r>
                        <a:rPr lang="en-IN" sz="1800" dirty="0"/>
                        <a:t>priority</a:t>
                      </a:r>
                    </a:p>
                  </a:txBody>
                  <a:tcPr marL="91436" marR="91436" marT="45709" marB="45709"/>
                </a:tc>
                <a:tc>
                  <a:txBody>
                    <a:bodyPr/>
                    <a:lstStyle/>
                    <a:p>
                      <a:r>
                        <a:rPr lang="en-IN" sz="1800" dirty="0"/>
                        <a:t>A.T.</a:t>
                      </a:r>
                    </a:p>
                  </a:txBody>
                  <a:tcPr marL="91436" marR="91436" marT="45709" marB="45709"/>
                </a:tc>
                <a:tc>
                  <a:txBody>
                    <a:bodyPr/>
                    <a:lstStyle/>
                    <a:p>
                      <a:r>
                        <a:rPr lang="en-IN" sz="1800" dirty="0"/>
                        <a:t>B.T.</a:t>
                      </a:r>
                    </a:p>
                  </a:txBody>
                  <a:tcPr marL="91436" marR="91436" marT="45709" marB="45709"/>
                </a:tc>
                <a:tc>
                  <a:txBody>
                    <a:bodyPr/>
                    <a:lstStyle/>
                    <a:p>
                      <a:r>
                        <a:rPr lang="en-IN" sz="1800" dirty="0"/>
                        <a:t>C.T.</a:t>
                      </a:r>
                    </a:p>
                  </a:txBody>
                  <a:tcPr marL="91436" marR="91436" marT="45709" marB="45709"/>
                </a:tc>
                <a:tc>
                  <a:txBody>
                    <a:bodyPr/>
                    <a:lstStyle/>
                    <a:p>
                      <a:r>
                        <a:rPr lang="en-IN" sz="1800" dirty="0"/>
                        <a:t>TAT =C.T.-A.T</a:t>
                      </a:r>
                    </a:p>
                  </a:txBody>
                  <a:tcPr marL="91436" marR="91436" marT="45709" marB="45709"/>
                </a:tc>
                <a:tc>
                  <a:txBody>
                    <a:bodyPr/>
                    <a:lstStyle/>
                    <a:p>
                      <a:r>
                        <a:rPr lang="en-IN" sz="1800" dirty="0"/>
                        <a:t>WT=TAT-BT</a:t>
                      </a:r>
                    </a:p>
                  </a:txBody>
                  <a:tcPr marL="91436" marR="91436" marT="45709" marB="45709"/>
                </a:tc>
              </a:tr>
              <a:tr h="370748">
                <a:tc>
                  <a:txBody>
                    <a:bodyPr/>
                    <a:lstStyle/>
                    <a:p>
                      <a:r>
                        <a:rPr lang="en-IN" sz="1800" dirty="0"/>
                        <a:t>P1</a:t>
                      </a:r>
                    </a:p>
                  </a:txBody>
                  <a:tcPr marL="91436" marR="91436" marT="45709" marB="45709"/>
                </a:tc>
                <a:tc>
                  <a:txBody>
                    <a:bodyPr/>
                    <a:lstStyle/>
                    <a:p>
                      <a:r>
                        <a:rPr lang="en-IN" sz="1800" dirty="0"/>
                        <a:t>2(l)</a:t>
                      </a:r>
                    </a:p>
                  </a:txBody>
                  <a:tcPr marL="91436" marR="91436" marT="45709" marB="45709"/>
                </a:tc>
                <a:tc>
                  <a:txBody>
                    <a:bodyPr/>
                    <a:lstStyle/>
                    <a:p>
                      <a:r>
                        <a:rPr lang="en-IN" sz="1800" dirty="0"/>
                        <a:t>0</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P2</a:t>
                      </a:r>
                    </a:p>
                  </a:txBody>
                  <a:tcPr marL="91436" marR="91436" marT="45709" marB="45709"/>
                </a:tc>
                <a:tc>
                  <a:txBody>
                    <a:bodyPr/>
                    <a:lstStyle/>
                    <a:p>
                      <a:r>
                        <a:rPr lang="en-IN" sz="1800" dirty="0"/>
                        <a:t>4</a:t>
                      </a:r>
                    </a:p>
                  </a:txBody>
                  <a:tcPr marL="91436" marR="91436" marT="45709" marB="45709"/>
                </a:tc>
                <a:tc>
                  <a:txBody>
                    <a:bodyPr/>
                    <a:lstStyle/>
                    <a:p>
                      <a:r>
                        <a:rPr lang="en-IN" sz="1800" dirty="0"/>
                        <a:t>1</a:t>
                      </a:r>
                    </a:p>
                  </a:txBody>
                  <a:tcPr marL="91436" marR="91436" marT="45709" marB="45709"/>
                </a:tc>
                <a:tc>
                  <a:txBody>
                    <a:bodyPr/>
                    <a:lstStyle/>
                    <a:p>
                      <a:r>
                        <a:rPr lang="en-IN" sz="1800" dirty="0">
                          <a:solidFill>
                            <a:schemeClr val="tx1"/>
                          </a:solidFill>
                        </a:rPr>
                        <a:t>2</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P3</a:t>
                      </a:r>
                    </a:p>
                  </a:txBody>
                  <a:tcPr marL="91436" marR="91436" marT="45709" marB="45709"/>
                </a:tc>
                <a:tc>
                  <a:txBody>
                    <a:bodyPr/>
                    <a:lstStyle/>
                    <a:p>
                      <a:r>
                        <a:rPr lang="en-IN" sz="1800" dirty="0"/>
                        <a:t>6</a:t>
                      </a:r>
                    </a:p>
                  </a:txBody>
                  <a:tcPr marL="91436" marR="91436" marT="45709" marB="45709"/>
                </a:tc>
                <a:tc>
                  <a:txBody>
                    <a:bodyPr/>
                    <a:lstStyle/>
                    <a:p>
                      <a:r>
                        <a:rPr lang="en-IN" sz="1800" dirty="0"/>
                        <a:t>2</a:t>
                      </a:r>
                    </a:p>
                  </a:txBody>
                  <a:tcPr marL="91436" marR="91436" marT="45709" marB="45709"/>
                </a:tc>
                <a:tc>
                  <a:txBody>
                    <a:bodyPr/>
                    <a:lstStyle/>
                    <a:p>
                      <a:r>
                        <a:rPr lang="en-IN" sz="1800" dirty="0">
                          <a:solidFill>
                            <a:schemeClr val="tx1"/>
                          </a:solidFill>
                        </a:rPr>
                        <a:t>3</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P4</a:t>
                      </a:r>
                    </a:p>
                  </a:txBody>
                  <a:tcPr marL="91436" marR="91436" marT="45709" marB="45709"/>
                </a:tc>
                <a:tc>
                  <a:txBody>
                    <a:bodyPr/>
                    <a:lstStyle/>
                    <a:p>
                      <a:r>
                        <a:rPr lang="en-IN" sz="1800" dirty="0"/>
                        <a:t>10</a:t>
                      </a:r>
                    </a:p>
                  </a:txBody>
                  <a:tcPr marL="91436" marR="91436" marT="45709" marB="45709"/>
                </a:tc>
                <a:tc>
                  <a:txBody>
                    <a:bodyPr/>
                    <a:lstStyle/>
                    <a:p>
                      <a:r>
                        <a:rPr lang="en-IN" sz="1800" dirty="0"/>
                        <a:t>3</a:t>
                      </a:r>
                    </a:p>
                  </a:txBody>
                  <a:tcPr marL="91436" marR="91436" marT="45709" marB="45709"/>
                </a:tc>
                <a:tc>
                  <a:txBody>
                    <a:bodyPr/>
                    <a:lstStyle/>
                    <a:p>
                      <a:r>
                        <a:rPr lang="en-IN" sz="1800" dirty="0">
                          <a:solidFill>
                            <a:schemeClr val="tx1"/>
                          </a:solidFill>
                        </a:rPr>
                        <a:t>5</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P5</a:t>
                      </a:r>
                    </a:p>
                  </a:txBody>
                  <a:tcPr marL="91436" marR="91436" marT="45709" marB="45709"/>
                </a:tc>
                <a:tc>
                  <a:txBody>
                    <a:bodyPr/>
                    <a:lstStyle/>
                    <a:p>
                      <a:r>
                        <a:rPr lang="en-IN" sz="1800" dirty="0"/>
                        <a:t>8</a:t>
                      </a:r>
                    </a:p>
                  </a:txBody>
                  <a:tcPr marL="91436" marR="91436" marT="45709" marB="45709"/>
                </a:tc>
                <a:tc>
                  <a:txBody>
                    <a:bodyPr/>
                    <a:lstStyle/>
                    <a:p>
                      <a:r>
                        <a:rPr lang="en-IN" sz="1800" dirty="0"/>
                        <a:t>4</a:t>
                      </a:r>
                    </a:p>
                  </a:txBody>
                  <a:tcPr marL="91436" marR="91436" marT="45709" marB="45709"/>
                </a:tc>
                <a:tc>
                  <a:txBody>
                    <a:bodyPr/>
                    <a:lstStyle/>
                    <a:p>
                      <a:r>
                        <a:rPr lang="en-IN" sz="1800" dirty="0">
                          <a:solidFill>
                            <a:schemeClr val="tx1"/>
                          </a:solidFill>
                        </a:rPr>
                        <a:t>1</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p6</a:t>
                      </a:r>
                    </a:p>
                  </a:txBody>
                  <a:tcPr marL="91436" marR="91436" marT="45709" marB="45709"/>
                </a:tc>
                <a:tc>
                  <a:txBody>
                    <a:bodyPr/>
                    <a:lstStyle/>
                    <a:p>
                      <a:r>
                        <a:rPr lang="en-IN" sz="1800" dirty="0"/>
                        <a:t>12(h)</a:t>
                      </a:r>
                    </a:p>
                  </a:txBody>
                  <a:tcPr marL="91436" marR="91436" marT="45709" marB="45709"/>
                </a:tc>
                <a:tc>
                  <a:txBody>
                    <a:bodyPr/>
                    <a:lstStyle/>
                    <a:p>
                      <a:r>
                        <a:rPr lang="en-IN" sz="1800" dirty="0"/>
                        <a:t>5</a:t>
                      </a:r>
                    </a:p>
                  </a:txBody>
                  <a:tcPr marL="91436" marR="91436" marT="45709" marB="45709"/>
                </a:tc>
                <a:tc>
                  <a:txBody>
                    <a:bodyPr/>
                    <a:lstStyle/>
                    <a:p>
                      <a:r>
                        <a:rPr lang="en-IN" sz="1800" dirty="0">
                          <a:solidFill>
                            <a:schemeClr val="tx1"/>
                          </a:solidFill>
                        </a:rPr>
                        <a:t>4</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p7</a:t>
                      </a:r>
                    </a:p>
                  </a:txBody>
                  <a:tcPr marL="91436" marR="91436" marT="45709" marB="45709"/>
                </a:tc>
                <a:tc>
                  <a:txBody>
                    <a:bodyPr/>
                    <a:lstStyle/>
                    <a:p>
                      <a:r>
                        <a:rPr lang="en-IN" sz="1800" dirty="0"/>
                        <a:t>9</a:t>
                      </a:r>
                    </a:p>
                  </a:txBody>
                  <a:tcPr marL="91436" marR="91436" marT="45709" marB="45709"/>
                </a:tc>
                <a:tc>
                  <a:txBody>
                    <a:bodyPr/>
                    <a:lstStyle/>
                    <a:p>
                      <a:r>
                        <a:rPr lang="en-IN" sz="1800" dirty="0"/>
                        <a:t>6</a:t>
                      </a:r>
                    </a:p>
                  </a:txBody>
                  <a:tcPr marL="91436" marR="91436" marT="45709" marB="45709"/>
                </a:tc>
                <a:tc>
                  <a:txBody>
                    <a:bodyPr/>
                    <a:lstStyle/>
                    <a:p>
                      <a:r>
                        <a:rPr lang="en-IN" sz="1800" dirty="0">
                          <a:solidFill>
                            <a:schemeClr val="tx1"/>
                          </a:solidFill>
                        </a:rPr>
                        <a:t>6</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bl>
          </a:graphicData>
        </a:graphic>
      </p:graphicFrame>
      <p:sp>
        <p:nvSpPr>
          <p:cNvPr id="122956" name="Slide Number Placeholder 3"/>
          <p:cNvSpPr>
            <a:spLocks noGrp="1"/>
          </p:cNvSpPr>
          <p:nvPr>
            <p:ph type="sldNum" sz="quarter" idx="12"/>
          </p:nvPr>
        </p:nvSpPr>
        <p:spPr bwMode="auto">
          <a:noFill/>
          <a:ln>
            <a:miter lim="800000"/>
            <a:headEnd/>
            <a:tailEnd/>
          </a:ln>
        </p:spPr>
        <p:txBody>
          <a:bodyPr/>
          <a:lstStyle/>
          <a:p>
            <a:fld id="{909BD423-14A9-408D-9083-A6E10BC5665C}" type="slidenum">
              <a:rPr lang="en-US" altLang="en-US"/>
              <a:pPr/>
              <a:t>110</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p4</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22981"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4</a:t>
            </a:r>
          </a:p>
        </p:txBody>
      </p:sp>
      <p:sp>
        <p:nvSpPr>
          <p:cNvPr id="122982"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22983"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sp>
        <p:nvSpPr>
          <p:cNvPr id="122992" name="Title 1"/>
          <p:cNvSpPr>
            <a:spLocks noGrp="1"/>
          </p:cNvSpPr>
          <p:nvPr>
            <p:ph type="title"/>
          </p:nvPr>
        </p:nvSpPr>
        <p:spPr>
          <a:xfrm>
            <a:off x="457200" y="158750"/>
            <a:ext cx="8229600" cy="509588"/>
          </a:xfrm>
        </p:spPr>
        <p:txBody>
          <a:bodyPr/>
          <a:lstStyle/>
          <a:p>
            <a:r>
              <a:rPr lang="en-IN" altLang="en-US" sz="2400" smtClean="0"/>
              <a:t>Priority Scheduling non preemptive</a:t>
            </a:r>
          </a:p>
        </p:txBody>
      </p:sp>
      <p:sp>
        <p:nvSpPr>
          <p:cNvPr id="122993" name="TextBox 7"/>
          <p:cNvSpPr txBox="1">
            <a:spLocks noChangeArrowheads="1"/>
          </p:cNvSpPr>
          <p:nvPr/>
        </p:nvSpPr>
        <p:spPr bwMode="auto">
          <a:xfrm>
            <a:off x="1852613" y="5651500"/>
            <a:ext cx="323850" cy="369888"/>
          </a:xfrm>
          <a:prstGeom prst="rect">
            <a:avLst/>
          </a:prstGeom>
          <a:noFill/>
          <a:ln w="9525">
            <a:noFill/>
            <a:miter lim="800000"/>
            <a:headEnd/>
            <a:tailEnd/>
          </a:ln>
        </p:spPr>
        <p:txBody>
          <a:bodyPr>
            <a:spAutoFit/>
          </a:bodyPr>
          <a:lstStyle/>
          <a:p>
            <a:r>
              <a:rPr lang="en-IN" altLang="en-US"/>
              <a:t>9</a:t>
            </a: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77838" y="819150"/>
          <a:ext cx="6884989" cy="3235323"/>
        </p:xfrm>
        <a:graphic>
          <a:graphicData uri="http://schemas.openxmlformats.org/drawingml/2006/table">
            <a:tbl>
              <a:tblPr firstRow="1" bandRow="1">
                <a:tableStyleId>{5C22544A-7EE6-4342-B048-85BDC9FD1C3A}</a:tableStyleId>
              </a:tblPr>
              <a:tblGrid>
                <a:gridCol w="840222"/>
                <a:gridCol w="785820"/>
                <a:gridCol w="785820"/>
                <a:gridCol w="761641"/>
                <a:gridCol w="725372"/>
                <a:gridCol w="1583728"/>
                <a:gridCol w="1402386"/>
              </a:tblGrid>
              <a:tr h="640087">
                <a:tc>
                  <a:txBody>
                    <a:bodyPr/>
                    <a:lstStyle/>
                    <a:p>
                      <a:r>
                        <a:rPr lang="en-IN" sz="1800" dirty="0" err="1"/>
                        <a:t>P.No</a:t>
                      </a:r>
                      <a:r>
                        <a:rPr lang="en-IN" sz="1800" dirty="0"/>
                        <a:t>.</a:t>
                      </a:r>
                    </a:p>
                  </a:txBody>
                  <a:tcPr marL="91436" marR="91436" marT="45709" marB="45709"/>
                </a:tc>
                <a:tc>
                  <a:txBody>
                    <a:bodyPr/>
                    <a:lstStyle/>
                    <a:p>
                      <a:r>
                        <a:rPr lang="en-IN" sz="1800" dirty="0"/>
                        <a:t>priority</a:t>
                      </a:r>
                    </a:p>
                  </a:txBody>
                  <a:tcPr marL="91436" marR="91436" marT="45709" marB="45709"/>
                </a:tc>
                <a:tc>
                  <a:txBody>
                    <a:bodyPr/>
                    <a:lstStyle/>
                    <a:p>
                      <a:r>
                        <a:rPr lang="en-IN" sz="1800" dirty="0"/>
                        <a:t>A.T.</a:t>
                      </a:r>
                    </a:p>
                  </a:txBody>
                  <a:tcPr marL="91436" marR="91436" marT="45709" marB="45709"/>
                </a:tc>
                <a:tc>
                  <a:txBody>
                    <a:bodyPr/>
                    <a:lstStyle/>
                    <a:p>
                      <a:r>
                        <a:rPr lang="en-IN" sz="1800" dirty="0"/>
                        <a:t>B.T.</a:t>
                      </a:r>
                    </a:p>
                  </a:txBody>
                  <a:tcPr marL="91436" marR="91436" marT="45709" marB="45709"/>
                </a:tc>
                <a:tc>
                  <a:txBody>
                    <a:bodyPr/>
                    <a:lstStyle/>
                    <a:p>
                      <a:r>
                        <a:rPr lang="en-IN" sz="1800" dirty="0"/>
                        <a:t>C.T.</a:t>
                      </a:r>
                    </a:p>
                  </a:txBody>
                  <a:tcPr marL="91436" marR="91436" marT="45709" marB="45709"/>
                </a:tc>
                <a:tc>
                  <a:txBody>
                    <a:bodyPr/>
                    <a:lstStyle/>
                    <a:p>
                      <a:r>
                        <a:rPr lang="en-IN" sz="1800" dirty="0"/>
                        <a:t>TAT =C.T.-A.T</a:t>
                      </a:r>
                    </a:p>
                  </a:txBody>
                  <a:tcPr marL="91436" marR="91436" marT="45709" marB="45709"/>
                </a:tc>
                <a:tc>
                  <a:txBody>
                    <a:bodyPr/>
                    <a:lstStyle/>
                    <a:p>
                      <a:r>
                        <a:rPr lang="en-IN" sz="1800" dirty="0"/>
                        <a:t>WT=TAT-BT</a:t>
                      </a:r>
                    </a:p>
                  </a:txBody>
                  <a:tcPr marL="91436" marR="91436" marT="45709" marB="45709"/>
                </a:tc>
              </a:tr>
              <a:tr h="370748">
                <a:tc>
                  <a:txBody>
                    <a:bodyPr/>
                    <a:lstStyle/>
                    <a:p>
                      <a:r>
                        <a:rPr lang="en-IN" sz="1800" dirty="0"/>
                        <a:t>P1</a:t>
                      </a:r>
                    </a:p>
                  </a:txBody>
                  <a:tcPr marL="91436" marR="91436" marT="45709" marB="45709"/>
                </a:tc>
                <a:tc>
                  <a:txBody>
                    <a:bodyPr/>
                    <a:lstStyle/>
                    <a:p>
                      <a:r>
                        <a:rPr lang="en-IN" sz="1800" dirty="0"/>
                        <a:t>2(l)</a:t>
                      </a:r>
                    </a:p>
                  </a:txBody>
                  <a:tcPr marL="91436" marR="91436" marT="45709" marB="45709"/>
                </a:tc>
                <a:tc>
                  <a:txBody>
                    <a:bodyPr/>
                    <a:lstStyle/>
                    <a:p>
                      <a:r>
                        <a:rPr lang="en-IN" sz="1800" dirty="0"/>
                        <a:t>0</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P2</a:t>
                      </a:r>
                    </a:p>
                  </a:txBody>
                  <a:tcPr marL="91436" marR="91436" marT="45709" marB="45709"/>
                </a:tc>
                <a:tc>
                  <a:txBody>
                    <a:bodyPr/>
                    <a:lstStyle/>
                    <a:p>
                      <a:r>
                        <a:rPr lang="en-IN" sz="1800" dirty="0"/>
                        <a:t>4</a:t>
                      </a:r>
                    </a:p>
                  </a:txBody>
                  <a:tcPr marL="91436" marR="91436" marT="45709" marB="45709"/>
                </a:tc>
                <a:tc>
                  <a:txBody>
                    <a:bodyPr/>
                    <a:lstStyle/>
                    <a:p>
                      <a:r>
                        <a:rPr lang="en-IN" sz="1800" dirty="0"/>
                        <a:t>1</a:t>
                      </a:r>
                    </a:p>
                  </a:txBody>
                  <a:tcPr marL="91436" marR="91436" marT="45709" marB="45709"/>
                </a:tc>
                <a:tc>
                  <a:txBody>
                    <a:bodyPr/>
                    <a:lstStyle/>
                    <a:p>
                      <a:r>
                        <a:rPr lang="en-IN" sz="1800" dirty="0">
                          <a:solidFill>
                            <a:schemeClr val="tx1"/>
                          </a:solidFill>
                        </a:rPr>
                        <a:t>2</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P3</a:t>
                      </a:r>
                    </a:p>
                  </a:txBody>
                  <a:tcPr marL="91436" marR="91436" marT="45709" marB="45709"/>
                </a:tc>
                <a:tc>
                  <a:txBody>
                    <a:bodyPr/>
                    <a:lstStyle/>
                    <a:p>
                      <a:r>
                        <a:rPr lang="en-IN" sz="1800" dirty="0"/>
                        <a:t>6</a:t>
                      </a:r>
                    </a:p>
                  </a:txBody>
                  <a:tcPr marL="91436" marR="91436" marT="45709" marB="45709"/>
                </a:tc>
                <a:tc>
                  <a:txBody>
                    <a:bodyPr/>
                    <a:lstStyle/>
                    <a:p>
                      <a:r>
                        <a:rPr lang="en-IN" sz="1800" dirty="0"/>
                        <a:t>2</a:t>
                      </a:r>
                    </a:p>
                  </a:txBody>
                  <a:tcPr marL="91436" marR="91436" marT="45709" marB="45709"/>
                </a:tc>
                <a:tc>
                  <a:txBody>
                    <a:bodyPr/>
                    <a:lstStyle/>
                    <a:p>
                      <a:r>
                        <a:rPr lang="en-IN" sz="1800" dirty="0">
                          <a:solidFill>
                            <a:schemeClr val="tx1"/>
                          </a:solidFill>
                        </a:rPr>
                        <a:t>3</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P4</a:t>
                      </a:r>
                    </a:p>
                  </a:txBody>
                  <a:tcPr marL="91436" marR="91436" marT="45709" marB="45709"/>
                </a:tc>
                <a:tc>
                  <a:txBody>
                    <a:bodyPr/>
                    <a:lstStyle/>
                    <a:p>
                      <a:r>
                        <a:rPr lang="en-IN" sz="1800" dirty="0"/>
                        <a:t>10</a:t>
                      </a:r>
                    </a:p>
                  </a:txBody>
                  <a:tcPr marL="91436" marR="91436" marT="45709" marB="45709"/>
                </a:tc>
                <a:tc>
                  <a:txBody>
                    <a:bodyPr/>
                    <a:lstStyle/>
                    <a:p>
                      <a:r>
                        <a:rPr lang="en-IN" sz="1800" dirty="0"/>
                        <a:t>3</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P5</a:t>
                      </a:r>
                    </a:p>
                  </a:txBody>
                  <a:tcPr marL="91436" marR="91436" marT="45709" marB="45709"/>
                </a:tc>
                <a:tc>
                  <a:txBody>
                    <a:bodyPr/>
                    <a:lstStyle/>
                    <a:p>
                      <a:r>
                        <a:rPr lang="en-IN" sz="1800" dirty="0"/>
                        <a:t>8</a:t>
                      </a:r>
                    </a:p>
                  </a:txBody>
                  <a:tcPr marL="91436" marR="91436" marT="45709" marB="45709"/>
                </a:tc>
                <a:tc>
                  <a:txBody>
                    <a:bodyPr/>
                    <a:lstStyle/>
                    <a:p>
                      <a:r>
                        <a:rPr lang="en-IN" sz="1800" dirty="0"/>
                        <a:t>4</a:t>
                      </a:r>
                    </a:p>
                  </a:txBody>
                  <a:tcPr marL="91436" marR="91436" marT="45709" marB="45709"/>
                </a:tc>
                <a:tc>
                  <a:txBody>
                    <a:bodyPr/>
                    <a:lstStyle/>
                    <a:p>
                      <a:r>
                        <a:rPr lang="en-IN" sz="1800" dirty="0">
                          <a:solidFill>
                            <a:schemeClr val="tx1"/>
                          </a:solidFill>
                        </a:rPr>
                        <a:t>1</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p6</a:t>
                      </a:r>
                    </a:p>
                  </a:txBody>
                  <a:tcPr marL="91436" marR="91436" marT="45709" marB="45709"/>
                </a:tc>
                <a:tc>
                  <a:txBody>
                    <a:bodyPr/>
                    <a:lstStyle/>
                    <a:p>
                      <a:r>
                        <a:rPr lang="en-IN" sz="1800" dirty="0"/>
                        <a:t>12(h)</a:t>
                      </a:r>
                    </a:p>
                  </a:txBody>
                  <a:tcPr marL="91436" marR="91436" marT="45709" marB="45709"/>
                </a:tc>
                <a:tc>
                  <a:txBody>
                    <a:bodyPr/>
                    <a:lstStyle/>
                    <a:p>
                      <a:r>
                        <a:rPr lang="en-IN" sz="1800" dirty="0"/>
                        <a:t>5</a:t>
                      </a:r>
                    </a:p>
                  </a:txBody>
                  <a:tcPr marL="91436" marR="91436" marT="45709" marB="45709"/>
                </a:tc>
                <a:tc>
                  <a:txBody>
                    <a:bodyPr/>
                    <a:lstStyle/>
                    <a:p>
                      <a:r>
                        <a:rPr lang="en-IN" sz="1800" dirty="0">
                          <a:solidFill>
                            <a:schemeClr val="tx1"/>
                          </a:solidFill>
                        </a:rPr>
                        <a:t>4</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p7</a:t>
                      </a:r>
                    </a:p>
                  </a:txBody>
                  <a:tcPr marL="91436" marR="91436" marT="45709" marB="45709"/>
                </a:tc>
                <a:tc>
                  <a:txBody>
                    <a:bodyPr/>
                    <a:lstStyle/>
                    <a:p>
                      <a:r>
                        <a:rPr lang="en-IN" sz="1800" dirty="0"/>
                        <a:t>9</a:t>
                      </a:r>
                    </a:p>
                  </a:txBody>
                  <a:tcPr marL="91436" marR="91436" marT="45709" marB="45709"/>
                </a:tc>
                <a:tc>
                  <a:txBody>
                    <a:bodyPr/>
                    <a:lstStyle/>
                    <a:p>
                      <a:r>
                        <a:rPr lang="en-IN" sz="1800" dirty="0"/>
                        <a:t>6</a:t>
                      </a:r>
                    </a:p>
                  </a:txBody>
                  <a:tcPr marL="91436" marR="91436" marT="45709" marB="45709"/>
                </a:tc>
                <a:tc>
                  <a:txBody>
                    <a:bodyPr/>
                    <a:lstStyle/>
                    <a:p>
                      <a:r>
                        <a:rPr lang="en-IN" sz="1800" dirty="0">
                          <a:solidFill>
                            <a:schemeClr val="tx1"/>
                          </a:solidFill>
                        </a:rPr>
                        <a:t>6</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bl>
          </a:graphicData>
        </a:graphic>
      </p:graphicFrame>
      <p:sp>
        <p:nvSpPr>
          <p:cNvPr id="123980" name="Slide Number Placeholder 3"/>
          <p:cNvSpPr>
            <a:spLocks noGrp="1"/>
          </p:cNvSpPr>
          <p:nvPr>
            <p:ph type="sldNum" sz="quarter" idx="12"/>
          </p:nvPr>
        </p:nvSpPr>
        <p:spPr bwMode="auto">
          <a:noFill/>
          <a:ln>
            <a:miter lim="800000"/>
            <a:headEnd/>
            <a:tailEnd/>
          </a:ln>
        </p:spPr>
        <p:txBody>
          <a:bodyPr/>
          <a:lstStyle/>
          <a:p>
            <a:fld id="{119D4215-3ED7-4D2E-B146-C155835CACE3}" type="slidenum">
              <a:rPr lang="en-US" altLang="en-US"/>
              <a:pPr/>
              <a:t>111</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p6</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24005"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4</a:t>
            </a:r>
          </a:p>
        </p:txBody>
      </p:sp>
      <p:sp>
        <p:nvSpPr>
          <p:cNvPr id="124006"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24007"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sp>
        <p:nvSpPr>
          <p:cNvPr id="124016" name="Title 1"/>
          <p:cNvSpPr>
            <a:spLocks noGrp="1"/>
          </p:cNvSpPr>
          <p:nvPr>
            <p:ph type="title"/>
          </p:nvPr>
        </p:nvSpPr>
        <p:spPr>
          <a:xfrm>
            <a:off x="457200" y="158750"/>
            <a:ext cx="8229600" cy="509588"/>
          </a:xfrm>
        </p:spPr>
        <p:txBody>
          <a:bodyPr/>
          <a:lstStyle/>
          <a:p>
            <a:r>
              <a:rPr lang="en-IN" altLang="en-US" sz="2400" smtClean="0"/>
              <a:t>Priority Scheduling non preemptive</a:t>
            </a:r>
          </a:p>
        </p:txBody>
      </p:sp>
      <p:sp>
        <p:nvSpPr>
          <p:cNvPr id="124017" name="TextBox 7"/>
          <p:cNvSpPr txBox="1">
            <a:spLocks noChangeArrowheads="1"/>
          </p:cNvSpPr>
          <p:nvPr/>
        </p:nvSpPr>
        <p:spPr bwMode="auto">
          <a:xfrm>
            <a:off x="1852613" y="5651500"/>
            <a:ext cx="323850" cy="369888"/>
          </a:xfrm>
          <a:prstGeom prst="rect">
            <a:avLst/>
          </a:prstGeom>
          <a:noFill/>
          <a:ln w="9525">
            <a:noFill/>
            <a:miter lim="800000"/>
            <a:headEnd/>
            <a:tailEnd/>
          </a:ln>
        </p:spPr>
        <p:txBody>
          <a:bodyPr>
            <a:spAutoFit/>
          </a:bodyPr>
          <a:lstStyle/>
          <a:p>
            <a:r>
              <a:rPr lang="en-IN" altLang="en-US"/>
              <a:t>9</a:t>
            </a:r>
          </a:p>
        </p:txBody>
      </p:sp>
      <p:sp>
        <p:nvSpPr>
          <p:cNvPr id="124018" name="TextBox 7"/>
          <p:cNvSpPr txBox="1">
            <a:spLocks noChangeArrowheads="1"/>
          </p:cNvSpPr>
          <p:nvPr/>
        </p:nvSpPr>
        <p:spPr bwMode="auto">
          <a:xfrm>
            <a:off x="2428875" y="5635625"/>
            <a:ext cx="522288" cy="369888"/>
          </a:xfrm>
          <a:prstGeom prst="rect">
            <a:avLst/>
          </a:prstGeom>
          <a:noFill/>
          <a:ln w="9525">
            <a:noFill/>
            <a:miter lim="800000"/>
            <a:headEnd/>
            <a:tailEnd/>
          </a:ln>
        </p:spPr>
        <p:txBody>
          <a:bodyPr>
            <a:spAutoFit/>
          </a:bodyPr>
          <a:lstStyle/>
          <a:p>
            <a:r>
              <a:rPr lang="en-IN" altLang="en-US"/>
              <a:t>13</a:t>
            </a: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77838" y="819150"/>
          <a:ext cx="6884989" cy="3235323"/>
        </p:xfrm>
        <a:graphic>
          <a:graphicData uri="http://schemas.openxmlformats.org/drawingml/2006/table">
            <a:tbl>
              <a:tblPr firstRow="1" bandRow="1">
                <a:tableStyleId>{5C22544A-7EE6-4342-B048-85BDC9FD1C3A}</a:tableStyleId>
              </a:tblPr>
              <a:tblGrid>
                <a:gridCol w="840222"/>
                <a:gridCol w="785820"/>
                <a:gridCol w="785820"/>
                <a:gridCol w="761641"/>
                <a:gridCol w="725372"/>
                <a:gridCol w="1583728"/>
                <a:gridCol w="1402386"/>
              </a:tblGrid>
              <a:tr h="640087">
                <a:tc>
                  <a:txBody>
                    <a:bodyPr/>
                    <a:lstStyle/>
                    <a:p>
                      <a:r>
                        <a:rPr lang="en-IN" sz="1800" dirty="0" err="1"/>
                        <a:t>P.No</a:t>
                      </a:r>
                      <a:r>
                        <a:rPr lang="en-IN" sz="1800" dirty="0"/>
                        <a:t>.</a:t>
                      </a:r>
                    </a:p>
                  </a:txBody>
                  <a:tcPr marL="91436" marR="91436" marT="45709" marB="45709"/>
                </a:tc>
                <a:tc>
                  <a:txBody>
                    <a:bodyPr/>
                    <a:lstStyle/>
                    <a:p>
                      <a:r>
                        <a:rPr lang="en-IN" sz="1800" dirty="0"/>
                        <a:t>priority</a:t>
                      </a:r>
                    </a:p>
                  </a:txBody>
                  <a:tcPr marL="91436" marR="91436" marT="45709" marB="45709"/>
                </a:tc>
                <a:tc>
                  <a:txBody>
                    <a:bodyPr/>
                    <a:lstStyle/>
                    <a:p>
                      <a:r>
                        <a:rPr lang="en-IN" sz="1800" dirty="0"/>
                        <a:t>A.T.</a:t>
                      </a:r>
                    </a:p>
                  </a:txBody>
                  <a:tcPr marL="91436" marR="91436" marT="45709" marB="45709"/>
                </a:tc>
                <a:tc>
                  <a:txBody>
                    <a:bodyPr/>
                    <a:lstStyle/>
                    <a:p>
                      <a:r>
                        <a:rPr lang="en-IN" sz="1800" dirty="0"/>
                        <a:t>B.T.</a:t>
                      </a:r>
                    </a:p>
                  </a:txBody>
                  <a:tcPr marL="91436" marR="91436" marT="45709" marB="45709"/>
                </a:tc>
                <a:tc>
                  <a:txBody>
                    <a:bodyPr/>
                    <a:lstStyle/>
                    <a:p>
                      <a:r>
                        <a:rPr lang="en-IN" sz="1800" dirty="0"/>
                        <a:t>C.T.</a:t>
                      </a:r>
                    </a:p>
                  </a:txBody>
                  <a:tcPr marL="91436" marR="91436" marT="45709" marB="45709"/>
                </a:tc>
                <a:tc>
                  <a:txBody>
                    <a:bodyPr/>
                    <a:lstStyle/>
                    <a:p>
                      <a:r>
                        <a:rPr lang="en-IN" sz="1800" dirty="0"/>
                        <a:t>TAT =C.T.-A.T</a:t>
                      </a:r>
                    </a:p>
                  </a:txBody>
                  <a:tcPr marL="91436" marR="91436" marT="45709" marB="45709"/>
                </a:tc>
                <a:tc>
                  <a:txBody>
                    <a:bodyPr/>
                    <a:lstStyle/>
                    <a:p>
                      <a:r>
                        <a:rPr lang="en-IN" sz="1800" dirty="0"/>
                        <a:t>WT=TAT-BT</a:t>
                      </a:r>
                    </a:p>
                  </a:txBody>
                  <a:tcPr marL="91436" marR="91436" marT="45709" marB="45709"/>
                </a:tc>
              </a:tr>
              <a:tr h="370748">
                <a:tc>
                  <a:txBody>
                    <a:bodyPr/>
                    <a:lstStyle/>
                    <a:p>
                      <a:r>
                        <a:rPr lang="en-IN" sz="1800" dirty="0"/>
                        <a:t>P1</a:t>
                      </a:r>
                    </a:p>
                  </a:txBody>
                  <a:tcPr marL="91436" marR="91436" marT="45709" marB="45709"/>
                </a:tc>
                <a:tc>
                  <a:txBody>
                    <a:bodyPr/>
                    <a:lstStyle/>
                    <a:p>
                      <a:r>
                        <a:rPr lang="en-IN" sz="1800" dirty="0"/>
                        <a:t>2(l)</a:t>
                      </a:r>
                    </a:p>
                  </a:txBody>
                  <a:tcPr marL="91436" marR="91436" marT="45709" marB="45709"/>
                </a:tc>
                <a:tc>
                  <a:txBody>
                    <a:bodyPr/>
                    <a:lstStyle/>
                    <a:p>
                      <a:r>
                        <a:rPr lang="en-IN" sz="1800" dirty="0"/>
                        <a:t>0</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P2</a:t>
                      </a:r>
                    </a:p>
                  </a:txBody>
                  <a:tcPr marL="91436" marR="91436" marT="45709" marB="45709"/>
                </a:tc>
                <a:tc>
                  <a:txBody>
                    <a:bodyPr/>
                    <a:lstStyle/>
                    <a:p>
                      <a:r>
                        <a:rPr lang="en-IN" sz="1800" dirty="0"/>
                        <a:t>4</a:t>
                      </a:r>
                    </a:p>
                  </a:txBody>
                  <a:tcPr marL="91436" marR="91436" marT="45709" marB="45709"/>
                </a:tc>
                <a:tc>
                  <a:txBody>
                    <a:bodyPr/>
                    <a:lstStyle/>
                    <a:p>
                      <a:r>
                        <a:rPr lang="en-IN" sz="1800" dirty="0"/>
                        <a:t>1</a:t>
                      </a:r>
                    </a:p>
                  </a:txBody>
                  <a:tcPr marL="91436" marR="91436" marT="45709" marB="45709"/>
                </a:tc>
                <a:tc>
                  <a:txBody>
                    <a:bodyPr/>
                    <a:lstStyle/>
                    <a:p>
                      <a:r>
                        <a:rPr lang="en-IN" sz="1800" dirty="0">
                          <a:solidFill>
                            <a:schemeClr val="tx1"/>
                          </a:solidFill>
                        </a:rPr>
                        <a:t>2</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P3</a:t>
                      </a:r>
                    </a:p>
                  </a:txBody>
                  <a:tcPr marL="91436" marR="91436" marT="45709" marB="45709"/>
                </a:tc>
                <a:tc>
                  <a:txBody>
                    <a:bodyPr/>
                    <a:lstStyle/>
                    <a:p>
                      <a:r>
                        <a:rPr lang="en-IN" sz="1800" dirty="0"/>
                        <a:t>6</a:t>
                      </a:r>
                    </a:p>
                  </a:txBody>
                  <a:tcPr marL="91436" marR="91436" marT="45709" marB="45709"/>
                </a:tc>
                <a:tc>
                  <a:txBody>
                    <a:bodyPr/>
                    <a:lstStyle/>
                    <a:p>
                      <a:r>
                        <a:rPr lang="en-IN" sz="1800" dirty="0"/>
                        <a:t>2</a:t>
                      </a:r>
                    </a:p>
                  </a:txBody>
                  <a:tcPr marL="91436" marR="91436" marT="45709" marB="45709"/>
                </a:tc>
                <a:tc>
                  <a:txBody>
                    <a:bodyPr/>
                    <a:lstStyle/>
                    <a:p>
                      <a:r>
                        <a:rPr lang="en-IN" sz="1800" dirty="0">
                          <a:solidFill>
                            <a:schemeClr val="tx1"/>
                          </a:solidFill>
                        </a:rPr>
                        <a:t>3</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P4</a:t>
                      </a:r>
                    </a:p>
                  </a:txBody>
                  <a:tcPr marL="91436" marR="91436" marT="45709" marB="45709"/>
                </a:tc>
                <a:tc>
                  <a:txBody>
                    <a:bodyPr/>
                    <a:lstStyle/>
                    <a:p>
                      <a:r>
                        <a:rPr lang="en-IN" sz="1800" dirty="0"/>
                        <a:t>10</a:t>
                      </a:r>
                    </a:p>
                  </a:txBody>
                  <a:tcPr marL="91436" marR="91436" marT="45709" marB="45709"/>
                </a:tc>
                <a:tc>
                  <a:txBody>
                    <a:bodyPr/>
                    <a:lstStyle/>
                    <a:p>
                      <a:r>
                        <a:rPr lang="en-IN" sz="1800" dirty="0"/>
                        <a:t>3</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P5</a:t>
                      </a:r>
                    </a:p>
                  </a:txBody>
                  <a:tcPr marL="91436" marR="91436" marT="45709" marB="45709"/>
                </a:tc>
                <a:tc>
                  <a:txBody>
                    <a:bodyPr/>
                    <a:lstStyle/>
                    <a:p>
                      <a:r>
                        <a:rPr lang="en-IN" sz="1800" dirty="0"/>
                        <a:t>8</a:t>
                      </a:r>
                    </a:p>
                  </a:txBody>
                  <a:tcPr marL="91436" marR="91436" marT="45709" marB="45709"/>
                </a:tc>
                <a:tc>
                  <a:txBody>
                    <a:bodyPr/>
                    <a:lstStyle/>
                    <a:p>
                      <a:r>
                        <a:rPr lang="en-IN" sz="1800" dirty="0"/>
                        <a:t>4</a:t>
                      </a:r>
                    </a:p>
                  </a:txBody>
                  <a:tcPr marL="91436" marR="91436" marT="45709" marB="45709"/>
                </a:tc>
                <a:tc>
                  <a:txBody>
                    <a:bodyPr/>
                    <a:lstStyle/>
                    <a:p>
                      <a:r>
                        <a:rPr lang="en-IN" sz="1800" dirty="0">
                          <a:solidFill>
                            <a:schemeClr val="tx1"/>
                          </a:solidFill>
                        </a:rPr>
                        <a:t>1</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p6</a:t>
                      </a:r>
                    </a:p>
                  </a:txBody>
                  <a:tcPr marL="91436" marR="91436" marT="45709" marB="45709"/>
                </a:tc>
                <a:tc>
                  <a:txBody>
                    <a:bodyPr/>
                    <a:lstStyle/>
                    <a:p>
                      <a:r>
                        <a:rPr lang="en-IN" sz="1800" dirty="0"/>
                        <a:t>12(h)</a:t>
                      </a:r>
                    </a:p>
                  </a:txBody>
                  <a:tcPr marL="91436" marR="91436" marT="45709" marB="45709"/>
                </a:tc>
                <a:tc>
                  <a:txBody>
                    <a:bodyPr/>
                    <a:lstStyle/>
                    <a:p>
                      <a:r>
                        <a:rPr lang="en-IN" sz="1800" dirty="0"/>
                        <a:t>5</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p7</a:t>
                      </a:r>
                    </a:p>
                  </a:txBody>
                  <a:tcPr marL="91436" marR="91436" marT="45709" marB="45709"/>
                </a:tc>
                <a:tc>
                  <a:txBody>
                    <a:bodyPr/>
                    <a:lstStyle/>
                    <a:p>
                      <a:r>
                        <a:rPr lang="en-IN" sz="1800" dirty="0"/>
                        <a:t>9</a:t>
                      </a:r>
                    </a:p>
                  </a:txBody>
                  <a:tcPr marL="91436" marR="91436" marT="45709" marB="45709"/>
                </a:tc>
                <a:tc>
                  <a:txBody>
                    <a:bodyPr/>
                    <a:lstStyle/>
                    <a:p>
                      <a:r>
                        <a:rPr lang="en-IN" sz="1800" dirty="0"/>
                        <a:t>6</a:t>
                      </a:r>
                    </a:p>
                  </a:txBody>
                  <a:tcPr marL="91436" marR="91436" marT="45709" marB="45709"/>
                </a:tc>
                <a:tc>
                  <a:txBody>
                    <a:bodyPr/>
                    <a:lstStyle/>
                    <a:p>
                      <a:r>
                        <a:rPr lang="en-IN" sz="1800" dirty="0">
                          <a:solidFill>
                            <a:schemeClr val="tx1"/>
                          </a:solidFill>
                        </a:rPr>
                        <a:t>6</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bl>
          </a:graphicData>
        </a:graphic>
      </p:graphicFrame>
      <p:sp>
        <p:nvSpPr>
          <p:cNvPr id="125004" name="Slide Number Placeholder 3"/>
          <p:cNvSpPr>
            <a:spLocks noGrp="1"/>
          </p:cNvSpPr>
          <p:nvPr>
            <p:ph type="sldNum" sz="quarter" idx="12"/>
          </p:nvPr>
        </p:nvSpPr>
        <p:spPr bwMode="auto">
          <a:noFill/>
          <a:ln>
            <a:miter lim="800000"/>
            <a:headEnd/>
            <a:tailEnd/>
          </a:ln>
        </p:spPr>
        <p:txBody>
          <a:bodyPr/>
          <a:lstStyle/>
          <a:p>
            <a:fld id="{2B2EC48D-1CE0-4736-9B5D-60988278B7BF}" type="slidenum">
              <a:rPr lang="en-US" altLang="en-US"/>
              <a:pPr/>
              <a:t>112</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p6</a:t>
                      </a:r>
                    </a:p>
                  </a:txBody>
                  <a:tcPr marT="45798" marB="45798"/>
                </a:tc>
                <a:tc>
                  <a:txBody>
                    <a:bodyPr/>
                    <a:lstStyle/>
                    <a:p>
                      <a:r>
                        <a:rPr lang="en-IN" sz="1800" dirty="0"/>
                        <a:t>p7</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25029"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4</a:t>
            </a:r>
          </a:p>
        </p:txBody>
      </p:sp>
      <p:sp>
        <p:nvSpPr>
          <p:cNvPr id="125030"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25031"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sp>
        <p:nvSpPr>
          <p:cNvPr id="125040" name="Title 1"/>
          <p:cNvSpPr>
            <a:spLocks noGrp="1"/>
          </p:cNvSpPr>
          <p:nvPr>
            <p:ph type="title"/>
          </p:nvPr>
        </p:nvSpPr>
        <p:spPr>
          <a:xfrm>
            <a:off x="457200" y="158750"/>
            <a:ext cx="8229600" cy="509588"/>
          </a:xfrm>
        </p:spPr>
        <p:txBody>
          <a:bodyPr/>
          <a:lstStyle/>
          <a:p>
            <a:r>
              <a:rPr lang="en-IN" altLang="en-US" sz="2400" smtClean="0"/>
              <a:t>Priority Scheduling non preemptive</a:t>
            </a:r>
          </a:p>
        </p:txBody>
      </p:sp>
      <p:sp>
        <p:nvSpPr>
          <p:cNvPr id="125041" name="TextBox 7"/>
          <p:cNvSpPr txBox="1">
            <a:spLocks noChangeArrowheads="1"/>
          </p:cNvSpPr>
          <p:nvPr/>
        </p:nvSpPr>
        <p:spPr bwMode="auto">
          <a:xfrm>
            <a:off x="1852613" y="5651500"/>
            <a:ext cx="323850" cy="369888"/>
          </a:xfrm>
          <a:prstGeom prst="rect">
            <a:avLst/>
          </a:prstGeom>
          <a:noFill/>
          <a:ln w="9525">
            <a:noFill/>
            <a:miter lim="800000"/>
            <a:headEnd/>
            <a:tailEnd/>
          </a:ln>
        </p:spPr>
        <p:txBody>
          <a:bodyPr>
            <a:spAutoFit/>
          </a:bodyPr>
          <a:lstStyle/>
          <a:p>
            <a:r>
              <a:rPr lang="en-IN" altLang="en-US"/>
              <a:t>9</a:t>
            </a:r>
          </a:p>
        </p:txBody>
      </p:sp>
      <p:sp>
        <p:nvSpPr>
          <p:cNvPr id="125042" name="TextBox 7"/>
          <p:cNvSpPr txBox="1">
            <a:spLocks noChangeArrowheads="1"/>
          </p:cNvSpPr>
          <p:nvPr/>
        </p:nvSpPr>
        <p:spPr bwMode="auto">
          <a:xfrm>
            <a:off x="2428875" y="5635625"/>
            <a:ext cx="522288" cy="369888"/>
          </a:xfrm>
          <a:prstGeom prst="rect">
            <a:avLst/>
          </a:prstGeom>
          <a:noFill/>
          <a:ln w="9525">
            <a:noFill/>
            <a:miter lim="800000"/>
            <a:headEnd/>
            <a:tailEnd/>
          </a:ln>
        </p:spPr>
        <p:txBody>
          <a:bodyPr>
            <a:spAutoFit/>
          </a:bodyPr>
          <a:lstStyle/>
          <a:p>
            <a:r>
              <a:rPr lang="en-IN" altLang="en-US"/>
              <a:t>13</a:t>
            </a:r>
          </a:p>
        </p:txBody>
      </p:sp>
      <p:sp>
        <p:nvSpPr>
          <p:cNvPr id="125043" name="TextBox 7"/>
          <p:cNvSpPr txBox="1">
            <a:spLocks noChangeArrowheads="1"/>
          </p:cNvSpPr>
          <p:nvPr/>
        </p:nvSpPr>
        <p:spPr bwMode="auto">
          <a:xfrm>
            <a:off x="2962275" y="5635625"/>
            <a:ext cx="523875" cy="369888"/>
          </a:xfrm>
          <a:prstGeom prst="rect">
            <a:avLst/>
          </a:prstGeom>
          <a:noFill/>
          <a:ln w="9525">
            <a:noFill/>
            <a:miter lim="800000"/>
            <a:headEnd/>
            <a:tailEnd/>
          </a:ln>
        </p:spPr>
        <p:txBody>
          <a:bodyPr>
            <a:spAutoFit/>
          </a:bodyPr>
          <a:lstStyle/>
          <a:p>
            <a:r>
              <a:rPr lang="en-IN" altLang="en-US"/>
              <a:t>19</a:t>
            </a: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77838" y="819150"/>
          <a:ext cx="6884989" cy="3235323"/>
        </p:xfrm>
        <a:graphic>
          <a:graphicData uri="http://schemas.openxmlformats.org/drawingml/2006/table">
            <a:tbl>
              <a:tblPr firstRow="1" bandRow="1">
                <a:tableStyleId>{5C22544A-7EE6-4342-B048-85BDC9FD1C3A}</a:tableStyleId>
              </a:tblPr>
              <a:tblGrid>
                <a:gridCol w="840222"/>
                <a:gridCol w="785820"/>
                <a:gridCol w="785820"/>
                <a:gridCol w="761641"/>
                <a:gridCol w="725372"/>
                <a:gridCol w="1583728"/>
                <a:gridCol w="1402386"/>
              </a:tblGrid>
              <a:tr h="640087">
                <a:tc>
                  <a:txBody>
                    <a:bodyPr/>
                    <a:lstStyle/>
                    <a:p>
                      <a:r>
                        <a:rPr lang="en-IN" sz="1800" dirty="0" err="1"/>
                        <a:t>P.No</a:t>
                      </a:r>
                      <a:r>
                        <a:rPr lang="en-IN" sz="1800" dirty="0"/>
                        <a:t>.</a:t>
                      </a:r>
                    </a:p>
                  </a:txBody>
                  <a:tcPr marL="91436" marR="91436" marT="45709" marB="45709"/>
                </a:tc>
                <a:tc>
                  <a:txBody>
                    <a:bodyPr/>
                    <a:lstStyle/>
                    <a:p>
                      <a:r>
                        <a:rPr lang="en-IN" sz="1800" dirty="0"/>
                        <a:t>priority</a:t>
                      </a:r>
                    </a:p>
                  </a:txBody>
                  <a:tcPr marL="91436" marR="91436" marT="45709" marB="45709"/>
                </a:tc>
                <a:tc>
                  <a:txBody>
                    <a:bodyPr/>
                    <a:lstStyle/>
                    <a:p>
                      <a:r>
                        <a:rPr lang="en-IN" sz="1800" dirty="0"/>
                        <a:t>A.T.</a:t>
                      </a:r>
                    </a:p>
                  </a:txBody>
                  <a:tcPr marL="91436" marR="91436" marT="45709" marB="45709"/>
                </a:tc>
                <a:tc>
                  <a:txBody>
                    <a:bodyPr/>
                    <a:lstStyle/>
                    <a:p>
                      <a:r>
                        <a:rPr lang="en-IN" sz="1800" dirty="0"/>
                        <a:t>B.T.</a:t>
                      </a:r>
                    </a:p>
                  </a:txBody>
                  <a:tcPr marL="91436" marR="91436" marT="45709" marB="45709"/>
                </a:tc>
                <a:tc>
                  <a:txBody>
                    <a:bodyPr/>
                    <a:lstStyle/>
                    <a:p>
                      <a:r>
                        <a:rPr lang="en-IN" sz="1800" dirty="0"/>
                        <a:t>C.T.</a:t>
                      </a:r>
                    </a:p>
                  </a:txBody>
                  <a:tcPr marL="91436" marR="91436" marT="45709" marB="45709"/>
                </a:tc>
                <a:tc>
                  <a:txBody>
                    <a:bodyPr/>
                    <a:lstStyle/>
                    <a:p>
                      <a:r>
                        <a:rPr lang="en-IN" sz="1800" dirty="0"/>
                        <a:t>TAT =C.T.-A.T</a:t>
                      </a:r>
                    </a:p>
                  </a:txBody>
                  <a:tcPr marL="91436" marR="91436" marT="45709" marB="45709"/>
                </a:tc>
                <a:tc>
                  <a:txBody>
                    <a:bodyPr/>
                    <a:lstStyle/>
                    <a:p>
                      <a:r>
                        <a:rPr lang="en-IN" sz="1800" dirty="0"/>
                        <a:t>WT=TAT-BT</a:t>
                      </a:r>
                    </a:p>
                  </a:txBody>
                  <a:tcPr marL="91436" marR="91436" marT="45709" marB="45709"/>
                </a:tc>
              </a:tr>
              <a:tr h="370748">
                <a:tc>
                  <a:txBody>
                    <a:bodyPr/>
                    <a:lstStyle/>
                    <a:p>
                      <a:r>
                        <a:rPr lang="en-IN" sz="1800" dirty="0"/>
                        <a:t>P1</a:t>
                      </a:r>
                    </a:p>
                  </a:txBody>
                  <a:tcPr marL="91436" marR="91436" marT="45709" marB="45709"/>
                </a:tc>
                <a:tc>
                  <a:txBody>
                    <a:bodyPr/>
                    <a:lstStyle/>
                    <a:p>
                      <a:r>
                        <a:rPr lang="en-IN" sz="1800" dirty="0"/>
                        <a:t>2(l)</a:t>
                      </a:r>
                    </a:p>
                  </a:txBody>
                  <a:tcPr marL="91436" marR="91436" marT="45709" marB="45709"/>
                </a:tc>
                <a:tc>
                  <a:txBody>
                    <a:bodyPr/>
                    <a:lstStyle/>
                    <a:p>
                      <a:r>
                        <a:rPr lang="en-IN" sz="1800" dirty="0"/>
                        <a:t>0</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P2</a:t>
                      </a:r>
                    </a:p>
                  </a:txBody>
                  <a:tcPr marL="91436" marR="91436" marT="45709" marB="45709"/>
                </a:tc>
                <a:tc>
                  <a:txBody>
                    <a:bodyPr/>
                    <a:lstStyle/>
                    <a:p>
                      <a:r>
                        <a:rPr lang="en-IN" sz="1800" dirty="0"/>
                        <a:t>4</a:t>
                      </a:r>
                    </a:p>
                  </a:txBody>
                  <a:tcPr marL="91436" marR="91436" marT="45709" marB="45709"/>
                </a:tc>
                <a:tc>
                  <a:txBody>
                    <a:bodyPr/>
                    <a:lstStyle/>
                    <a:p>
                      <a:r>
                        <a:rPr lang="en-IN" sz="1800" dirty="0"/>
                        <a:t>1</a:t>
                      </a:r>
                    </a:p>
                  </a:txBody>
                  <a:tcPr marL="91436" marR="91436" marT="45709" marB="45709"/>
                </a:tc>
                <a:tc>
                  <a:txBody>
                    <a:bodyPr/>
                    <a:lstStyle/>
                    <a:p>
                      <a:r>
                        <a:rPr lang="en-IN" sz="1800" dirty="0">
                          <a:solidFill>
                            <a:schemeClr val="tx1"/>
                          </a:solidFill>
                        </a:rPr>
                        <a:t>2</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P3</a:t>
                      </a:r>
                    </a:p>
                  </a:txBody>
                  <a:tcPr marL="91436" marR="91436" marT="45709" marB="45709"/>
                </a:tc>
                <a:tc>
                  <a:txBody>
                    <a:bodyPr/>
                    <a:lstStyle/>
                    <a:p>
                      <a:r>
                        <a:rPr lang="en-IN" sz="1800" dirty="0"/>
                        <a:t>6</a:t>
                      </a:r>
                    </a:p>
                  </a:txBody>
                  <a:tcPr marL="91436" marR="91436" marT="45709" marB="45709"/>
                </a:tc>
                <a:tc>
                  <a:txBody>
                    <a:bodyPr/>
                    <a:lstStyle/>
                    <a:p>
                      <a:r>
                        <a:rPr lang="en-IN" sz="1800" dirty="0"/>
                        <a:t>2</a:t>
                      </a:r>
                    </a:p>
                  </a:txBody>
                  <a:tcPr marL="91436" marR="91436" marT="45709" marB="45709"/>
                </a:tc>
                <a:tc>
                  <a:txBody>
                    <a:bodyPr/>
                    <a:lstStyle/>
                    <a:p>
                      <a:r>
                        <a:rPr lang="en-IN" sz="1800" dirty="0">
                          <a:solidFill>
                            <a:schemeClr val="tx1"/>
                          </a:solidFill>
                        </a:rPr>
                        <a:t>3</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P4</a:t>
                      </a:r>
                    </a:p>
                  </a:txBody>
                  <a:tcPr marL="91436" marR="91436" marT="45709" marB="45709"/>
                </a:tc>
                <a:tc>
                  <a:txBody>
                    <a:bodyPr/>
                    <a:lstStyle/>
                    <a:p>
                      <a:r>
                        <a:rPr lang="en-IN" sz="1800" dirty="0"/>
                        <a:t>10</a:t>
                      </a:r>
                    </a:p>
                  </a:txBody>
                  <a:tcPr marL="91436" marR="91436" marT="45709" marB="45709"/>
                </a:tc>
                <a:tc>
                  <a:txBody>
                    <a:bodyPr/>
                    <a:lstStyle/>
                    <a:p>
                      <a:r>
                        <a:rPr lang="en-IN" sz="1800" dirty="0"/>
                        <a:t>3</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P5</a:t>
                      </a:r>
                    </a:p>
                  </a:txBody>
                  <a:tcPr marL="91436" marR="91436" marT="45709" marB="45709"/>
                </a:tc>
                <a:tc>
                  <a:txBody>
                    <a:bodyPr/>
                    <a:lstStyle/>
                    <a:p>
                      <a:r>
                        <a:rPr lang="en-IN" sz="1800" dirty="0"/>
                        <a:t>8</a:t>
                      </a:r>
                    </a:p>
                  </a:txBody>
                  <a:tcPr marL="91436" marR="91436" marT="45709" marB="45709"/>
                </a:tc>
                <a:tc>
                  <a:txBody>
                    <a:bodyPr/>
                    <a:lstStyle/>
                    <a:p>
                      <a:r>
                        <a:rPr lang="en-IN" sz="1800" dirty="0"/>
                        <a:t>4</a:t>
                      </a:r>
                    </a:p>
                  </a:txBody>
                  <a:tcPr marL="91436" marR="91436" marT="45709" marB="45709"/>
                </a:tc>
                <a:tc>
                  <a:txBody>
                    <a:bodyPr/>
                    <a:lstStyle/>
                    <a:p>
                      <a:r>
                        <a:rPr lang="en-IN" sz="1800" dirty="0">
                          <a:solidFill>
                            <a:schemeClr val="tx1"/>
                          </a:solidFill>
                        </a:rPr>
                        <a:t>1</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p6</a:t>
                      </a:r>
                    </a:p>
                  </a:txBody>
                  <a:tcPr marL="91436" marR="91436" marT="45709" marB="45709"/>
                </a:tc>
                <a:tc>
                  <a:txBody>
                    <a:bodyPr/>
                    <a:lstStyle/>
                    <a:p>
                      <a:r>
                        <a:rPr lang="en-IN" sz="1800" dirty="0"/>
                        <a:t>12(h)</a:t>
                      </a:r>
                    </a:p>
                  </a:txBody>
                  <a:tcPr marL="91436" marR="91436" marT="45709" marB="45709"/>
                </a:tc>
                <a:tc>
                  <a:txBody>
                    <a:bodyPr/>
                    <a:lstStyle/>
                    <a:p>
                      <a:r>
                        <a:rPr lang="en-IN" sz="1800" dirty="0"/>
                        <a:t>5</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p7</a:t>
                      </a:r>
                    </a:p>
                  </a:txBody>
                  <a:tcPr marL="91436" marR="91436" marT="45709" marB="45709"/>
                </a:tc>
                <a:tc>
                  <a:txBody>
                    <a:bodyPr/>
                    <a:lstStyle/>
                    <a:p>
                      <a:r>
                        <a:rPr lang="en-IN" sz="1800" dirty="0"/>
                        <a:t>9</a:t>
                      </a:r>
                    </a:p>
                  </a:txBody>
                  <a:tcPr marL="91436" marR="91436" marT="45709" marB="45709"/>
                </a:tc>
                <a:tc>
                  <a:txBody>
                    <a:bodyPr/>
                    <a:lstStyle/>
                    <a:p>
                      <a:r>
                        <a:rPr lang="en-IN" sz="1800" dirty="0"/>
                        <a:t>6</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bl>
          </a:graphicData>
        </a:graphic>
      </p:graphicFrame>
      <p:sp>
        <p:nvSpPr>
          <p:cNvPr id="126028" name="Slide Number Placeholder 3"/>
          <p:cNvSpPr>
            <a:spLocks noGrp="1"/>
          </p:cNvSpPr>
          <p:nvPr>
            <p:ph type="sldNum" sz="quarter" idx="12"/>
          </p:nvPr>
        </p:nvSpPr>
        <p:spPr bwMode="auto">
          <a:noFill/>
          <a:ln>
            <a:miter lim="800000"/>
            <a:headEnd/>
            <a:tailEnd/>
          </a:ln>
        </p:spPr>
        <p:txBody>
          <a:bodyPr/>
          <a:lstStyle/>
          <a:p>
            <a:fld id="{01A5A232-10FF-4B9D-8280-12A9391FCAEC}" type="slidenum">
              <a:rPr lang="en-US" altLang="en-US"/>
              <a:pPr/>
              <a:t>113</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p6</a:t>
                      </a:r>
                    </a:p>
                  </a:txBody>
                  <a:tcPr marT="45798" marB="45798"/>
                </a:tc>
                <a:tc>
                  <a:txBody>
                    <a:bodyPr/>
                    <a:lstStyle/>
                    <a:p>
                      <a:r>
                        <a:rPr lang="en-IN" sz="1800" dirty="0"/>
                        <a:t>p7</a:t>
                      </a:r>
                    </a:p>
                  </a:txBody>
                  <a:tcPr marT="45798" marB="45798"/>
                </a:tc>
                <a:tc>
                  <a:txBody>
                    <a:bodyPr/>
                    <a:lstStyle/>
                    <a:p>
                      <a:r>
                        <a:rPr lang="en-IN" sz="1800" dirty="0"/>
                        <a:t>p5</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26053"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4</a:t>
            </a:r>
          </a:p>
        </p:txBody>
      </p:sp>
      <p:sp>
        <p:nvSpPr>
          <p:cNvPr id="126054"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26055"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sp>
        <p:nvSpPr>
          <p:cNvPr id="126064" name="Title 1"/>
          <p:cNvSpPr>
            <a:spLocks noGrp="1"/>
          </p:cNvSpPr>
          <p:nvPr>
            <p:ph type="title"/>
          </p:nvPr>
        </p:nvSpPr>
        <p:spPr>
          <a:xfrm>
            <a:off x="457200" y="158750"/>
            <a:ext cx="8229600" cy="509588"/>
          </a:xfrm>
        </p:spPr>
        <p:txBody>
          <a:bodyPr/>
          <a:lstStyle/>
          <a:p>
            <a:r>
              <a:rPr lang="en-IN" altLang="en-US" sz="2400" smtClean="0"/>
              <a:t>Priority Scheduling non preemptive</a:t>
            </a:r>
          </a:p>
        </p:txBody>
      </p:sp>
      <p:sp>
        <p:nvSpPr>
          <p:cNvPr id="126065" name="TextBox 7"/>
          <p:cNvSpPr txBox="1">
            <a:spLocks noChangeArrowheads="1"/>
          </p:cNvSpPr>
          <p:nvPr/>
        </p:nvSpPr>
        <p:spPr bwMode="auto">
          <a:xfrm>
            <a:off x="1852613" y="5651500"/>
            <a:ext cx="323850" cy="369888"/>
          </a:xfrm>
          <a:prstGeom prst="rect">
            <a:avLst/>
          </a:prstGeom>
          <a:noFill/>
          <a:ln w="9525">
            <a:noFill/>
            <a:miter lim="800000"/>
            <a:headEnd/>
            <a:tailEnd/>
          </a:ln>
        </p:spPr>
        <p:txBody>
          <a:bodyPr>
            <a:spAutoFit/>
          </a:bodyPr>
          <a:lstStyle/>
          <a:p>
            <a:r>
              <a:rPr lang="en-IN" altLang="en-US"/>
              <a:t>9</a:t>
            </a:r>
          </a:p>
        </p:txBody>
      </p:sp>
      <p:sp>
        <p:nvSpPr>
          <p:cNvPr id="126066" name="TextBox 7"/>
          <p:cNvSpPr txBox="1">
            <a:spLocks noChangeArrowheads="1"/>
          </p:cNvSpPr>
          <p:nvPr/>
        </p:nvSpPr>
        <p:spPr bwMode="auto">
          <a:xfrm>
            <a:off x="2428875" y="5635625"/>
            <a:ext cx="522288" cy="369888"/>
          </a:xfrm>
          <a:prstGeom prst="rect">
            <a:avLst/>
          </a:prstGeom>
          <a:noFill/>
          <a:ln w="9525">
            <a:noFill/>
            <a:miter lim="800000"/>
            <a:headEnd/>
            <a:tailEnd/>
          </a:ln>
        </p:spPr>
        <p:txBody>
          <a:bodyPr>
            <a:spAutoFit/>
          </a:bodyPr>
          <a:lstStyle/>
          <a:p>
            <a:r>
              <a:rPr lang="en-IN" altLang="en-US"/>
              <a:t>13</a:t>
            </a:r>
          </a:p>
        </p:txBody>
      </p:sp>
      <p:sp>
        <p:nvSpPr>
          <p:cNvPr id="126067" name="TextBox 7"/>
          <p:cNvSpPr txBox="1">
            <a:spLocks noChangeArrowheads="1"/>
          </p:cNvSpPr>
          <p:nvPr/>
        </p:nvSpPr>
        <p:spPr bwMode="auto">
          <a:xfrm>
            <a:off x="2962275" y="5635625"/>
            <a:ext cx="523875" cy="369888"/>
          </a:xfrm>
          <a:prstGeom prst="rect">
            <a:avLst/>
          </a:prstGeom>
          <a:noFill/>
          <a:ln w="9525">
            <a:noFill/>
            <a:miter lim="800000"/>
            <a:headEnd/>
            <a:tailEnd/>
          </a:ln>
        </p:spPr>
        <p:txBody>
          <a:bodyPr>
            <a:spAutoFit/>
          </a:bodyPr>
          <a:lstStyle/>
          <a:p>
            <a:r>
              <a:rPr lang="en-IN" altLang="en-US"/>
              <a:t>19</a:t>
            </a:r>
          </a:p>
        </p:txBody>
      </p:sp>
      <p:sp>
        <p:nvSpPr>
          <p:cNvPr id="126068" name="TextBox 7"/>
          <p:cNvSpPr txBox="1">
            <a:spLocks noChangeArrowheads="1"/>
          </p:cNvSpPr>
          <p:nvPr/>
        </p:nvSpPr>
        <p:spPr bwMode="auto">
          <a:xfrm>
            <a:off x="3675063" y="5635625"/>
            <a:ext cx="522287" cy="369888"/>
          </a:xfrm>
          <a:prstGeom prst="rect">
            <a:avLst/>
          </a:prstGeom>
          <a:noFill/>
          <a:ln w="9525">
            <a:noFill/>
            <a:miter lim="800000"/>
            <a:headEnd/>
            <a:tailEnd/>
          </a:ln>
        </p:spPr>
        <p:txBody>
          <a:bodyPr>
            <a:spAutoFit/>
          </a:bodyPr>
          <a:lstStyle/>
          <a:p>
            <a:r>
              <a:rPr lang="en-IN" altLang="en-US"/>
              <a:t>20</a:t>
            </a: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77838" y="819150"/>
          <a:ext cx="6884989" cy="3235323"/>
        </p:xfrm>
        <a:graphic>
          <a:graphicData uri="http://schemas.openxmlformats.org/drawingml/2006/table">
            <a:tbl>
              <a:tblPr firstRow="1" bandRow="1">
                <a:tableStyleId>{5C22544A-7EE6-4342-B048-85BDC9FD1C3A}</a:tableStyleId>
              </a:tblPr>
              <a:tblGrid>
                <a:gridCol w="840222"/>
                <a:gridCol w="785820"/>
                <a:gridCol w="785820"/>
                <a:gridCol w="761641"/>
                <a:gridCol w="725372"/>
                <a:gridCol w="1583728"/>
                <a:gridCol w="1402386"/>
              </a:tblGrid>
              <a:tr h="640087">
                <a:tc>
                  <a:txBody>
                    <a:bodyPr/>
                    <a:lstStyle/>
                    <a:p>
                      <a:r>
                        <a:rPr lang="en-IN" sz="1800" dirty="0" err="1"/>
                        <a:t>P.No</a:t>
                      </a:r>
                      <a:r>
                        <a:rPr lang="en-IN" sz="1800" dirty="0"/>
                        <a:t>.</a:t>
                      </a:r>
                    </a:p>
                  </a:txBody>
                  <a:tcPr marL="91436" marR="91436" marT="45709" marB="45709"/>
                </a:tc>
                <a:tc>
                  <a:txBody>
                    <a:bodyPr/>
                    <a:lstStyle/>
                    <a:p>
                      <a:r>
                        <a:rPr lang="en-IN" sz="1800" dirty="0"/>
                        <a:t>priority</a:t>
                      </a:r>
                    </a:p>
                  </a:txBody>
                  <a:tcPr marL="91436" marR="91436" marT="45709" marB="45709"/>
                </a:tc>
                <a:tc>
                  <a:txBody>
                    <a:bodyPr/>
                    <a:lstStyle/>
                    <a:p>
                      <a:r>
                        <a:rPr lang="en-IN" sz="1800" dirty="0"/>
                        <a:t>A.T.</a:t>
                      </a:r>
                    </a:p>
                  </a:txBody>
                  <a:tcPr marL="91436" marR="91436" marT="45709" marB="45709"/>
                </a:tc>
                <a:tc>
                  <a:txBody>
                    <a:bodyPr/>
                    <a:lstStyle/>
                    <a:p>
                      <a:r>
                        <a:rPr lang="en-IN" sz="1800" dirty="0"/>
                        <a:t>B.T.</a:t>
                      </a:r>
                    </a:p>
                  </a:txBody>
                  <a:tcPr marL="91436" marR="91436" marT="45709" marB="45709"/>
                </a:tc>
                <a:tc>
                  <a:txBody>
                    <a:bodyPr/>
                    <a:lstStyle/>
                    <a:p>
                      <a:r>
                        <a:rPr lang="en-IN" sz="1800" dirty="0"/>
                        <a:t>C.T.</a:t>
                      </a:r>
                    </a:p>
                  </a:txBody>
                  <a:tcPr marL="91436" marR="91436" marT="45709" marB="45709"/>
                </a:tc>
                <a:tc>
                  <a:txBody>
                    <a:bodyPr/>
                    <a:lstStyle/>
                    <a:p>
                      <a:r>
                        <a:rPr lang="en-IN" sz="1800" dirty="0"/>
                        <a:t>TAT =C.T.-A.T</a:t>
                      </a:r>
                    </a:p>
                  </a:txBody>
                  <a:tcPr marL="91436" marR="91436" marT="45709" marB="45709"/>
                </a:tc>
                <a:tc>
                  <a:txBody>
                    <a:bodyPr/>
                    <a:lstStyle/>
                    <a:p>
                      <a:r>
                        <a:rPr lang="en-IN" sz="1800" dirty="0"/>
                        <a:t>WT=TAT-BT</a:t>
                      </a:r>
                    </a:p>
                  </a:txBody>
                  <a:tcPr marL="91436" marR="91436" marT="45709" marB="45709"/>
                </a:tc>
              </a:tr>
              <a:tr h="370748">
                <a:tc>
                  <a:txBody>
                    <a:bodyPr/>
                    <a:lstStyle/>
                    <a:p>
                      <a:r>
                        <a:rPr lang="en-IN" sz="1800" dirty="0"/>
                        <a:t>P1</a:t>
                      </a:r>
                    </a:p>
                  </a:txBody>
                  <a:tcPr marL="91436" marR="91436" marT="45709" marB="45709"/>
                </a:tc>
                <a:tc>
                  <a:txBody>
                    <a:bodyPr/>
                    <a:lstStyle/>
                    <a:p>
                      <a:r>
                        <a:rPr lang="en-IN" sz="1800" dirty="0"/>
                        <a:t>2(l)</a:t>
                      </a:r>
                    </a:p>
                  </a:txBody>
                  <a:tcPr marL="91436" marR="91436" marT="45709" marB="45709"/>
                </a:tc>
                <a:tc>
                  <a:txBody>
                    <a:bodyPr/>
                    <a:lstStyle/>
                    <a:p>
                      <a:r>
                        <a:rPr lang="en-IN" sz="1800" dirty="0"/>
                        <a:t>0</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P2</a:t>
                      </a:r>
                    </a:p>
                  </a:txBody>
                  <a:tcPr marL="91436" marR="91436" marT="45709" marB="45709"/>
                </a:tc>
                <a:tc>
                  <a:txBody>
                    <a:bodyPr/>
                    <a:lstStyle/>
                    <a:p>
                      <a:r>
                        <a:rPr lang="en-IN" sz="1800" dirty="0"/>
                        <a:t>4</a:t>
                      </a:r>
                    </a:p>
                  </a:txBody>
                  <a:tcPr marL="91436" marR="91436" marT="45709" marB="45709"/>
                </a:tc>
                <a:tc>
                  <a:txBody>
                    <a:bodyPr/>
                    <a:lstStyle/>
                    <a:p>
                      <a:r>
                        <a:rPr lang="en-IN" sz="1800" dirty="0"/>
                        <a:t>1</a:t>
                      </a:r>
                    </a:p>
                  </a:txBody>
                  <a:tcPr marL="91436" marR="91436" marT="45709" marB="45709"/>
                </a:tc>
                <a:tc>
                  <a:txBody>
                    <a:bodyPr/>
                    <a:lstStyle/>
                    <a:p>
                      <a:r>
                        <a:rPr lang="en-IN" sz="1800" dirty="0">
                          <a:solidFill>
                            <a:schemeClr val="tx1"/>
                          </a:solidFill>
                        </a:rPr>
                        <a:t>2</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P3</a:t>
                      </a:r>
                    </a:p>
                  </a:txBody>
                  <a:tcPr marL="91436" marR="91436" marT="45709" marB="45709"/>
                </a:tc>
                <a:tc>
                  <a:txBody>
                    <a:bodyPr/>
                    <a:lstStyle/>
                    <a:p>
                      <a:r>
                        <a:rPr lang="en-IN" sz="1800" dirty="0"/>
                        <a:t>6</a:t>
                      </a:r>
                    </a:p>
                  </a:txBody>
                  <a:tcPr marL="91436" marR="91436" marT="45709" marB="45709"/>
                </a:tc>
                <a:tc>
                  <a:txBody>
                    <a:bodyPr/>
                    <a:lstStyle/>
                    <a:p>
                      <a:r>
                        <a:rPr lang="en-IN" sz="1800" dirty="0"/>
                        <a:t>2</a:t>
                      </a:r>
                    </a:p>
                  </a:txBody>
                  <a:tcPr marL="91436" marR="91436" marT="45709" marB="45709"/>
                </a:tc>
                <a:tc>
                  <a:txBody>
                    <a:bodyPr/>
                    <a:lstStyle/>
                    <a:p>
                      <a:r>
                        <a:rPr lang="en-IN" sz="1800" dirty="0">
                          <a:solidFill>
                            <a:schemeClr val="tx1"/>
                          </a:solidFill>
                        </a:rPr>
                        <a:t>3</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P4</a:t>
                      </a:r>
                    </a:p>
                  </a:txBody>
                  <a:tcPr marL="91436" marR="91436" marT="45709" marB="45709"/>
                </a:tc>
                <a:tc>
                  <a:txBody>
                    <a:bodyPr/>
                    <a:lstStyle/>
                    <a:p>
                      <a:r>
                        <a:rPr lang="en-IN" sz="1800" dirty="0"/>
                        <a:t>10</a:t>
                      </a:r>
                    </a:p>
                  </a:txBody>
                  <a:tcPr marL="91436" marR="91436" marT="45709" marB="45709"/>
                </a:tc>
                <a:tc>
                  <a:txBody>
                    <a:bodyPr/>
                    <a:lstStyle/>
                    <a:p>
                      <a:r>
                        <a:rPr lang="en-IN" sz="1800" dirty="0"/>
                        <a:t>3</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P5</a:t>
                      </a:r>
                    </a:p>
                  </a:txBody>
                  <a:tcPr marL="91436" marR="91436" marT="45709" marB="45709"/>
                </a:tc>
                <a:tc>
                  <a:txBody>
                    <a:bodyPr/>
                    <a:lstStyle/>
                    <a:p>
                      <a:r>
                        <a:rPr lang="en-IN" sz="1800" dirty="0"/>
                        <a:t>8</a:t>
                      </a:r>
                    </a:p>
                  </a:txBody>
                  <a:tcPr marL="91436" marR="91436" marT="45709" marB="45709"/>
                </a:tc>
                <a:tc>
                  <a:txBody>
                    <a:bodyPr/>
                    <a:lstStyle/>
                    <a:p>
                      <a:r>
                        <a:rPr lang="en-IN" sz="1800" dirty="0"/>
                        <a:t>4</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p6</a:t>
                      </a:r>
                    </a:p>
                  </a:txBody>
                  <a:tcPr marL="91436" marR="91436" marT="45709" marB="45709"/>
                </a:tc>
                <a:tc>
                  <a:txBody>
                    <a:bodyPr/>
                    <a:lstStyle/>
                    <a:p>
                      <a:r>
                        <a:rPr lang="en-IN" sz="1800" dirty="0"/>
                        <a:t>12(h)</a:t>
                      </a:r>
                    </a:p>
                  </a:txBody>
                  <a:tcPr marL="91436" marR="91436" marT="45709" marB="45709"/>
                </a:tc>
                <a:tc>
                  <a:txBody>
                    <a:bodyPr/>
                    <a:lstStyle/>
                    <a:p>
                      <a:r>
                        <a:rPr lang="en-IN" sz="1800" dirty="0"/>
                        <a:t>5</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p7</a:t>
                      </a:r>
                    </a:p>
                  </a:txBody>
                  <a:tcPr marL="91436" marR="91436" marT="45709" marB="45709"/>
                </a:tc>
                <a:tc>
                  <a:txBody>
                    <a:bodyPr/>
                    <a:lstStyle/>
                    <a:p>
                      <a:r>
                        <a:rPr lang="en-IN" sz="1800" dirty="0"/>
                        <a:t>9</a:t>
                      </a:r>
                    </a:p>
                  </a:txBody>
                  <a:tcPr marL="91436" marR="91436" marT="45709" marB="45709"/>
                </a:tc>
                <a:tc>
                  <a:txBody>
                    <a:bodyPr/>
                    <a:lstStyle/>
                    <a:p>
                      <a:r>
                        <a:rPr lang="en-IN" sz="1800" dirty="0"/>
                        <a:t>6</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bl>
          </a:graphicData>
        </a:graphic>
      </p:graphicFrame>
      <p:sp>
        <p:nvSpPr>
          <p:cNvPr id="127052" name="Slide Number Placeholder 3"/>
          <p:cNvSpPr>
            <a:spLocks noGrp="1"/>
          </p:cNvSpPr>
          <p:nvPr>
            <p:ph type="sldNum" sz="quarter" idx="12"/>
          </p:nvPr>
        </p:nvSpPr>
        <p:spPr bwMode="auto">
          <a:noFill/>
          <a:ln>
            <a:miter lim="800000"/>
            <a:headEnd/>
            <a:tailEnd/>
          </a:ln>
        </p:spPr>
        <p:txBody>
          <a:bodyPr/>
          <a:lstStyle/>
          <a:p>
            <a:fld id="{2694A510-E912-4198-98C8-C28BA1ABC9A5}" type="slidenum">
              <a:rPr lang="en-US" altLang="en-US"/>
              <a:pPr/>
              <a:t>114</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p6</a:t>
                      </a:r>
                    </a:p>
                  </a:txBody>
                  <a:tcPr marT="45798" marB="45798"/>
                </a:tc>
                <a:tc>
                  <a:txBody>
                    <a:bodyPr/>
                    <a:lstStyle/>
                    <a:p>
                      <a:r>
                        <a:rPr lang="en-IN" sz="1800" dirty="0"/>
                        <a:t>p7</a:t>
                      </a:r>
                    </a:p>
                  </a:txBody>
                  <a:tcPr marT="45798" marB="45798"/>
                </a:tc>
                <a:tc>
                  <a:txBody>
                    <a:bodyPr/>
                    <a:lstStyle/>
                    <a:p>
                      <a:r>
                        <a:rPr lang="en-IN" sz="1800" dirty="0"/>
                        <a:t>p5</a:t>
                      </a:r>
                    </a:p>
                  </a:txBody>
                  <a:tcPr marT="45798" marB="45798"/>
                </a:tc>
                <a:tc>
                  <a:txBody>
                    <a:bodyPr/>
                    <a:lstStyle/>
                    <a:p>
                      <a:r>
                        <a:rPr lang="en-IN" sz="1800" dirty="0"/>
                        <a:t>p3</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27077"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4</a:t>
            </a:r>
          </a:p>
        </p:txBody>
      </p:sp>
      <p:sp>
        <p:nvSpPr>
          <p:cNvPr id="127078"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27079"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sp>
        <p:nvSpPr>
          <p:cNvPr id="127088" name="Title 1"/>
          <p:cNvSpPr>
            <a:spLocks noGrp="1"/>
          </p:cNvSpPr>
          <p:nvPr>
            <p:ph type="title"/>
          </p:nvPr>
        </p:nvSpPr>
        <p:spPr>
          <a:xfrm>
            <a:off x="457200" y="158750"/>
            <a:ext cx="8229600" cy="509588"/>
          </a:xfrm>
        </p:spPr>
        <p:txBody>
          <a:bodyPr/>
          <a:lstStyle/>
          <a:p>
            <a:r>
              <a:rPr lang="en-IN" altLang="en-US" sz="2400" smtClean="0"/>
              <a:t>Priority Scheduling non preemptive</a:t>
            </a:r>
          </a:p>
        </p:txBody>
      </p:sp>
      <p:sp>
        <p:nvSpPr>
          <p:cNvPr id="127089" name="TextBox 7"/>
          <p:cNvSpPr txBox="1">
            <a:spLocks noChangeArrowheads="1"/>
          </p:cNvSpPr>
          <p:nvPr/>
        </p:nvSpPr>
        <p:spPr bwMode="auto">
          <a:xfrm>
            <a:off x="1852613" y="5651500"/>
            <a:ext cx="323850" cy="369888"/>
          </a:xfrm>
          <a:prstGeom prst="rect">
            <a:avLst/>
          </a:prstGeom>
          <a:noFill/>
          <a:ln w="9525">
            <a:noFill/>
            <a:miter lim="800000"/>
            <a:headEnd/>
            <a:tailEnd/>
          </a:ln>
        </p:spPr>
        <p:txBody>
          <a:bodyPr>
            <a:spAutoFit/>
          </a:bodyPr>
          <a:lstStyle/>
          <a:p>
            <a:r>
              <a:rPr lang="en-IN" altLang="en-US"/>
              <a:t>9</a:t>
            </a:r>
          </a:p>
        </p:txBody>
      </p:sp>
      <p:sp>
        <p:nvSpPr>
          <p:cNvPr id="127090" name="TextBox 7"/>
          <p:cNvSpPr txBox="1">
            <a:spLocks noChangeArrowheads="1"/>
          </p:cNvSpPr>
          <p:nvPr/>
        </p:nvSpPr>
        <p:spPr bwMode="auto">
          <a:xfrm>
            <a:off x="2428875" y="5635625"/>
            <a:ext cx="522288" cy="369888"/>
          </a:xfrm>
          <a:prstGeom prst="rect">
            <a:avLst/>
          </a:prstGeom>
          <a:noFill/>
          <a:ln w="9525">
            <a:noFill/>
            <a:miter lim="800000"/>
            <a:headEnd/>
            <a:tailEnd/>
          </a:ln>
        </p:spPr>
        <p:txBody>
          <a:bodyPr>
            <a:spAutoFit/>
          </a:bodyPr>
          <a:lstStyle/>
          <a:p>
            <a:r>
              <a:rPr lang="en-IN" altLang="en-US"/>
              <a:t>13</a:t>
            </a:r>
          </a:p>
        </p:txBody>
      </p:sp>
      <p:sp>
        <p:nvSpPr>
          <p:cNvPr id="127091" name="TextBox 7"/>
          <p:cNvSpPr txBox="1">
            <a:spLocks noChangeArrowheads="1"/>
          </p:cNvSpPr>
          <p:nvPr/>
        </p:nvSpPr>
        <p:spPr bwMode="auto">
          <a:xfrm>
            <a:off x="2962275" y="5635625"/>
            <a:ext cx="523875" cy="369888"/>
          </a:xfrm>
          <a:prstGeom prst="rect">
            <a:avLst/>
          </a:prstGeom>
          <a:noFill/>
          <a:ln w="9525">
            <a:noFill/>
            <a:miter lim="800000"/>
            <a:headEnd/>
            <a:tailEnd/>
          </a:ln>
        </p:spPr>
        <p:txBody>
          <a:bodyPr>
            <a:spAutoFit/>
          </a:bodyPr>
          <a:lstStyle/>
          <a:p>
            <a:r>
              <a:rPr lang="en-IN" altLang="en-US"/>
              <a:t>19</a:t>
            </a:r>
          </a:p>
        </p:txBody>
      </p:sp>
      <p:sp>
        <p:nvSpPr>
          <p:cNvPr id="127092" name="TextBox 7"/>
          <p:cNvSpPr txBox="1">
            <a:spLocks noChangeArrowheads="1"/>
          </p:cNvSpPr>
          <p:nvPr/>
        </p:nvSpPr>
        <p:spPr bwMode="auto">
          <a:xfrm>
            <a:off x="3675063" y="5635625"/>
            <a:ext cx="522287" cy="369888"/>
          </a:xfrm>
          <a:prstGeom prst="rect">
            <a:avLst/>
          </a:prstGeom>
          <a:noFill/>
          <a:ln w="9525">
            <a:noFill/>
            <a:miter lim="800000"/>
            <a:headEnd/>
            <a:tailEnd/>
          </a:ln>
        </p:spPr>
        <p:txBody>
          <a:bodyPr>
            <a:spAutoFit/>
          </a:bodyPr>
          <a:lstStyle/>
          <a:p>
            <a:r>
              <a:rPr lang="en-IN" altLang="en-US"/>
              <a:t>20</a:t>
            </a:r>
          </a:p>
        </p:txBody>
      </p:sp>
      <p:sp>
        <p:nvSpPr>
          <p:cNvPr id="127093" name="TextBox 7"/>
          <p:cNvSpPr txBox="1">
            <a:spLocks noChangeArrowheads="1"/>
          </p:cNvSpPr>
          <p:nvPr/>
        </p:nvSpPr>
        <p:spPr bwMode="auto">
          <a:xfrm>
            <a:off x="4197350" y="5651500"/>
            <a:ext cx="523875" cy="369888"/>
          </a:xfrm>
          <a:prstGeom prst="rect">
            <a:avLst/>
          </a:prstGeom>
          <a:noFill/>
          <a:ln w="9525">
            <a:noFill/>
            <a:miter lim="800000"/>
            <a:headEnd/>
            <a:tailEnd/>
          </a:ln>
        </p:spPr>
        <p:txBody>
          <a:bodyPr>
            <a:spAutoFit/>
          </a:bodyPr>
          <a:lstStyle/>
          <a:p>
            <a:r>
              <a:rPr lang="en-IN" altLang="en-US"/>
              <a:t>23</a:t>
            </a: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77838" y="819150"/>
          <a:ext cx="6884989" cy="3235323"/>
        </p:xfrm>
        <a:graphic>
          <a:graphicData uri="http://schemas.openxmlformats.org/drawingml/2006/table">
            <a:tbl>
              <a:tblPr firstRow="1" bandRow="1">
                <a:tableStyleId>{5C22544A-7EE6-4342-B048-85BDC9FD1C3A}</a:tableStyleId>
              </a:tblPr>
              <a:tblGrid>
                <a:gridCol w="840222"/>
                <a:gridCol w="785820"/>
                <a:gridCol w="785820"/>
                <a:gridCol w="761641"/>
                <a:gridCol w="725372"/>
                <a:gridCol w="1583728"/>
                <a:gridCol w="1402386"/>
              </a:tblGrid>
              <a:tr h="640087">
                <a:tc>
                  <a:txBody>
                    <a:bodyPr/>
                    <a:lstStyle/>
                    <a:p>
                      <a:r>
                        <a:rPr lang="en-IN" sz="1800" dirty="0" err="1"/>
                        <a:t>P.No</a:t>
                      </a:r>
                      <a:r>
                        <a:rPr lang="en-IN" sz="1800" dirty="0"/>
                        <a:t>.</a:t>
                      </a:r>
                    </a:p>
                  </a:txBody>
                  <a:tcPr marL="91436" marR="91436" marT="45709" marB="45709"/>
                </a:tc>
                <a:tc>
                  <a:txBody>
                    <a:bodyPr/>
                    <a:lstStyle/>
                    <a:p>
                      <a:r>
                        <a:rPr lang="en-IN" sz="1800" dirty="0"/>
                        <a:t>priority</a:t>
                      </a:r>
                    </a:p>
                  </a:txBody>
                  <a:tcPr marL="91436" marR="91436" marT="45709" marB="45709"/>
                </a:tc>
                <a:tc>
                  <a:txBody>
                    <a:bodyPr/>
                    <a:lstStyle/>
                    <a:p>
                      <a:r>
                        <a:rPr lang="en-IN" sz="1800" dirty="0"/>
                        <a:t>A.T.</a:t>
                      </a:r>
                    </a:p>
                  </a:txBody>
                  <a:tcPr marL="91436" marR="91436" marT="45709" marB="45709"/>
                </a:tc>
                <a:tc>
                  <a:txBody>
                    <a:bodyPr/>
                    <a:lstStyle/>
                    <a:p>
                      <a:r>
                        <a:rPr lang="en-IN" sz="1800" dirty="0"/>
                        <a:t>B.T.</a:t>
                      </a:r>
                    </a:p>
                  </a:txBody>
                  <a:tcPr marL="91436" marR="91436" marT="45709" marB="45709"/>
                </a:tc>
                <a:tc>
                  <a:txBody>
                    <a:bodyPr/>
                    <a:lstStyle/>
                    <a:p>
                      <a:r>
                        <a:rPr lang="en-IN" sz="1800" dirty="0"/>
                        <a:t>C.T.</a:t>
                      </a:r>
                    </a:p>
                  </a:txBody>
                  <a:tcPr marL="91436" marR="91436" marT="45709" marB="45709"/>
                </a:tc>
                <a:tc>
                  <a:txBody>
                    <a:bodyPr/>
                    <a:lstStyle/>
                    <a:p>
                      <a:r>
                        <a:rPr lang="en-IN" sz="1800" dirty="0"/>
                        <a:t>TAT =C.T.-A.T</a:t>
                      </a:r>
                    </a:p>
                  </a:txBody>
                  <a:tcPr marL="91436" marR="91436" marT="45709" marB="45709"/>
                </a:tc>
                <a:tc>
                  <a:txBody>
                    <a:bodyPr/>
                    <a:lstStyle/>
                    <a:p>
                      <a:r>
                        <a:rPr lang="en-IN" sz="1800" dirty="0"/>
                        <a:t>WT=TAT-BT</a:t>
                      </a:r>
                    </a:p>
                  </a:txBody>
                  <a:tcPr marL="91436" marR="91436" marT="45709" marB="45709"/>
                </a:tc>
              </a:tr>
              <a:tr h="370748">
                <a:tc>
                  <a:txBody>
                    <a:bodyPr/>
                    <a:lstStyle/>
                    <a:p>
                      <a:r>
                        <a:rPr lang="en-IN" sz="1800" dirty="0"/>
                        <a:t>P1</a:t>
                      </a:r>
                    </a:p>
                  </a:txBody>
                  <a:tcPr marL="91436" marR="91436" marT="45709" marB="45709"/>
                </a:tc>
                <a:tc>
                  <a:txBody>
                    <a:bodyPr/>
                    <a:lstStyle/>
                    <a:p>
                      <a:r>
                        <a:rPr lang="en-IN" sz="1800" dirty="0"/>
                        <a:t>2(l)</a:t>
                      </a:r>
                    </a:p>
                  </a:txBody>
                  <a:tcPr marL="91436" marR="91436" marT="45709" marB="45709"/>
                </a:tc>
                <a:tc>
                  <a:txBody>
                    <a:bodyPr/>
                    <a:lstStyle/>
                    <a:p>
                      <a:r>
                        <a:rPr lang="en-IN" sz="1800" dirty="0"/>
                        <a:t>0</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P2</a:t>
                      </a:r>
                    </a:p>
                  </a:txBody>
                  <a:tcPr marL="91436" marR="91436" marT="45709" marB="45709"/>
                </a:tc>
                <a:tc>
                  <a:txBody>
                    <a:bodyPr/>
                    <a:lstStyle/>
                    <a:p>
                      <a:r>
                        <a:rPr lang="en-IN" sz="1800" dirty="0"/>
                        <a:t>4</a:t>
                      </a:r>
                    </a:p>
                  </a:txBody>
                  <a:tcPr marL="91436" marR="91436" marT="45709" marB="45709"/>
                </a:tc>
                <a:tc>
                  <a:txBody>
                    <a:bodyPr/>
                    <a:lstStyle/>
                    <a:p>
                      <a:r>
                        <a:rPr lang="en-IN" sz="1800" dirty="0"/>
                        <a:t>1</a:t>
                      </a:r>
                    </a:p>
                  </a:txBody>
                  <a:tcPr marL="91436" marR="91436" marT="45709" marB="45709"/>
                </a:tc>
                <a:tc>
                  <a:txBody>
                    <a:bodyPr/>
                    <a:lstStyle/>
                    <a:p>
                      <a:r>
                        <a:rPr lang="en-IN" sz="1800" dirty="0">
                          <a:solidFill>
                            <a:schemeClr val="tx1"/>
                          </a:solidFill>
                        </a:rPr>
                        <a:t>2</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P3</a:t>
                      </a:r>
                    </a:p>
                  </a:txBody>
                  <a:tcPr marL="91436" marR="91436" marT="45709" marB="45709"/>
                </a:tc>
                <a:tc>
                  <a:txBody>
                    <a:bodyPr/>
                    <a:lstStyle/>
                    <a:p>
                      <a:r>
                        <a:rPr lang="en-IN" sz="1800" dirty="0"/>
                        <a:t>6</a:t>
                      </a:r>
                    </a:p>
                  </a:txBody>
                  <a:tcPr marL="91436" marR="91436" marT="45709" marB="45709"/>
                </a:tc>
                <a:tc>
                  <a:txBody>
                    <a:bodyPr/>
                    <a:lstStyle/>
                    <a:p>
                      <a:r>
                        <a:rPr lang="en-IN" sz="1800" dirty="0"/>
                        <a:t>2</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P4</a:t>
                      </a:r>
                    </a:p>
                  </a:txBody>
                  <a:tcPr marL="91436" marR="91436" marT="45709" marB="45709"/>
                </a:tc>
                <a:tc>
                  <a:txBody>
                    <a:bodyPr/>
                    <a:lstStyle/>
                    <a:p>
                      <a:r>
                        <a:rPr lang="en-IN" sz="1800" dirty="0"/>
                        <a:t>10</a:t>
                      </a:r>
                    </a:p>
                  </a:txBody>
                  <a:tcPr marL="91436" marR="91436" marT="45709" marB="45709"/>
                </a:tc>
                <a:tc>
                  <a:txBody>
                    <a:bodyPr/>
                    <a:lstStyle/>
                    <a:p>
                      <a:r>
                        <a:rPr lang="en-IN" sz="1800" dirty="0"/>
                        <a:t>3</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P5</a:t>
                      </a:r>
                    </a:p>
                  </a:txBody>
                  <a:tcPr marL="91436" marR="91436" marT="45709" marB="45709"/>
                </a:tc>
                <a:tc>
                  <a:txBody>
                    <a:bodyPr/>
                    <a:lstStyle/>
                    <a:p>
                      <a:r>
                        <a:rPr lang="en-IN" sz="1800" dirty="0"/>
                        <a:t>8</a:t>
                      </a:r>
                    </a:p>
                  </a:txBody>
                  <a:tcPr marL="91436" marR="91436" marT="45709" marB="45709"/>
                </a:tc>
                <a:tc>
                  <a:txBody>
                    <a:bodyPr/>
                    <a:lstStyle/>
                    <a:p>
                      <a:r>
                        <a:rPr lang="en-IN" sz="1800" dirty="0"/>
                        <a:t>4</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p6</a:t>
                      </a:r>
                    </a:p>
                  </a:txBody>
                  <a:tcPr marL="91436" marR="91436" marT="45709" marB="45709"/>
                </a:tc>
                <a:tc>
                  <a:txBody>
                    <a:bodyPr/>
                    <a:lstStyle/>
                    <a:p>
                      <a:r>
                        <a:rPr lang="en-IN" sz="1800" dirty="0"/>
                        <a:t>12(h)</a:t>
                      </a:r>
                    </a:p>
                  </a:txBody>
                  <a:tcPr marL="91436" marR="91436" marT="45709" marB="45709"/>
                </a:tc>
                <a:tc>
                  <a:txBody>
                    <a:bodyPr/>
                    <a:lstStyle/>
                    <a:p>
                      <a:r>
                        <a:rPr lang="en-IN" sz="1800" dirty="0"/>
                        <a:t>5</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p7</a:t>
                      </a:r>
                    </a:p>
                  </a:txBody>
                  <a:tcPr marL="91436" marR="91436" marT="45709" marB="45709"/>
                </a:tc>
                <a:tc>
                  <a:txBody>
                    <a:bodyPr/>
                    <a:lstStyle/>
                    <a:p>
                      <a:r>
                        <a:rPr lang="en-IN" sz="1800" dirty="0"/>
                        <a:t>9</a:t>
                      </a:r>
                    </a:p>
                  </a:txBody>
                  <a:tcPr marL="91436" marR="91436" marT="45709" marB="45709"/>
                </a:tc>
                <a:tc>
                  <a:txBody>
                    <a:bodyPr/>
                    <a:lstStyle/>
                    <a:p>
                      <a:r>
                        <a:rPr lang="en-IN" sz="1800" dirty="0"/>
                        <a:t>6</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bl>
          </a:graphicData>
        </a:graphic>
      </p:graphicFrame>
      <p:sp>
        <p:nvSpPr>
          <p:cNvPr id="128076" name="Slide Number Placeholder 3"/>
          <p:cNvSpPr>
            <a:spLocks noGrp="1"/>
          </p:cNvSpPr>
          <p:nvPr>
            <p:ph type="sldNum" sz="quarter" idx="12"/>
          </p:nvPr>
        </p:nvSpPr>
        <p:spPr bwMode="auto">
          <a:noFill/>
          <a:ln>
            <a:miter lim="800000"/>
            <a:headEnd/>
            <a:tailEnd/>
          </a:ln>
        </p:spPr>
        <p:txBody>
          <a:bodyPr/>
          <a:lstStyle/>
          <a:p>
            <a:fld id="{262CA28C-3A92-49CB-B658-B8B15F6B65F4}" type="slidenum">
              <a:rPr lang="en-US" altLang="en-US"/>
              <a:pPr/>
              <a:t>115</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p6</a:t>
                      </a:r>
                    </a:p>
                  </a:txBody>
                  <a:tcPr marT="45798" marB="45798"/>
                </a:tc>
                <a:tc>
                  <a:txBody>
                    <a:bodyPr/>
                    <a:lstStyle/>
                    <a:p>
                      <a:r>
                        <a:rPr lang="en-IN" sz="1800" dirty="0"/>
                        <a:t>p7</a:t>
                      </a:r>
                    </a:p>
                  </a:txBody>
                  <a:tcPr marT="45798" marB="45798"/>
                </a:tc>
                <a:tc>
                  <a:txBody>
                    <a:bodyPr/>
                    <a:lstStyle/>
                    <a:p>
                      <a:r>
                        <a:rPr lang="en-IN" sz="1800" dirty="0"/>
                        <a:t>p5</a:t>
                      </a:r>
                    </a:p>
                  </a:txBody>
                  <a:tcPr marT="45798" marB="45798"/>
                </a:tc>
                <a:tc>
                  <a:txBody>
                    <a:bodyPr/>
                    <a:lstStyle/>
                    <a:p>
                      <a:r>
                        <a:rPr lang="en-IN" sz="1800" dirty="0"/>
                        <a:t>p3</a:t>
                      </a:r>
                    </a:p>
                  </a:txBody>
                  <a:tcPr marT="45798" marB="45798"/>
                </a:tc>
                <a:tc>
                  <a:txBody>
                    <a:bodyPr/>
                    <a:lstStyle/>
                    <a:p>
                      <a:r>
                        <a:rPr lang="en-IN" sz="1800" dirty="0"/>
                        <a:t>p2</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28101"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4</a:t>
            </a:r>
          </a:p>
        </p:txBody>
      </p:sp>
      <p:sp>
        <p:nvSpPr>
          <p:cNvPr id="128102"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28103"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sp>
        <p:nvSpPr>
          <p:cNvPr id="128112" name="Title 1"/>
          <p:cNvSpPr>
            <a:spLocks noGrp="1"/>
          </p:cNvSpPr>
          <p:nvPr>
            <p:ph type="title"/>
          </p:nvPr>
        </p:nvSpPr>
        <p:spPr>
          <a:xfrm>
            <a:off x="457200" y="158750"/>
            <a:ext cx="8229600" cy="509588"/>
          </a:xfrm>
        </p:spPr>
        <p:txBody>
          <a:bodyPr/>
          <a:lstStyle/>
          <a:p>
            <a:r>
              <a:rPr lang="en-IN" altLang="en-US" sz="2400" smtClean="0"/>
              <a:t>Priority Scheduling non preemptive</a:t>
            </a:r>
          </a:p>
        </p:txBody>
      </p:sp>
      <p:sp>
        <p:nvSpPr>
          <p:cNvPr id="128113" name="TextBox 7"/>
          <p:cNvSpPr txBox="1">
            <a:spLocks noChangeArrowheads="1"/>
          </p:cNvSpPr>
          <p:nvPr/>
        </p:nvSpPr>
        <p:spPr bwMode="auto">
          <a:xfrm>
            <a:off x="1852613" y="5651500"/>
            <a:ext cx="323850" cy="369888"/>
          </a:xfrm>
          <a:prstGeom prst="rect">
            <a:avLst/>
          </a:prstGeom>
          <a:noFill/>
          <a:ln w="9525">
            <a:noFill/>
            <a:miter lim="800000"/>
            <a:headEnd/>
            <a:tailEnd/>
          </a:ln>
        </p:spPr>
        <p:txBody>
          <a:bodyPr>
            <a:spAutoFit/>
          </a:bodyPr>
          <a:lstStyle/>
          <a:p>
            <a:r>
              <a:rPr lang="en-IN" altLang="en-US"/>
              <a:t>9</a:t>
            </a:r>
          </a:p>
        </p:txBody>
      </p:sp>
      <p:sp>
        <p:nvSpPr>
          <p:cNvPr id="128114" name="TextBox 7"/>
          <p:cNvSpPr txBox="1">
            <a:spLocks noChangeArrowheads="1"/>
          </p:cNvSpPr>
          <p:nvPr/>
        </p:nvSpPr>
        <p:spPr bwMode="auto">
          <a:xfrm>
            <a:off x="2428875" y="5635625"/>
            <a:ext cx="522288" cy="369888"/>
          </a:xfrm>
          <a:prstGeom prst="rect">
            <a:avLst/>
          </a:prstGeom>
          <a:noFill/>
          <a:ln w="9525">
            <a:noFill/>
            <a:miter lim="800000"/>
            <a:headEnd/>
            <a:tailEnd/>
          </a:ln>
        </p:spPr>
        <p:txBody>
          <a:bodyPr>
            <a:spAutoFit/>
          </a:bodyPr>
          <a:lstStyle/>
          <a:p>
            <a:r>
              <a:rPr lang="en-IN" altLang="en-US"/>
              <a:t>13</a:t>
            </a:r>
          </a:p>
        </p:txBody>
      </p:sp>
      <p:sp>
        <p:nvSpPr>
          <p:cNvPr id="128115" name="TextBox 7"/>
          <p:cNvSpPr txBox="1">
            <a:spLocks noChangeArrowheads="1"/>
          </p:cNvSpPr>
          <p:nvPr/>
        </p:nvSpPr>
        <p:spPr bwMode="auto">
          <a:xfrm>
            <a:off x="2962275" y="5635625"/>
            <a:ext cx="523875" cy="369888"/>
          </a:xfrm>
          <a:prstGeom prst="rect">
            <a:avLst/>
          </a:prstGeom>
          <a:noFill/>
          <a:ln w="9525">
            <a:noFill/>
            <a:miter lim="800000"/>
            <a:headEnd/>
            <a:tailEnd/>
          </a:ln>
        </p:spPr>
        <p:txBody>
          <a:bodyPr>
            <a:spAutoFit/>
          </a:bodyPr>
          <a:lstStyle/>
          <a:p>
            <a:r>
              <a:rPr lang="en-IN" altLang="en-US"/>
              <a:t>19</a:t>
            </a:r>
          </a:p>
        </p:txBody>
      </p:sp>
      <p:sp>
        <p:nvSpPr>
          <p:cNvPr id="128116" name="TextBox 7"/>
          <p:cNvSpPr txBox="1">
            <a:spLocks noChangeArrowheads="1"/>
          </p:cNvSpPr>
          <p:nvPr/>
        </p:nvSpPr>
        <p:spPr bwMode="auto">
          <a:xfrm>
            <a:off x="3675063" y="5635625"/>
            <a:ext cx="522287" cy="369888"/>
          </a:xfrm>
          <a:prstGeom prst="rect">
            <a:avLst/>
          </a:prstGeom>
          <a:noFill/>
          <a:ln w="9525">
            <a:noFill/>
            <a:miter lim="800000"/>
            <a:headEnd/>
            <a:tailEnd/>
          </a:ln>
        </p:spPr>
        <p:txBody>
          <a:bodyPr>
            <a:spAutoFit/>
          </a:bodyPr>
          <a:lstStyle/>
          <a:p>
            <a:r>
              <a:rPr lang="en-IN" altLang="en-US"/>
              <a:t>20</a:t>
            </a:r>
          </a:p>
        </p:txBody>
      </p:sp>
      <p:sp>
        <p:nvSpPr>
          <p:cNvPr id="128117" name="TextBox 7"/>
          <p:cNvSpPr txBox="1">
            <a:spLocks noChangeArrowheads="1"/>
          </p:cNvSpPr>
          <p:nvPr/>
        </p:nvSpPr>
        <p:spPr bwMode="auto">
          <a:xfrm>
            <a:off x="4197350" y="5651500"/>
            <a:ext cx="523875" cy="369888"/>
          </a:xfrm>
          <a:prstGeom prst="rect">
            <a:avLst/>
          </a:prstGeom>
          <a:noFill/>
          <a:ln w="9525">
            <a:noFill/>
            <a:miter lim="800000"/>
            <a:headEnd/>
            <a:tailEnd/>
          </a:ln>
        </p:spPr>
        <p:txBody>
          <a:bodyPr>
            <a:spAutoFit/>
          </a:bodyPr>
          <a:lstStyle/>
          <a:p>
            <a:r>
              <a:rPr lang="en-IN" altLang="en-US"/>
              <a:t>23</a:t>
            </a:r>
          </a:p>
        </p:txBody>
      </p:sp>
      <p:sp>
        <p:nvSpPr>
          <p:cNvPr id="128118" name="TextBox 7"/>
          <p:cNvSpPr txBox="1">
            <a:spLocks noChangeArrowheads="1"/>
          </p:cNvSpPr>
          <p:nvPr/>
        </p:nvSpPr>
        <p:spPr bwMode="auto">
          <a:xfrm>
            <a:off x="4868863" y="5635625"/>
            <a:ext cx="522287" cy="369888"/>
          </a:xfrm>
          <a:prstGeom prst="rect">
            <a:avLst/>
          </a:prstGeom>
          <a:noFill/>
          <a:ln w="9525">
            <a:noFill/>
            <a:miter lim="800000"/>
            <a:headEnd/>
            <a:tailEnd/>
          </a:ln>
        </p:spPr>
        <p:txBody>
          <a:bodyPr>
            <a:spAutoFit/>
          </a:bodyPr>
          <a:lstStyle/>
          <a:p>
            <a:r>
              <a:rPr lang="en-IN" altLang="en-US"/>
              <a:t>25</a:t>
            </a: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77838" y="819150"/>
          <a:ext cx="6884989" cy="3235323"/>
        </p:xfrm>
        <a:graphic>
          <a:graphicData uri="http://schemas.openxmlformats.org/drawingml/2006/table">
            <a:tbl>
              <a:tblPr firstRow="1" bandRow="1">
                <a:tableStyleId>{5C22544A-7EE6-4342-B048-85BDC9FD1C3A}</a:tableStyleId>
              </a:tblPr>
              <a:tblGrid>
                <a:gridCol w="840222"/>
                <a:gridCol w="785820"/>
                <a:gridCol w="785820"/>
                <a:gridCol w="761641"/>
                <a:gridCol w="725372"/>
                <a:gridCol w="1583728"/>
                <a:gridCol w="1402386"/>
              </a:tblGrid>
              <a:tr h="640087">
                <a:tc>
                  <a:txBody>
                    <a:bodyPr/>
                    <a:lstStyle/>
                    <a:p>
                      <a:r>
                        <a:rPr lang="en-IN" sz="1800" dirty="0" err="1"/>
                        <a:t>P.No</a:t>
                      </a:r>
                      <a:r>
                        <a:rPr lang="en-IN" sz="1800" dirty="0"/>
                        <a:t>.</a:t>
                      </a:r>
                    </a:p>
                  </a:txBody>
                  <a:tcPr marL="91436" marR="91436" marT="45709" marB="45709"/>
                </a:tc>
                <a:tc>
                  <a:txBody>
                    <a:bodyPr/>
                    <a:lstStyle/>
                    <a:p>
                      <a:r>
                        <a:rPr lang="en-IN" sz="1800" dirty="0"/>
                        <a:t>priority</a:t>
                      </a:r>
                    </a:p>
                  </a:txBody>
                  <a:tcPr marL="91436" marR="91436" marT="45709" marB="45709"/>
                </a:tc>
                <a:tc>
                  <a:txBody>
                    <a:bodyPr/>
                    <a:lstStyle/>
                    <a:p>
                      <a:r>
                        <a:rPr lang="en-IN" sz="1800" dirty="0"/>
                        <a:t>A.T.</a:t>
                      </a:r>
                    </a:p>
                  </a:txBody>
                  <a:tcPr marL="91436" marR="91436" marT="45709" marB="45709"/>
                </a:tc>
                <a:tc>
                  <a:txBody>
                    <a:bodyPr/>
                    <a:lstStyle/>
                    <a:p>
                      <a:r>
                        <a:rPr lang="en-IN" sz="1800" dirty="0"/>
                        <a:t>B.T.</a:t>
                      </a:r>
                    </a:p>
                  </a:txBody>
                  <a:tcPr marL="91436" marR="91436" marT="45709" marB="45709"/>
                </a:tc>
                <a:tc>
                  <a:txBody>
                    <a:bodyPr/>
                    <a:lstStyle/>
                    <a:p>
                      <a:r>
                        <a:rPr lang="en-IN" sz="1800" dirty="0"/>
                        <a:t>C.T.</a:t>
                      </a:r>
                    </a:p>
                  </a:txBody>
                  <a:tcPr marL="91436" marR="91436" marT="45709" marB="45709"/>
                </a:tc>
                <a:tc>
                  <a:txBody>
                    <a:bodyPr/>
                    <a:lstStyle/>
                    <a:p>
                      <a:r>
                        <a:rPr lang="en-IN" sz="1800" dirty="0"/>
                        <a:t>TAT =C.T.-A.T</a:t>
                      </a:r>
                    </a:p>
                  </a:txBody>
                  <a:tcPr marL="91436" marR="91436" marT="45709" marB="45709"/>
                </a:tc>
                <a:tc>
                  <a:txBody>
                    <a:bodyPr/>
                    <a:lstStyle/>
                    <a:p>
                      <a:r>
                        <a:rPr lang="en-IN" sz="1800" dirty="0"/>
                        <a:t>WT=TAT-BT</a:t>
                      </a:r>
                    </a:p>
                  </a:txBody>
                  <a:tcPr marL="91436" marR="91436" marT="45709" marB="45709"/>
                </a:tc>
              </a:tr>
              <a:tr h="370748">
                <a:tc>
                  <a:txBody>
                    <a:bodyPr/>
                    <a:lstStyle/>
                    <a:p>
                      <a:r>
                        <a:rPr lang="en-IN" sz="1800" dirty="0"/>
                        <a:t>P1</a:t>
                      </a:r>
                    </a:p>
                  </a:txBody>
                  <a:tcPr marL="91436" marR="91436" marT="45709" marB="45709"/>
                </a:tc>
                <a:tc>
                  <a:txBody>
                    <a:bodyPr/>
                    <a:lstStyle/>
                    <a:p>
                      <a:r>
                        <a:rPr lang="en-IN" sz="1800" dirty="0"/>
                        <a:t>2(l)</a:t>
                      </a:r>
                    </a:p>
                  </a:txBody>
                  <a:tcPr marL="91436" marR="91436" marT="45709" marB="45709"/>
                </a:tc>
                <a:tc>
                  <a:txBody>
                    <a:bodyPr/>
                    <a:lstStyle/>
                    <a:p>
                      <a:r>
                        <a:rPr lang="en-IN" sz="1800" dirty="0"/>
                        <a:t>0</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P2</a:t>
                      </a:r>
                    </a:p>
                  </a:txBody>
                  <a:tcPr marL="91436" marR="91436" marT="45709" marB="45709"/>
                </a:tc>
                <a:tc>
                  <a:txBody>
                    <a:bodyPr/>
                    <a:lstStyle/>
                    <a:p>
                      <a:r>
                        <a:rPr lang="en-IN" sz="1800" dirty="0"/>
                        <a:t>4</a:t>
                      </a:r>
                    </a:p>
                  </a:txBody>
                  <a:tcPr marL="91436" marR="91436" marT="45709" marB="45709"/>
                </a:tc>
                <a:tc>
                  <a:txBody>
                    <a:bodyPr/>
                    <a:lstStyle/>
                    <a:p>
                      <a:r>
                        <a:rPr lang="en-IN" sz="1800" dirty="0"/>
                        <a:t>1</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P3</a:t>
                      </a:r>
                    </a:p>
                  </a:txBody>
                  <a:tcPr marL="91436" marR="91436" marT="45709" marB="45709"/>
                </a:tc>
                <a:tc>
                  <a:txBody>
                    <a:bodyPr/>
                    <a:lstStyle/>
                    <a:p>
                      <a:r>
                        <a:rPr lang="en-IN" sz="1800" dirty="0"/>
                        <a:t>6</a:t>
                      </a:r>
                    </a:p>
                  </a:txBody>
                  <a:tcPr marL="91436" marR="91436" marT="45709" marB="45709"/>
                </a:tc>
                <a:tc>
                  <a:txBody>
                    <a:bodyPr/>
                    <a:lstStyle/>
                    <a:p>
                      <a:r>
                        <a:rPr lang="en-IN" sz="1800" dirty="0"/>
                        <a:t>2</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P4</a:t>
                      </a:r>
                    </a:p>
                  </a:txBody>
                  <a:tcPr marL="91436" marR="91436" marT="45709" marB="45709"/>
                </a:tc>
                <a:tc>
                  <a:txBody>
                    <a:bodyPr/>
                    <a:lstStyle/>
                    <a:p>
                      <a:r>
                        <a:rPr lang="en-IN" sz="1800" dirty="0"/>
                        <a:t>10</a:t>
                      </a:r>
                    </a:p>
                  </a:txBody>
                  <a:tcPr marL="91436" marR="91436" marT="45709" marB="45709"/>
                </a:tc>
                <a:tc>
                  <a:txBody>
                    <a:bodyPr/>
                    <a:lstStyle/>
                    <a:p>
                      <a:r>
                        <a:rPr lang="en-IN" sz="1800" dirty="0"/>
                        <a:t>3</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P5</a:t>
                      </a:r>
                    </a:p>
                  </a:txBody>
                  <a:tcPr marL="91436" marR="91436" marT="45709" marB="45709"/>
                </a:tc>
                <a:tc>
                  <a:txBody>
                    <a:bodyPr/>
                    <a:lstStyle/>
                    <a:p>
                      <a:r>
                        <a:rPr lang="en-IN" sz="1800" dirty="0"/>
                        <a:t>8</a:t>
                      </a:r>
                    </a:p>
                  </a:txBody>
                  <a:tcPr marL="91436" marR="91436" marT="45709" marB="45709"/>
                </a:tc>
                <a:tc>
                  <a:txBody>
                    <a:bodyPr/>
                    <a:lstStyle/>
                    <a:p>
                      <a:r>
                        <a:rPr lang="en-IN" sz="1800" dirty="0"/>
                        <a:t>4</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p6</a:t>
                      </a:r>
                    </a:p>
                  </a:txBody>
                  <a:tcPr marL="91436" marR="91436" marT="45709" marB="45709"/>
                </a:tc>
                <a:tc>
                  <a:txBody>
                    <a:bodyPr/>
                    <a:lstStyle/>
                    <a:p>
                      <a:r>
                        <a:rPr lang="en-IN" sz="1800" dirty="0"/>
                        <a:t>12(h)</a:t>
                      </a:r>
                    </a:p>
                  </a:txBody>
                  <a:tcPr marL="91436" marR="91436" marT="45709" marB="45709"/>
                </a:tc>
                <a:tc>
                  <a:txBody>
                    <a:bodyPr/>
                    <a:lstStyle/>
                    <a:p>
                      <a:r>
                        <a:rPr lang="en-IN" sz="1800" dirty="0"/>
                        <a:t>5</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r h="370748">
                <a:tc>
                  <a:txBody>
                    <a:bodyPr/>
                    <a:lstStyle/>
                    <a:p>
                      <a:r>
                        <a:rPr lang="en-IN" sz="1800" dirty="0"/>
                        <a:t>p7</a:t>
                      </a:r>
                    </a:p>
                  </a:txBody>
                  <a:tcPr marL="91436" marR="91436" marT="45709" marB="45709"/>
                </a:tc>
                <a:tc>
                  <a:txBody>
                    <a:bodyPr/>
                    <a:lstStyle/>
                    <a:p>
                      <a:r>
                        <a:rPr lang="en-IN" sz="1800" dirty="0"/>
                        <a:t>9</a:t>
                      </a:r>
                    </a:p>
                  </a:txBody>
                  <a:tcPr marL="91436" marR="91436" marT="45709" marB="45709"/>
                </a:tc>
                <a:tc>
                  <a:txBody>
                    <a:bodyPr/>
                    <a:lstStyle/>
                    <a:p>
                      <a:r>
                        <a:rPr lang="en-IN" sz="1800" dirty="0"/>
                        <a:t>6</a:t>
                      </a:r>
                    </a:p>
                  </a:txBody>
                  <a:tcPr marL="91436" marR="91436" marT="45709" marB="45709"/>
                </a:tc>
                <a:tc>
                  <a:txBody>
                    <a:bodyPr/>
                    <a:lstStyle/>
                    <a:p>
                      <a:r>
                        <a:rPr lang="en-IN" sz="1800" dirty="0">
                          <a:solidFill>
                            <a:srgbClr val="FF0000"/>
                          </a:solidFill>
                        </a:rPr>
                        <a:t>0</a:t>
                      </a:r>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c>
                  <a:txBody>
                    <a:bodyPr/>
                    <a:lstStyle/>
                    <a:p>
                      <a:endParaRPr lang="en-IN" sz="1800" dirty="0"/>
                    </a:p>
                  </a:txBody>
                  <a:tcPr marL="91436" marR="91436" marT="45709" marB="45709"/>
                </a:tc>
              </a:tr>
            </a:tbl>
          </a:graphicData>
        </a:graphic>
      </p:graphicFrame>
      <p:sp>
        <p:nvSpPr>
          <p:cNvPr id="129100" name="Slide Number Placeholder 3"/>
          <p:cNvSpPr>
            <a:spLocks noGrp="1"/>
          </p:cNvSpPr>
          <p:nvPr>
            <p:ph type="sldNum" sz="quarter" idx="12"/>
          </p:nvPr>
        </p:nvSpPr>
        <p:spPr bwMode="auto">
          <a:noFill/>
          <a:ln>
            <a:miter lim="800000"/>
            <a:headEnd/>
            <a:tailEnd/>
          </a:ln>
        </p:spPr>
        <p:txBody>
          <a:bodyPr/>
          <a:lstStyle/>
          <a:p>
            <a:fld id="{61924B6D-D7AD-4D91-BB18-A8CA5CC4D0D8}" type="slidenum">
              <a:rPr lang="en-US" altLang="en-US"/>
              <a:pPr/>
              <a:t>116</a:t>
            </a:fld>
            <a:endParaRPr lang="en-US" altLang="en-US"/>
          </a:p>
        </p:txBody>
      </p:sp>
      <p:graphicFrame>
        <p:nvGraphicFramePr>
          <p:cNvPr id="6" name="Table 5"/>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p6</a:t>
                      </a:r>
                    </a:p>
                  </a:txBody>
                  <a:tcPr marT="45798" marB="45798"/>
                </a:tc>
                <a:tc>
                  <a:txBody>
                    <a:bodyPr/>
                    <a:lstStyle/>
                    <a:p>
                      <a:r>
                        <a:rPr lang="en-IN" sz="1800" dirty="0"/>
                        <a:t>p7</a:t>
                      </a:r>
                    </a:p>
                  </a:txBody>
                  <a:tcPr marT="45798" marB="45798"/>
                </a:tc>
                <a:tc>
                  <a:txBody>
                    <a:bodyPr/>
                    <a:lstStyle/>
                    <a:p>
                      <a:r>
                        <a:rPr lang="en-IN" sz="1800" dirty="0"/>
                        <a:t>p5</a:t>
                      </a:r>
                    </a:p>
                  </a:txBody>
                  <a:tcPr marT="45798" marB="45798"/>
                </a:tc>
                <a:tc>
                  <a:txBody>
                    <a:bodyPr/>
                    <a:lstStyle/>
                    <a:p>
                      <a:r>
                        <a:rPr lang="en-IN" sz="1800" dirty="0"/>
                        <a:t>p3</a:t>
                      </a:r>
                    </a:p>
                  </a:txBody>
                  <a:tcPr marT="45798" marB="45798"/>
                </a:tc>
                <a:tc>
                  <a:txBody>
                    <a:bodyPr/>
                    <a:lstStyle/>
                    <a:p>
                      <a:r>
                        <a:rPr lang="en-IN" sz="1800" dirty="0"/>
                        <a:t>p2</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29125"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4</a:t>
            </a:r>
          </a:p>
        </p:txBody>
      </p:sp>
      <p:sp>
        <p:nvSpPr>
          <p:cNvPr id="129126"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29127"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3" name="Table 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sp>
        <p:nvSpPr>
          <p:cNvPr id="129136" name="Title 1"/>
          <p:cNvSpPr>
            <a:spLocks noGrp="1"/>
          </p:cNvSpPr>
          <p:nvPr>
            <p:ph type="title"/>
          </p:nvPr>
        </p:nvSpPr>
        <p:spPr>
          <a:xfrm>
            <a:off x="457200" y="158750"/>
            <a:ext cx="8229600" cy="509588"/>
          </a:xfrm>
        </p:spPr>
        <p:txBody>
          <a:bodyPr/>
          <a:lstStyle/>
          <a:p>
            <a:r>
              <a:rPr lang="en-IN" altLang="en-US" sz="2400" smtClean="0"/>
              <a:t>Priority Scheduling non preemptive</a:t>
            </a:r>
          </a:p>
        </p:txBody>
      </p:sp>
      <p:sp>
        <p:nvSpPr>
          <p:cNvPr id="129137" name="TextBox 7"/>
          <p:cNvSpPr txBox="1">
            <a:spLocks noChangeArrowheads="1"/>
          </p:cNvSpPr>
          <p:nvPr/>
        </p:nvSpPr>
        <p:spPr bwMode="auto">
          <a:xfrm>
            <a:off x="1852613" y="5651500"/>
            <a:ext cx="323850" cy="369888"/>
          </a:xfrm>
          <a:prstGeom prst="rect">
            <a:avLst/>
          </a:prstGeom>
          <a:noFill/>
          <a:ln w="9525">
            <a:noFill/>
            <a:miter lim="800000"/>
            <a:headEnd/>
            <a:tailEnd/>
          </a:ln>
        </p:spPr>
        <p:txBody>
          <a:bodyPr>
            <a:spAutoFit/>
          </a:bodyPr>
          <a:lstStyle/>
          <a:p>
            <a:r>
              <a:rPr lang="en-IN" altLang="en-US"/>
              <a:t>9</a:t>
            </a:r>
          </a:p>
        </p:txBody>
      </p:sp>
      <p:sp>
        <p:nvSpPr>
          <p:cNvPr id="129138" name="TextBox 7"/>
          <p:cNvSpPr txBox="1">
            <a:spLocks noChangeArrowheads="1"/>
          </p:cNvSpPr>
          <p:nvPr/>
        </p:nvSpPr>
        <p:spPr bwMode="auto">
          <a:xfrm>
            <a:off x="2428875" y="5635625"/>
            <a:ext cx="522288" cy="369888"/>
          </a:xfrm>
          <a:prstGeom prst="rect">
            <a:avLst/>
          </a:prstGeom>
          <a:noFill/>
          <a:ln w="9525">
            <a:noFill/>
            <a:miter lim="800000"/>
            <a:headEnd/>
            <a:tailEnd/>
          </a:ln>
        </p:spPr>
        <p:txBody>
          <a:bodyPr>
            <a:spAutoFit/>
          </a:bodyPr>
          <a:lstStyle/>
          <a:p>
            <a:r>
              <a:rPr lang="en-IN" altLang="en-US"/>
              <a:t>13</a:t>
            </a:r>
          </a:p>
        </p:txBody>
      </p:sp>
      <p:sp>
        <p:nvSpPr>
          <p:cNvPr id="129139" name="TextBox 7"/>
          <p:cNvSpPr txBox="1">
            <a:spLocks noChangeArrowheads="1"/>
          </p:cNvSpPr>
          <p:nvPr/>
        </p:nvSpPr>
        <p:spPr bwMode="auto">
          <a:xfrm>
            <a:off x="2962275" y="5635625"/>
            <a:ext cx="523875" cy="369888"/>
          </a:xfrm>
          <a:prstGeom prst="rect">
            <a:avLst/>
          </a:prstGeom>
          <a:noFill/>
          <a:ln w="9525">
            <a:noFill/>
            <a:miter lim="800000"/>
            <a:headEnd/>
            <a:tailEnd/>
          </a:ln>
        </p:spPr>
        <p:txBody>
          <a:bodyPr>
            <a:spAutoFit/>
          </a:bodyPr>
          <a:lstStyle/>
          <a:p>
            <a:r>
              <a:rPr lang="en-IN" altLang="en-US"/>
              <a:t>19</a:t>
            </a:r>
          </a:p>
        </p:txBody>
      </p:sp>
      <p:sp>
        <p:nvSpPr>
          <p:cNvPr id="129140" name="TextBox 7"/>
          <p:cNvSpPr txBox="1">
            <a:spLocks noChangeArrowheads="1"/>
          </p:cNvSpPr>
          <p:nvPr/>
        </p:nvSpPr>
        <p:spPr bwMode="auto">
          <a:xfrm>
            <a:off x="3675063" y="5635625"/>
            <a:ext cx="522287" cy="369888"/>
          </a:xfrm>
          <a:prstGeom prst="rect">
            <a:avLst/>
          </a:prstGeom>
          <a:noFill/>
          <a:ln w="9525">
            <a:noFill/>
            <a:miter lim="800000"/>
            <a:headEnd/>
            <a:tailEnd/>
          </a:ln>
        </p:spPr>
        <p:txBody>
          <a:bodyPr>
            <a:spAutoFit/>
          </a:bodyPr>
          <a:lstStyle/>
          <a:p>
            <a:r>
              <a:rPr lang="en-IN" altLang="en-US"/>
              <a:t>20</a:t>
            </a:r>
          </a:p>
        </p:txBody>
      </p:sp>
      <p:sp>
        <p:nvSpPr>
          <p:cNvPr id="129141" name="TextBox 7"/>
          <p:cNvSpPr txBox="1">
            <a:spLocks noChangeArrowheads="1"/>
          </p:cNvSpPr>
          <p:nvPr/>
        </p:nvSpPr>
        <p:spPr bwMode="auto">
          <a:xfrm>
            <a:off x="4197350" y="5651500"/>
            <a:ext cx="523875" cy="369888"/>
          </a:xfrm>
          <a:prstGeom prst="rect">
            <a:avLst/>
          </a:prstGeom>
          <a:noFill/>
          <a:ln w="9525">
            <a:noFill/>
            <a:miter lim="800000"/>
            <a:headEnd/>
            <a:tailEnd/>
          </a:ln>
        </p:spPr>
        <p:txBody>
          <a:bodyPr>
            <a:spAutoFit/>
          </a:bodyPr>
          <a:lstStyle/>
          <a:p>
            <a:r>
              <a:rPr lang="en-IN" altLang="en-US"/>
              <a:t>23</a:t>
            </a:r>
          </a:p>
        </p:txBody>
      </p:sp>
      <p:sp>
        <p:nvSpPr>
          <p:cNvPr id="129142" name="TextBox 7"/>
          <p:cNvSpPr txBox="1">
            <a:spLocks noChangeArrowheads="1"/>
          </p:cNvSpPr>
          <p:nvPr/>
        </p:nvSpPr>
        <p:spPr bwMode="auto">
          <a:xfrm>
            <a:off x="4868863" y="5635625"/>
            <a:ext cx="522287" cy="369888"/>
          </a:xfrm>
          <a:prstGeom prst="rect">
            <a:avLst/>
          </a:prstGeom>
          <a:noFill/>
          <a:ln w="9525">
            <a:noFill/>
            <a:miter lim="800000"/>
            <a:headEnd/>
            <a:tailEnd/>
          </a:ln>
        </p:spPr>
        <p:txBody>
          <a:bodyPr>
            <a:spAutoFit/>
          </a:bodyPr>
          <a:lstStyle/>
          <a:p>
            <a:r>
              <a:rPr lang="en-IN" altLang="en-US"/>
              <a:t>25</a:t>
            </a:r>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77838" y="819150"/>
          <a:ext cx="6959600" cy="3509964"/>
        </p:xfrm>
        <a:graphic>
          <a:graphicData uri="http://schemas.openxmlformats.org/drawingml/2006/table">
            <a:tbl>
              <a:tblPr firstRow="1" bandRow="1">
                <a:tableStyleId>{5C22544A-7EE6-4342-B048-85BDC9FD1C3A}</a:tableStyleId>
              </a:tblPr>
              <a:tblGrid>
                <a:gridCol w="711131"/>
                <a:gridCol w="830769"/>
                <a:gridCol w="818795"/>
                <a:gridCol w="730902"/>
                <a:gridCol w="1077805"/>
                <a:gridCol w="906967"/>
                <a:gridCol w="859736"/>
                <a:gridCol w="1023495"/>
              </a:tblGrid>
              <a:tr h="914469">
                <a:tc>
                  <a:txBody>
                    <a:bodyPr/>
                    <a:lstStyle/>
                    <a:p>
                      <a:r>
                        <a:rPr lang="en-IN" sz="1800" dirty="0" err="1"/>
                        <a:t>P.No</a:t>
                      </a:r>
                      <a:r>
                        <a:rPr lang="en-IN" sz="1800" dirty="0"/>
                        <a:t>.</a:t>
                      </a:r>
                    </a:p>
                  </a:txBody>
                  <a:tcPr marL="91428" marR="91428" marT="45714" marB="45714"/>
                </a:tc>
                <a:tc>
                  <a:txBody>
                    <a:bodyPr/>
                    <a:lstStyle/>
                    <a:p>
                      <a:r>
                        <a:rPr lang="en-IN" sz="1800" dirty="0"/>
                        <a:t>priority</a:t>
                      </a:r>
                    </a:p>
                  </a:txBody>
                  <a:tcPr marL="91428" marR="91428" marT="45714" marB="45714"/>
                </a:tc>
                <a:tc>
                  <a:txBody>
                    <a:bodyPr/>
                    <a:lstStyle/>
                    <a:p>
                      <a:r>
                        <a:rPr lang="en-IN" sz="1800" dirty="0"/>
                        <a:t>A.T.</a:t>
                      </a:r>
                    </a:p>
                  </a:txBody>
                  <a:tcPr marL="91428" marR="91428" marT="45714" marB="45714"/>
                </a:tc>
                <a:tc>
                  <a:txBody>
                    <a:bodyPr/>
                    <a:lstStyle/>
                    <a:p>
                      <a:r>
                        <a:rPr lang="en-IN" sz="1800" dirty="0"/>
                        <a:t>B.T.</a:t>
                      </a:r>
                    </a:p>
                  </a:txBody>
                  <a:tcPr marL="91428" marR="91428" marT="45714" marB="45714"/>
                </a:tc>
                <a:tc>
                  <a:txBody>
                    <a:bodyPr/>
                    <a:lstStyle/>
                    <a:p>
                      <a:r>
                        <a:rPr lang="en-IN" sz="1800" dirty="0"/>
                        <a:t>C.T.</a:t>
                      </a:r>
                    </a:p>
                  </a:txBody>
                  <a:tcPr marL="91428" marR="91428" marT="45714" marB="45714"/>
                </a:tc>
                <a:tc>
                  <a:txBody>
                    <a:bodyPr/>
                    <a:lstStyle/>
                    <a:p>
                      <a:r>
                        <a:rPr lang="en-IN" sz="1800" dirty="0"/>
                        <a:t>TAT =C.T.-A.T</a:t>
                      </a:r>
                    </a:p>
                  </a:txBody>
                  <a:tcPr marL="91428" marR="91428" marT="45714" marB="45714"/>
                </a:tc>
                <a:tc>
                  <a:txBody>
                    <a:bodyPr/>
                    <a:lstStyle/>
                    <a:p>
                      <a:r>
                        <a:rPr lang="en-IN" sz="1800" dirty="0"/>
                        <a:t>WT=TAT-BT</a:t>
                      </a:r>
                    </a:p>
                  </a:txBody>
                  <a:tcPr marL="91428" marR="91428" marT="45714" marB="45714"/>
                </a:tc>
                <a:tc>
                  <a:txBody>
                    <a:bodyPr/>
                    <a:lstStyle/>
                    <a:p>
                      <a:r>
                        <a:rPr lang="en-IN" sz="1800" dirty="0"/>
                        <a:t>RT</a:t>
                      </a:r>
                    </a:p>
                  </a:txBody>
                  <a:tcPr marL="91428" marR="91428" marT="45714" marB="45714"/>
                </a:tc>
              </a:tr>
              <a:tr h="370785">
                <a:tc>
                  <a:txBody>
                    <a:bodyPr/>
                    <a:lstStyle/>
                    <a:p>
                      <a:r>
                        <a:rPr lang="en-IN" sz="1800" dirty="0"/>
                        <a:t>P1</a:t>
                      </a:r>
                    </a:p>
                  </a:txBody>
                  <a:tcPr marL="91428" marR="91428" marT="45714" marB="45714"/>
                </a:tc>
                <a:tc>
                  <a:txBody>
                    <a:bodyPr/>
                    <a:lstStyle/>
                    <a:p>
                      <a:r>
                        <a:rPr lang="en-IN" sz="1800" dirty="0"/>
                        <a:t>2(l)</a:t>
                      </a:r>
                    </a:p>
                  </a:txBody>
                  <a:tcPr marL="91428" marR="91428" marT="45714" marB="45714"/>
                </a:tc>
                <a:tc>
                  <a:txBody>
                    <a:bodyPr/>
                    <a:lstStyle/>
                    <a:p>
                      <a:r>
                        <a:rPr lang="en-IN" sz="1800" dirty="0"/>
                        <a:t>0</a:t>
                      </a:r>
                    </a:p>
                  </a:txBody>
                  <a:tcPr marL="91428" marR="91428" marT="45714" marB="45714"/>
                </a:tc>
                <a:tc>
                  <a:txBody>
                    <a:bodyPr/>
                    <a:lstStyle/>
                    <a:p>
                      <a:r>
                        <a:rPr lang="en-IN" sz="1800" dirty="0">
                          <a:solidFill>
                            <a:schemeClr val="tx1"/>
                          </a:solidFill>
                        </a:rPr>
                        <a:t>4</a:t>
                      </a:r>
                    </a:p>
                  </a:txBody>
                  <a:tcPr marL="91428" marR="91428" marT="45714" marB="45714"/>
                </a:tc>
                <a:tc>
                  <a:txBody>
                    <a:bodyPr/>
                    <a:lstStyle/>
                    <a:p>
                      <a:r>
                        <a:rPr lang="en-IN" sz="1800" dirty="0"/>
                        <a:t>4</a:t>
                      </a:r>
                    </a:p>
                  </a:txBody>
                  <a:tcPr marL="91428" marR="91428" marT="45714" marB="45714"/>
                </a:tc>
                <a:tc>
                  <a:txBody>
                    <a:bodyPr/>
                    <a:lstStyle/>
                    <a:p>
                      <a:r>
                        <a:rPr lang="en-IN" sz="1800" dirty="0"/>
                        <a:t>4</a:t>
                      </a:r>
                    </a:p>
                  </a:txBody>
                  <a:tcPr marL="91428" marR="91428" marT="45714" marB="45714"/>
                </a:tc>
                <a:tc>
                  <a:txBody>
                    <a:bodyPr/>
                    <a:lstStyle/>
                    <a:p>
                      <a:r>
                        <a:rPr lang="en-IN" sz="1800" dirty="0"/>
                        <a:t>0</a:t>
                      </a:r>
                    </a:p>
                  </a:txBody>
                  <a:tcPr marL="91428" marR="91428" marT="45714" marB="45714"/>
                </a:tc>
                <a:tc>
                  <a:txBody>
                    <a:bodyPr/>
                    <a:lstStyle/>
                    <a:p>
                      <a:r>
                        <a:rPr lang="en-IN" sz="1800" dirty="0"/>
                        <a:t>0</a:t>
                      </a:r>
                    </a:p>
                  </a:txBody>
                  <a:tcPr marL="91428" marR="91428" marT="45714" marB="45714"/>
                </a:tc>
              </a:tr>
              <a:tr h="370785">
                <a:tc>
                  <a:txBody>
                    <a:bodyPr/>
                    <a:lstStyle/>
                    <a:p>
                      <a:r>
                        <a:rPr lang="en-IN" sz="1800" dirty="0"/>
                        <a:t>P2</a:t>
                      </a:r>
                    </a:p>
                  </a:txBody>
                  <a:tcPr marL="91428" marR="91428" marT="45714" marB="45714"/>
                </a:tc>
                <a:tc>
                  <a:txBody>
                    <a:bodyPr/>
                    <a:lstStyle/>
                    <a:p>
                      <a:r>
                        <a:rPr lang="en-IN" sz="1800" dirty="0"/>
                        <a:t>4</a:t>
                      </a:r>
                    </a:p>
                  </a:txBody>
                  <a:tcPr marL="91428" marR="91428" marT="45714" marB="45714"/>
                </a:tc>
                <a:tc>
                  <a:txBody>
                    <a:bodyPr/>
                    <a:lstStyle/>
                    <a:p>
                      <a:r>
                        <a:rPr lang="en-IN" sz="1800" dirty="0"/>
                        <a:t>1</a:t>
                      </a:r>
                    </a:p>
                  </a:txBody>
                  <a:tcPr marL="91428" marR="91428" marT="45714" marB="45714"/>
                </a:tc>
                <a:tc>
                  <a:txBody>
                    <a:bodyPr/>
                    <a:lstStyle/>
                    <a:p>
                      <a:r>
                        <a:rPr lang="en-IN" sz="1800" dirty="0">
                          <a:solidFill>
                            <a:schemeClr val="tx1"/>
                          </a:solidFill>
                        </a:rPr>
                        <a:t>2</a:t>
                      </a:r>
                    </a:p>
                  </a:txBody>
                  <a:tcPr marL="91428" marR="91428" marT="45714" marB="45714"/>
                </a:tc>
                <a:tc>
                  <a:txBody>
                    <a:bodyPr/>
                    <a:lstStyle/>
                    <a:p>
                      <a:r>
                        <a:rPr lang="en-IN" sz="1800" dirty="0"/>
                        <a:t>25</a:t>
                      </a:r>
                    </a:p>
                  </a:txBody>
                  <a:tcPr marL="91428" marR="91428" marT="45714" marB="45714"/>
                </a:tc>
                <a:tc>
                  <a:txBody>
                    <a:bodyPr/>
                    <a:lstStyle/>
                    <a:p>
                      <a:r>
                        <a:rPr lang="en-IN" sz="1800" dirty="0"/>
                        <a:t>24</a:t>
                      </a:r>
                    </a:p>
                  </a:txBody>
                  <a:tcPr marL="91428" marR="91428" marT="45714" marB="45714"/>
                </a:tc>
                <a:tc>
                  <a:txBody>
                    <a:bodyPr/>
                    <a:lstStyle/>
                    <a:p>
                      <a:r>
                        <a:rPr lang="en-IN" sz="1800" dirty="0"/>
                        <a:t>22</a:t>
                      </a:r>
                    </a:p>
                  </a:txBody>
                  <a:tcPr marL="91428" marR="91428" marT="45714" marB="45714"/>
                </a:tc>
                <a:tc>
                  <a:txBody>
                    <a:bodyPr/>
                    <a:lstStyle/>
                    <a:p>
                      <a:r>
                        <a:rPr lang="en-IN" sz="1800" dirty="0"/>
                        <a:t>22</a:t>
                      </a:r>
                    </a:p>
                  </a:txBody>
                  <a:tcPr marL="91428" marR="91428" marT="45714" marB="45714"/>
                </a:tc>
              </a:tr>
              <a:tr h="370785">
                <a:tc>
                  <a:txBody>
                    <a:bodyPr/>
                    <a:lstStyle/>
                    <a:p>
                      <a:r>
                        <a:rPr lang="en-IN" sz="1800" dirty="0"/>
                        <a:t>P3</a:t>
                      </a:r>
                    </a:p>
                  </a:txBody>
                  <a:tcPr marL="91428" marR="91428" marT="45714" marB="45714"/>
                </a:tc>
                <a:tc>
                  <a:txBody>
                    <a:bodyPr/>
                    <a:lstStyle/>
                    <a:p>
                      <a:r>
                        <a:rPr lang="en-IN" sz="1800" dirty="0"/>
                        <a:t>6</a:t>
                      </a:r>
                    </a:p>
                  </a:txBody>
                  <a:tcPr marL="91428" marR="91428" marT="45714" marB="45714"/>
                </a:tc>
                <a:tc>
                  <a:txBody>
                    <a:bodyPr/>
                    <a:lstStyle/>
                    <a:p>
                      <a:r>
                        <a:rPr lang="en-IN" sz="1800" dirty="0"/>
                        <a:t>2</a:t>
                      </a:r>
                    </a:p>
                  </a:txBody>
                  <a:tcPr marL="91428" marR="91428" marT="45714" marB="45714"/>
                </a:tc>
                <a:tc>
                  <a:txBody>
                    <a:bodyPr/>
                    <a:lstStyle/>
                    <a:p>
                      <a:r>
                        <a:rPr lang="en-IN" sz="1800" dirty="0">
                          <a:solidFill>
                            <a:schemeClr val="tx1"/>
                          </a:solidFill>
                        </a:rPr>
                        <a:t>3</a:t>
                      </a:r>
                    </a:p>
                  </a:txBody>
                  <a:tcPr marL="91428" marR="91428" marT="45714" marB="45714"/>
                </a:tc>
                <a:tc>
                  <a:txBody>
                    <a:bodyPr/>
                    <a:lstStyle/>
                    <a:p>
                      <a:r>
                        <a:rPr lang="en-IN" sz="1800" dirty="0"/>
                        <a:t>23</a:t>
                      </a:r>
                    </a:p>
                  </a:txBody>
                  <a:tcPr marL="91428" marR="91428" marT="45714" marB="45714"/>
                </a:tc>
                <a:tc>
                  <a:txBody>
                    <a:bodyPr/>
                    <a:lstStyle/>
                    <a:p>
                      <a:r>
                        <a:rPr lang="en-IN" sz="1800" dirty="0"/>
                        <a:t>21</a:t>
                      </a:r>
                    </a:p>
                  </a:txBody>
                  <a:tcPr marL="91428" marR="91428" marT="45714" marB="45714"/>
                </a:tc>
                <a:tc>
                  <a:txBody>
                    <a:bodyPr/>
                    <a:lstStyle/>
                    <a:p>
                      <a:r>
                        <a:rPr lang="en-IN" sz="1800" dirty="0"/>
                        <a:t>18</a:t>
                      </a:r>
                    </a:p>
                  </a:txBody>
                  <a:tcPr marL="91428" marR="91428" marT="45714" marB="45714"/>
                </a:tc>
                <a:tc>
                  <a:txBody>
                    <a:bodyPr/>
                    <a:lstStyle/>
                    <a:p>
                      <a:r>
                        <a:rPr lang="en-IN" sz="1800" dirty="0"/>
                        <a:t>18</a:t>
                      </a:r>
                    </a:p>
                  </a:txBody>
                  <a:tcPr marL="91428" marR="91428" marT="45714" marB="45714"/>
                </a:tc>
              </a:tr>
              <a:tr h="370785">
                <a:tc>
                  <a:txBody>
                    <a:bodyPr/>
                    <a:lstStyle/>
                    <a:p>
                      <a:r>
                        <a:rPr lang="en-IN" sz="1800" dirty="0"/>
                        <a:t>P4</a:t>
                      </a:r>
                    </a:p>
                  </a:txBody>
                  <a:tcPr marL="91428" marR="91428" marT="45714" marB="45714"/>
                </a:tc>
                <a:tc>
                  <a:txBody>
                    <a:bodyPr/>
                    <a:lstStyle/>
                    <a:p>
                      <a:r>
                        <a:rPr lang="en-IN" sz="1800" dirty="0"/>
                        <a:t>10</a:t>
                      </a:r>
                    </a:p>
                  </a:txBody>
                  <a:tcPr marL="91428" marR="91428" marT="45714" marB="45714"/>
                </a:tc>
                <a:tc>
                  <a:txBody>
                    <a:bodyPr/>
                    <a:lstStyle/>
                    <a:p>
                      <a:r>
                        <a:rPr lang="en-IN" sz="1800" dirty="0"/>
                        <a:t>3</a:t>
                      </a:r>
                    </a:p>
                  </a:txBody>
                  <a:tcPr marL="91428" marR="91428" marT="45714" marB="45714"/>
                </a:tc>
                <a:tc>
                  <a:txBody>
                    <a:bodyPr/>
                    <a:lstStyle/>
                    <a:p>
                      <a:r>
                        <a:rPr lang="en-IN" sz="1800" dirty="0">
                          <a:solidFill>
                            <a:schemeClr val="tx1"/>
                          </a:solidFill>
                        </a:rPr>
                        <a:t>5</a:t>
                      </a:r>
                    </a:p>
                  </a:txBody>
                  <a:tcPr marL="91428" marR="91428" marT="45714" marB="45714"/>
                </a:tc>
                <a:tc>
                  <a:txBody>
                    <a:bodyPr/>
                    <a:lstStyle/>
                    <a:p>
                      <a:r>
                        <a:rPr lang="en-IN" sz="1800" dirty="0"/>
                        <a:t>9</a:t>
                      </a:r>
                    </a:p>
                  </a:txBody>
                  <a:tcPr marL="91428" marR="91428" marT="45714" marB="45714"/>
                </a:tc>
                <a:tc>
                  <a:txBody>
                    <a:bodyPr/>
                    <a:lstStyle/>
                    <a:p>
                      <a:r>
                        <a:rPr lang="en-IN" sz="1800" dirty="0"/>
                        <a:t>6</a:t>
                      </a:r>
                    </a:p>
                  </a:txBody>
                  <a:tcPr marL="91428" marR="91428" marT="45714" marB="45714"/>
                </a:tc>
                <a:tc>
                  <a:txBody>
                    <a:bodyPr/>
                    <a:lstStyle/>
                    <a:p>
                      <a:r>
                        <a:rPr lang="en-IN" sz="1800" dirty="0"/>
                        <a:t>1</a:t>
                      </a:r>
                    </a:p>
                  </a:txBody>
                  <a:tcPr marL="91428" marR="91428" marT="45714" marB="45714"/>
                </a:tc>
                <a:tc>
                  <a:txBody>
                    <a:bodyPr/>
                    <a:lstStyle/>
                    <a:p>
                      <a:r>
                        <a:rPr lang="en-IN" sz="1800" dirty="0"/>
                        <a:t>1</a:t>
                      </a:r>
                    </a:p>
                  </a:txBody>
                  <a:tcPr marL="91428" marR="91428" marT="45714" marB="45714"/>
                </a:tc>
              </a:tr>
              <a:tr h="370785">
                <a:tc>
                  <a:txBody>
                    <a:bodyPr/>
                    <a:lstStyle/>
                    <a:p>
                      <a:r>
                        <a:rPr lang="en-IN" sz="1800" dirty="0"/>
                        <a:t>P5</a:t>
                      </a:r>
                    </a:p>
                  </a:txBody>
                  <a:tcPr marL="91428" marR="91428" marT="45714" marB="45714"/>
                </a:tc>
                <a:tc>
                  <a:txBody>
                    <a:bodyPr/>
                    <a:lstStyle/>
                    <a:p>
                      <a:r>
                        <a:rPr lang="en-IN" sz="1800" dirty="0"/>
                        <a:t>8</a:t>
                      </a:r>
                    </a:p>
                  </a:txBody>
                  <a:tcPr marL="91428" marR="91428" marT="45714" marB="45714"/>
                </a:tc>
                <a:tc>
                  <a:txBody>
                    <a:bodyPr/>
                    <a:lstStyle/>
                    <a:p>
                      <a:r>
                        <a:rPr lang="en-IN" sz="1800" dirty="0"/>
                        <a:t>4</a:t>
                      </a:r>
                    </a:p>
                  </a:txBody>
                  <a:tcPr marL="91428" marR="91428" marT="45714" marB="45714"/>
                </a:tc>
                <a:tc>
                  <a:txBody>
                    <a:bodyPr/>
                    <a:lstStyle/>
                    <a:p>
                      <a:r>
                        <a:rPr lang="en-IN" sz="1800" dirty="0">
                          <a:solidFill>
                            <a:schemeClr val="tx1"/>
                          </a:solidFill>
                        </a:rPr>
                        <a:t>1</a:t>
                      </a:r>
                    </a:p>
                  </a:txBody>
                  <a:tcPr marL="91428" marR="91428" marT="45714" marB="45714"/>
                </a:tc>
                <a:tc>
                  <a:txBody>
                    <a:bodyPr/>
                    <a:lstStyle/>
                    <a:p>
                      <a:r>
                        <a:rPr lang="en-IN" sz="1800" dirty="0"/>
                        <a:t>20</a:t>
                      </a:r>
                    </a:p>
                  </a:txBody>
                  <a:tcPr marL="91428" marR="91428" marT="45714" marB="45714"/>
                </a:tc>
                <a:tc>
                  <a:txBody>
                    <a:bodyPr/>
                    <a:lstStyle/>
                    <a:p>
                      <a:r>
                        <a:rPr lang="en-IN" sz="1800" dirty="0"/>
                        <a:t>16</a:t>
                      </a:r>
                    </a:p>
                  </a:txBody>
                  <a:tcPr marL="91428" marR="91428" marT="45714" marB="45714"/>
                </a:tc>
                <a:tc>
                  <a:txBody>
                    <a:bodyPr/>
                    <a:lstStyle/>
                    <a:p>
                      <a:r>
                        <a:rPr lang="en-IN" sz="1800" dirty="0"/>
                        <a:t>15</a:t>
                      </a:r>
                    </a:p>
                  </a:txBody>
                  <a:tcPr marL="91428" marR="91428" marT="45714" marB="45714"/>
                </a:tc>
                <a:tc>
                  <a:txBody>
                    <a:bodyPr/>
                    <a:lstStyle/>
                    <a:p>
                      <a:r>
                        <a:rPr lang="en-IN" sz="1800" dirty="0"/>
                        <a:t>15</a:t>
                      </a:r>
                    </a:p>
                  </a:txBody>
                  <a:tcPr marL="91428" marR="91428" marT="45714" marB="45714"/>
                </a:tc>
              </a:tr>
              <a:tr h="370785">
                <a:tc>
                  <a:txBody>
                    <a:bodyPr/>
                    <a:lstStyle/>
                    <a:p>
                      <a:r>
                        <a:rPr lang="en-IN" sz="1800" dirty="0"/>
                        <a:t>p6</a:t>
                      </a:r>
                    </a:p>
                  </a:txBody>
                  <a:tcPr marL="91428" marR="91428" marT="45714" marB="45714"/>
                </a:tc>
                <a:tc>
                  <a:txBody>
                    <a:bodyPr/>
                    <a:lstStyle/>
                    <a:p>
                      <a:r>
                        <a:rPr lang="en-IN" sz="1800" dirty="0"/>
                        <a:t>12(h)</a:t>
                      </a:r>
                    </a:p>
                  </a:txBody>
                  <a:tcPr marL="91428" marR="91428" marT="45714" marB="45714"/>
                </a:tc>
                <a:tc>
                  <a:txBody>
                    <a:bodyPr/>
                    <a:lstStyle/>
                    <a:p>
                      <a:r>
                        <a:rPr lang="en-IN" sz="1800" dirty="0"/>
                        <a:t>5</a:t>
                      </a:r>
                    </a:p>
                  </a:txBody>
                  <a:tcPr marL="91428" marR="91428" marT="45714" marB="45714"/>
                </a:tc>
                <a:tc>
                  <a:txBody>
                    <a:bodyPr/>
                    <a:lstStyle/>
                    <a:p>
                      <a:r>
                        <a:rPr lang="en-IN" sz="1800" dirty="0">
                          <a:solidFill>
                            <a:schemeClr val="tx1"/>
                          </a:solidFill>
                        </a:rPr>
                        <a:t>4</a:t>
                      </a:r>
                    </a:p>
                  </a:txBody>
                  <a:tcPr marL="91428" marR="91428" marT="45714" marB="45714"/>
                </a:tc>
                <a:tc>
                  <a:txBody>
                    <a:bodyPr/>
                    <a:lstStyle/>
                    <a:p>
                      <a:r>
                        <a:rPr lang="en-IN" sz="1800" dirty="0"/>
                        <a:t>13</a:t>
                      </a:r>
                    </a:p>
                  </a:txBody>
                  <a:tcPr marL="91428" marR="91428" marT="45714" marB="45714"/>
                </a:tc>
                <a:tc>
                  <a:txBody>
                    <a:bodyPr/>
                    <a:lstStyle/>
                    <a:p>
                      <a:r>
                        <a:rPr lang="en-IN" sz="1800" dirty="0"/>
                        <a:t>8</a:t>
                      </a:r>
                    </a:p>
                  </a:txBody>
                  <a:tcPr marL="91428" marR="91428" marT="45714" marB="45714"/>
                </a:tc>
                <a:tc>
                  <a:txBody>
                    <a:bodyPr/>
                    <a:lstStyle/>
                    <a:p>
                      <a:r>
                        <a:rPr lang="en-IN" sz="1800" dirty="0"/>
                        <a:t>4</a:t>
                      </a:r>
                    </a:p>
                  </a:txBody>
                  <a:tcPr marL="91428" marR="91428" marT="45714" marB="45714"/>
                </a:tc>
                <a:tc>
                  <a:txBody>
                    <a:bodyPr/>
                    <a:lstStyle/>
                    <a:p>
                      <a:r>
                        <a:rPr lang="en-IN" sz="1800" dirty="0"/>
                        <a:t>4</a:t>
                      </a:r>
                    </a:p>
                  </a:txBody>
                  <a:tcPr marL="91428" marR="91428" marT="45714" marB="45714"/>
                </a:tc>
              </a:tr>
              <a:tr h="370785">
                <a:tc>
                  <a:txBody>
                    <a:bodyPr/>
                    <a:lstStyle/>
                    <a:p>
                      <a:r>
                        <a:rPr lang="en-IN" sz="1800" dirty="0"/>
                        <a:t>p7</a:t>
                      </a:r>
                    </a:p>
                  </a:txBody>
                  <a:tcPr marL="91428" marR="91428" marT="45714" marB="45714"/>
                </a:tc>
                <a:tc>
                  <a:txBody>
                    <a:bodyPr/>
                    <a:lstStyle/>
                    <a:p>
                      <a:r>
                        <a:rPr lang="en-IN" sz="1800" dirty="0"/>
                        <a:t>9</a:t>
                      </a:r>
                    </a:p>
                  </a:txBody>
                  <a:tcPr marL="91428" marR="91428" marT="45714" marB="45714"/>
                </a:tc>
                <a:tc>
                  <a:txBody>
                    <a:bodyPr/>
                    <a:lstStyle/>
                    <a:p>
                      <a:r>
                        <a:rPr lang="en-IN" sz="1800" dirty="0"/>
                        <a:t>6</a:t>
                      </a:r>
                    </a:p>
                  </a:txBody>
                  <a:tcPr marL="91428" marR="91428" marT="45714" marB="45714"/>
                </a:tc>
                <a:tc>
                  <a:txBody>
                    <a:bodyPr/>
                    <a:lstStyle/>
                    <a:p>
                      <a:r>
                        <a:rPr lang="en-IN" sz="1800" dirty="0">
                          <a:solidFill>
                            <a:schemeClr val="tx1"/>
                          </a:solidFill>
                        </a:rPr>
                        <a:t>6</a:t>
                      </a:r>
                    </a:p>
                  </a:txBody>
                  <a:tcPr marL="91428" marR="91428" marT="45714" marB="45714"/>
                </a:tc>
                <a:tc>
                  <a:txBody>
                    <a:bodyPr/>
                    <a:lstStyle/>
                    <a:p>
                      <a:r>
                        <a:rPr lang="en-IN" sz="1800" dirty="0"/>
                        <a:t>19</a:t>
                      </a:r>
                    </a:p>
                  </a:txBody>
                  <a:tcPr marL="91428" marR="91428" marT="45714" marB="45714"/>
                </a:tc>
                <a:tc>
                  <a:txBody>
                    <a:bodyPr/>
                    <a:lstStyle/>
                    <a:p>
                      <a:r>
                        <a:rPr lang="en-IN" sz="1800" dirty="0"/>
                        <a:t>13</a:t>
                      </a:r>
                    </a:p>
                  </a:txBody>
                  <a:tcPr marL="91428" marR="91428" marT="45714" marB="45714"/>
                </a:tc>
                <a:tc>
                  <a:txBody>
                    <a:bodyPr/>
                    <a:lstStyle/>
                    <a:p>
                      <a:r>
                        <a:rPr lang="en-IN" sz="1800" dirty="0"/>
                        <a:t>7</a:t>
                      </a:r>
                    </a:p>
                  </a:txBody>
                  <a:tcPr marL="91428" marR="91428" marT="45714" marB="45714"/>
                </a:tc>
                <a:tc>
                  <a:txBody>
                    <a:bodyPr/>
                    <a:lstStyle/>
                    <a:p>
                      <a:r>
                        <a:rPr lang="en-IN" sz="1800" dirty="0"/>
                        <a:t>7</a:t>
                      </a:r>
                    </a:p>
                  </a:txBody>
                  <a:tcPr marL="91428" marR="91428" marT="45714" marB="45714"/>
                </a:tc>
              </a:tr>
            </a:tbl>
          </a:graphicData>
        </a:graphic>
      </p:graphicFrame>
      <p:sp>
        <p:nvSpPr>
          <p:cNvPr id="130133" name="Slide Number Placeholder 3"/>
          <p:cNvSpPr>
            <a:spLocks noGrp="1"/>
          </p:cNvSpPr>
          <p:nvPr>
            <p:ph type="sldNum" sz="quarter" idx="12"/>
          </p:nvPr>
        </p:nvSpPr>
        <p:spPr bwMode="auto">
          <a:noFill/>
          <a:ln>
            <a:miter lim="800000"/>
            <a:headEnd/>
            <a:tailEnd/>
          </a:ln>
        </p:spPr>
        <p:txBody>
          <a:bodyPr/>
          <a:lstStyle/>
          <a:p>
            <a:fld id="{DC741117-4AB7-4EC0-BECD-A23ADC54848D}" type="slidenum">
              <a:rPr lang="en-US" altLang="en-US"/>
              <a:pPr/>
              <a:t>117</a:t>
            </a:fld>
            <a:endParaRPr lang="en-US" altLang="en-US"/>
          </a:p>
        </p:txBody>
      </p:sp>
      <p:sp>
        <p:nvSpPr>
          <p:cNvPr id="130134" name="Title 1"/>
          <p:cNvSpPr>
            <a:spLocks noGrp="1"/>
          </p:cNvSpPr>
          <p:nvPr>
            <p:ph type="title"/>
          </p:nvPr>
        </p:nvSpPr>
        <p:spPr>
          <a:xfrm>
            <a:off x="457200" y="158750"/>
            <a:ext cx="8229600" cy="509588"/>
          </a:xfrm>
        </p:spPr>
        <p:txBody>
          <a:bodyPr/>
          <a:lstStyle/>
          <a:p>
            <a:r>
              <a:rPr lang="en-IN" altLang="en-US" sz="2400" smtClean="0"/>
              <a:t>Priority Scheduling non preemptive</a:t>
            </a:r>
          </a:p>
        </p:txBody>
      </p:sp>
      <p:graphicFrame>
        <p:nvGraphicFramePr>
          <p:cNvPr id="9" name="Table 8"/>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p4</a:t>
                      </a:r>
                    </a:p>
                  </a:txBody>
                  <a:tcPr marT="45798" marB="45798"/>
                </a:tc>
                <a:tc>
                  <a:txBody>
                    <a:bodyPr/>
                    <a:lstStyle/>
                    <a:p>
                      <a:r>
                        <a:rPr lang="en-IN" sz="1800" dirty="0"/>
                        <a:t>p6</a:t>
                      </a:r>
                    </a:p>
                  </a:txBody>
                  <a:tcPr marT="45798" marB="45798"/>
                </a:tc>
                <a:tc>
                  <a:txBody>
                    <a:bodyPr/>
                    <a:lstStyle/>
                    <a:p>
                      <a:r>
                        <a:rPr lang="en-IN" sz="1800" dirty="0"/>
                        <a:t>p7</a:t>
                      </a:r>
                    </a:p>
                  </a:txBody>
                  <a:tcPr marT="45798" marB="45798"/>
                </a:tc>
                <a:tc>
                  <a:txBody>
                    <a:bodyPr/>
                    <a:lstStyle/>
                    <a:p>
                      <a:r>
                        <a:rPr lang="en-IN" sz="1800" dirty="0"/>
                        <a:t>p5</a:t>
                      </a:r>
                    </a:p>
                  </a:txBody>
                  <a:tcPr marT="45798" marB="45798"/>
                </a:tc>
                <a:tc>
                  <a:txBody>
                    <a:bodyPr/>
                    <a:lstStyle/>
                    <a:p>
                      <a:r>
                        <a:rPr lang="en-IN" sz="1800" dirty="0"/>
                        <a:t>p3</a:t>
                      </a:r>
                    </a:p>
                  </a:txBody>
                  <a:tcPr marT="45798" marB="45798"/>
                </a:tc>
                <a:tc>
                  <a:txBody>
                    <a:bodyPr/>
                    <a:lstStyle/>
                    <a:p>
                      <a:r>
                        <a:rPr lang="en-IN" sz="1800" dirty="0"/>
                        <a:t>p2</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30159"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4</a:t>
            </a:r>
          </a:p>
        </p:txBody>
      </p:sp>
      <p:sp>
        <p:nvSpPr>
          <p:cNvPr id="130160"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30161"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13" name="Table 1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sp>
        <p:nvSpPr>
          <p:cNvPr id="130170" name="TextBox 7"/>
          <p:cNvSpPr txBox="1">
            <a:spLocks noChangeArrowheads="1"/>
          </p:cNvSpPr>
          <p:nvPr/>
        </p:nvSpPr>
        <p:spPr bwMode="auto">
          <a:xfrm>
            <a:off x="1852613" y="5651500"/>
            <a:ext cx="323850" cy="369888"/>
          </a:xfrm>
          <a:prstGeom prst="rect">
            <a:avLst/>
          </a:prstGeom>
          <a:noFill/>
          <a:ln w="9525">
            <a:noFill/>
            <a:miter lim="800000"/>
            <a:headEnd/>
            <a:tailEnd/>
          </a:ln>
        </p:spPr>
        <p:txBody>
          <a:bodyPr>
            <a:spAutoFit/>
          </a:bodyPr>
          <a:lstStyle/>
          <a:p>
            <a:r>
              <a:rPr lang="en-IN" altLang="en-US"/>
              <a:t>9</a:t>
            </a:r>
          </a:p>
        </p:txBody>
      </p:sp>
      <p:sp>
        <p:nvSpPr>
          <p:cNvPr id="130171" name="TextBox 7"/>
          <p:cNvSpPr txBox="1">
            <a:spLocks noChangeArrowheads="1"/>
          </p:cNvSpPr>
          <p:nvPr/>
        </p:nvSpPr>
        <p:spPr bwMode="auto">
          <a:xfrm>
            <a:off x="2428875" y="5635625"/>
            <a:ext cx="522288" cy="369888"/>
          </a:xfrm>
          <a:prstGeom prst="rect">
            <a:avLst/>
          </a:prstGeom>
          <a:noFill/>
          <a:ln w="9525">
            <a:noFill/>
            <a:miter lim="800000"/>
            <a:headEnd/>
            <a:tailEnd/>
          </a:ln>
        </p:spPr>
        <p:txBody>
          <a:bodyPr>
            <a:spAutoFit/>
          </a:bodyPr>
          <a:lstStyle/>
          <a:p>
            <a:r>
              <a:rPr lang="en-IN" altLang="en-US"/>
              <a:t>13</a:t>
            </a:r>
          </a:p>
        </p:txBody>
      </p:sp>
      <p:sp>
        <p:nvSpPr>
          <p:cNvPr id="130172" name="TextBox 7"/>
          <p:cNvSpPr txBox="1">
            <a:spLocks noChangeArrowheads="1"/>
          </p:cNvSpPr>
          <p:nvPr/>
        </p:nvSpPr>
        <p:spPr bwMode="auto">
          <a:xfrm>
            <a:off x="2962275" y="5635625"/>
            <a:ext cx="523875" cy="369888"/>
          </a:xfrm>
          <a:prstGeom prst="rect">
            <a:avLst/>
          </a:prstGeom>
          <a:noFill/>
          <a:ln w="9525">
            <a:noFill/>
            <a:miter lim="800000"/>
            <a:headEnd/>
            <a:tailEnd/>
          </a:ln>
        </p:spPr>
        <p:txBody>
          <a:bodyPr>
            <a:spAutoFit/>
          </a:bodyPr>
          <a:lstStyle/>
          <a:p>
            <a:r>
              <a:rPr lang="en-IN" altLang="en-US"/>
              <a:t>19</a:t>
            </a:r>
          </a:p>
        </p:txBody>
      </p:sp>
      <p:sp>
        <p:nvSpPr>
          <p:cNvPr id="130173" name="TextBox 7"/>
          <p:cNvSpPr txBox="1">
            <a:spLocks noChangeArrowheads="1"/>
          </p:cNvSpPr>
          <p:nvPr/>
        </p:nvSpPr>
        <p:spPr bwMode="auto">
          <a:xfrm>
            <a:off x="3675063" y="5635625"/>
            <a:ext cx="522287" cy="369888"/>
          </a:xfrm>
          <a:prstGeom prst="rect">
            <a:avLst/>
          </a:prstGeom>
          <a:noFill/>
          <a:ln w="9525">
            <a:noFill/>
            <a:miter lim="800000"/>
            <a:headEnd/>
            <a:tailEnd/>
          </a:ln>
        </p:spPr>
        <p:txBody>
          <a:bodyPr>
            <a:spAutoFit/>
          </a:bodyPr>
          <a:lstStyle/>
          <a:p>
            <a:r>
              <a:rPr lang="en-IN" altLang="en-US"/>
              <a:t>20</a:t>
            </a:r>
          </a:p>
        </p:txBody>
      </p:sp>
      <p:sp>
        <p:nvSpPr>
          <p:cNvPr id="130174" name="TextBox 7"/>
          <p:cNvSpPr txBox="1">
            <a:spLocks noChangeArrowheads="1"/>
          </p:cNvSpPr>
          <p:nvPr/>
        </p:nvSpPr>
        <p:spPr bwMode="auto">
          <a:xfrm>
            <a:off x="4197350" y="5651500"/>
            <a:ext cx="523875" cy="369888"/>
          </a:xfrm>
          <a:prstGeom prst="rect">
            <a:avLst/>
          </a:prstGeom>
          <a:noFill/>
          <a:ln w="9525">
            <a:noFill/>
            <a:miter lim="800000"/>
            <a:headEnd/>
            <a:tailEnd/>
          </a:ln>
        </p:spPr>
        <p:txBody>
          <a:bodyPr>
            <a:spAutoFit/>
          </a:bodyPr>
          <a:lstStyle/>
          <a:p>
            <a:r>
              <a:rPr lang="en-IN" altLang="en-US"/>
              <a:t>23</a:t>
            </a:r>
          </a:p>
        </p:txBody>
      </p:sp>
      <p:sp>
        <p:nvSpPr>
          <p:cNvPr id="130175" name="TextBox 7"/>
          <p:cNvSpPr txBox="1">
            <a:spLocks noChangeArrowheads="1"/>
          </p:cNvSpPr>
          <p:nvPr/>
        </p:nvSpPr>
        <p:spPr bwMode="auto">
          <a:xfrm>
            <a:off x="4868863" y="5635625"/>
            <a:ext cx="522287" cy="369888"/>
          </a:xfrm>
          <a:prstGeom prst="rect">
            <a:avLst/>
          </a:prstGeom>
          <a:noFill/>
          <a:ln w="9525">
            <a:noFill/>
            <a:miter lim="800000"/>
            <a:headEnd/>
            <a:tailEnd/>
          </a:ln>
        </p:spPr>
        <p:txBody>
          <a:bodyPr>
            <a:spAutoFit/>
          </a:bodyPr>
          <a:lstStyle/>
          <a:p>
            <a:r>
              <a:rPr lang="en-IN" altLang="en-US"/>
              <a:t>25</a:t>
            </a: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77838" y="819150"/>
          <a:ext cx="6959601" cy="3509964"/>
        </p:xfrm>
        <a:graphic>
          <a:graphicData uri="http://schemas.openxmlformats.org/drawingml/2006/table">
            <a:tbl>
              <a:tblPr firstRow="1" bandRow="1">
                <a:tableStyleId>{5C22544A-7EE6-4342-B048-85BDC9FD1C3A}</a:tableStyleId>
              </a:tblPr>
              <a:tblGrid>
                <a:gridCol w="736750"/>
                <a:gridCol w="1119021"/>
                <a:gridCol w="805150"/>
                <a:gridCol w="777856"/>
                <a:gridCol w="730626"/>
                <a:gridCol w="906967"/>
                <a:gridCol w="859736"/>
                <a:gridCol w="1023495"/>
              </a:tblGrid>
              <a:tr h="914469">
                <a:tc>
                  <a:txBody>
                    <a:bodyPr/>
                    <a:lstStyle/>
                    <a:p>
                      <a:r>
                        <a:rPr lang="en-IN" sz="1800" dirty="0" err="1"/>
                        <a:t>P.No</a:t>
                      </a:r>
                      <a:r>
                        <a:rPr lang="en-IN" sz="1800" dirty="0"/>
                        <a:t>.</a:t>
                      </a:r>
                    </a:p>
                  </a:txBody>
                  <a:tcPr marL="91428" marR="91428" marT="45714" marB="45714"/>
                </a:tc>
                <a:tc>
                  <a:txBody>
                    <a:bodyPr/>
                    <a:lstStyle/>
                    <a:p>
                      <a:r>
                        <a:rPr lang="en-IN" sz="1800" dirty="0"/>
                        <a:t>priority</a:t>
                      </a:r>
                    </a:p>
                  </a:txBody>
                  <a:tcPr marL="91428" marR="91428" marT="45714" marB="45714"/>
                </a:tc>
                <a:tc>
                  <a:txBody>
                    <a:bodyPr/>
                    <a:lstStyle/>
                    <a:p>
                      <a:r>
                        <a:rPr lang="en-IN" sz="1800" dirty="0"/>
                        <a:t>A.T.</a:t>
                      </a:r>
                    </a:p>
                  </a:txBody>
                  <a:tcPr marL="91428" marR="91428" marT="45714" marB="45714"/>
                </a:tc>
                <a:tc>
                  <a:txBody>
                    <a:bodyPr/>
                    <a:lstStyle/>
                    <a:p>
                      <a:r>
                        <a:rPr lang="en-IN" sz="1800" dirty="0"/>
                        <a:t>B.T.</a:t>
                      </a:r>
                    </a:p>
                  </a:txBody>
                  <a:tcPr marL="91428" marR="91428" marT="45714" marB="45714"/>
                </a:tc>
                <a:tc>
                  <a:txBody>
                    <a:bodyPr/>
                    <a:lstStyle/>
                    <a:p>
                      <a:r>
                        <a:rPr lang="en-IN" sz="1800" dirty="0"/>
                        <a:t>C.T.</a:t>
                      </a:r>
                    </a:p>
                  </a:txBody>
                  <a:tcPr marL="91428" marR="91428" marT="45714" marB="45714"/>
                </a:tc>
                <a:tc>
                  <a:txBody>
                    <a:bodyPr/>
                    <a:lstStyle/>
                    <a:p>
                      <a:r>
                        <a:rPr lang="en-IN" sz="1800" dirty="0"/>
                        <a:t>TAT =C.T.-A.T</a:t>
                      </a:r>
                    </a:p>
                  </a:txBody>
                  <a:tcPr marL="91428" marR="91428" marT="45714" marB="45714"/>
                </a:tc>
                <a:tc>
                  <a:txBody>
                    <a:bodyPr/>
                    <a:lstStyle/>
                    <a:p>
                      <a:r>
                        <a:rPr lang="en-IN" sz="1800" dirty="0"/>
                        <a:t>WT=TAT-BT</a:t>
                      </a:r>
                    </a:p>
                  </a:txBody>
                  <a:tcPr marL="91428" marR="91428" marT="45714" marB="45714"/>
                </a:tc>
                <a:tc>
                  <a:txBody>
                    <a:bodyPr/>
                    <a:lstStyle/>
                    <a:p>
                      <a:r>
                        <a:rPr lang="en-IN" sz="1800" dirty="0"/>
                        <a:t>RT</a:t>
                      </a:r>
                    </a:p>
                  </a:txBody>
                  <a:tcPr marL="91428" marR="91428" marT="45714" marB="45714"/>
                </a:tc>
              </a:tr>
              <a:tr h="370785">
                <a:tc>
                  <a:txBody>
                    <a:bodyPr/>
                    <a:lstStyle/>
                    <a:p>
                      <a:r>
                        <a:rPr lang="en-IN" sz="1800" dirty="0"/>
                        <a:t>P1</a:t>
                      </a:r>
                    </a:p>
                  </a:txBody>
                  <a:tcPr marL="91428" marR="91428" marT="45714" marB="45714"/>
                </a:tc>
                <a:tc>
                  <a:txBody>
                    <a:bodyPr/>
                    <a:lstStyle/>
                    <a:p>
                      <a:r>
                        <a:rPr lang="en-IN" sz="1800" dirty="0"/>
                        <a:t>2(l)</a:t>
                      </a:r>
                    </a:p>
                  </a:txBody>
                  <a:tcPr marL="91428" marR="91428" marT="45714" marB="45714"/>
                </a:tc>
                <a:tc>
                  <a:txBody>
                    <a:bodyPr/>
                    <a:lstStyle/>
                    <a:p>
                      <a:r>
                        <a:rPr lang="en-IN" sz="1800" dirty="0"/>
                        <a:t>0</a:t>
                      </a:r>
                    </a:p>
                  </a:txBody>
                  <a:tcPr marL="91428" marR="91428" marT="45714" marB="45714"/>
                </a:tc>
                <a:tc>
                  <a:txBody>
                    <a:bodyPr/>
                    <a:lstStyle/>
                    <a:p>
                      <a:r>
                        <a:rPr lang="en-IN" sz="1800" dirty="0">
                          <a:solidFill>
                            <a:schemeClr val="tx1"/>
                          </a:solidFill>
                        </a:rPr>
                        <a:t>4</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P2</a:t>
                      </a:r>
                    </a:p>
                  </a:txBody>
                  <a:tcPr marL="91428" marR="91428" marT="45714" marB="45714"/>
                </a:tc>
                <a:tc>
                  <a:txBody>
                    <a:bodyPr/>
                    <a:lstStyle/>
                    <a:p>
                      <a:r>
                        <a:rPr lang="en-IN" sz="1800" dirty="0"/>
                        <a:t>4</a:t>
                      </a:r>
                    </a:p>
                  </a:txBody>
                  <a:tcPr marL="91428" marR="91428" marT="45714" marB="45714"/>
                </a:tc>
                <a:tc>
                  <a:txBody>
                    <a:bodyPr/>
                    <a:lstStyle/>
                    <a:p>
                      <a:r>
                        <a:rPr lang="en-IN" sz="1800" dirty="0"/>
                        <a:t>1</a:t>
                      </a:r>
                    </a:p>
                  </a:txBody>
                  <a:tcPr marL="91428" marR="91428" marT="45714" marB="45714"/>
                </a:tc>
                <a:tc>
                  <a:txBody>
                    <a:bodyPr/>
                    <a:lstStyle/>
                    <a:p>
                      <a:r>
                        <a:rPr lang="en-IN" sz="1800" dirty="0">
                          <a:solidFill>
                            <a:schemeClr val="tx1"/>
                          </a:solidFill>
                        </a:rPr>
                        <a:t>2</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P3</a:t>
                      </a:r>
                    </a:p>
                  </a:txBody>
                  <a:tcPr marL="91428" marR="91428" marT="45714" marB="45714"/>
                </a:tc>
                <a:tc>
                  <a:txBody>
                    <a:bodyPr/>
                    <a:lstStyle/>
                    <a:p>
                      <a:r>
                        <a:rPr lang="en-IN" sz="1800" dirty="0"/>
                        <a:t>6</a:t>
                      </a:r>
                    </a:p>
                  </a:txBody>
                  <a:tcPr marL="91428" marR="91428" marT="45714" marB="45714"/>
                </a:tc>
                <a:tc>
                  <a:txBody>
                    <a:bodyPr/>
                    <a:lstStyle/>
                    <a:p>
                      <a:r>
                        <a:rPr lang="en-IN" sz="1800" dirty="0"/>
                        <a:t>2</a:t>
                      </a:r>
                    </a:p>
                  </a:txBody>
                  <a:tcPr marL="91428" marR="91428" marT="45714" marB="45714"/>
                </a:tc>
                <a:tc>
                  <a:txBody>
                    <a:bodyPr/>
                    <a:lstStyle/>
                    <a:p>
                      <a:r>
                        <a:rPr lang="en-IN" sz="1800" dirty="0">
                          <a:solidFill>
                            <a:schemeClr val="tx1"/>
                          </a:solidFill>
                        </a:rPr>
                        <a:t>3</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P4</a:t>
                      </a:r>
                    </a:p>
                  </a:txBody>
                  <a:tcPr marL="91428" marR="91428" marT="45714" marB="45714"/>
                </a:tc>
                <a:tc>
                  <a:txBody>
                    <a:bodyPr/>
                    <a:lstStyle/>
                    <a:p>
                      <a:r>
                        <a:rPr lang="en-IN" sz="1800" dirty="0"/>
                        <a:t>10</a:t>
                      </a:r>
                    </a:p>
                  </a:txBody>
                  <a:tcPr marL="91428" marR="91428" marT="45714" marB="45714"/>
                </a:tc>
                <a:tc>
                  <a:txBody>
                    <a:bodyPr/>
                    <a:lstStyle/>
                    <a:p>
                      <a:r>
                        <a:rPr lang="en-IN" sz="1800" dirty="0"/>
                        <a:t>3</a:t>
                      </a:r>
                    </a:p>
                  </a:txBody>
                  <a:tcPr marL="91428" marR="91428" marT="45714" marB="45714"/>
                </a:tc>
                <a:tc>
                  <a:txBody>
                    <a:bodyPr/>
                    <a:lstStyle/>
                    <a:p>
                      <a:r>
                        <a:rPr lang="en-IN" sz="1800" dirty="0">
                          <a:solidFill>
                            <a:schemeClr val="tx1"/>
                          </a:solidFill>
                        </a:rPr>
                        <a:t>5</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P5</a:t>
                      </a:r>
                    </a:p>
                  </a:txBody>
                  <a:tcPr marL="91428" marR="91428" marT="45714" marB="45714"/>
                </a:tc>
                <a:tc>
                  <a:txBody>
                    <a:bodyPr/>
                    <a:lstStyle/>
                    <a:p>
                      <a:r>
                        <a:rPr lang="en-IN" sz="1800" dirty="0"/>
                        <a:t>8</a:t>
                      </a:r>
                    </a:p>
                  </a:txBody>
                  <a:tcPr marL="91428" marR="91428" marT="45714" marB="45714"/>
                </a:tc>
                <a:tc>
                  <a:txBody>
                    <a:bodyPr/>
                    <a:lstStyle/>
                    <a:p>
                      <a:r>
                        <a:rPr lang="en-IN" sz="1800" dirty="0"/>
                        <a:t>4</a:t>
                      </a:r>
                    </a:p>
                  </a:txBody>
                  <a:tcPr marL="91428" marR="91428" marT="45714" marB="45714"/>
                </a:tc>
                <a:tc>
                  <a:txBody>
                    <a:bodyPr/>
                    <a:lstStyle/>
                    <a:p>
                      <a:r>
                        <a:rPr lang="en-IN" sz="1800" dirty="0">
                          <a:solidFill>
                            <a:schemeClr val="tx1"/>
                          </a:solidFill>
                        </a:rPr>
                        <a:t>1</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p6</a:t>
                      </a:r>
                    </a:p>
                  </a:txBody>
                  <a:tcPr marL="91428" marR="91428" marT="45714" marB="45714"/>
                </a:tc>
                <a:tc>
                  <a:txBody>
                    <a:bodyPr/>
                    <a:lstStyle/>
                    <a:p>
                      <a:r>
                        <a:rPr lang="en-IN" sz="1800" dirty="0"/>
                        <a:t>12(h)</a:t>
                      </a:r>
                    </a:p>
                  </a:txBody>
                  <a:tcPr marL="91428" marR="91428" marT="45714" marB="45714"/>
                </a:tc>
                <a:tc>
                  <a:txBody>
                    <a:bodyPr/>
                    <a:lstStyle/>
                    <a:p>
                      <a:r>
                        <a:rPr lang="en-IN" sz="1800" dirty="0"/>
                        <a:t>5</a:t>
                      </a:r>
                    </a:p>
                  </a:txBody>
                  <a:tcPr marL="91428" marR="91428" marT="45714" marB="45714"/>
                </a:tc>
                <a:tc>
                  <a:txBody>
                    <a:bodyPr/>
                    <a:lstStyle/>
                    <a:p>
                      <a:r>
                        <a:rPr lang="en-IN" sz="1800" dirty="0">
                          <a:solidFill>
                            <a:schemeClr val="tx1"/>
                          </a:solidFill>
                        </a:rPr>
                        <a:t>4</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p7</a:t>
                      </a:r>
                    </a:p>
                  </a:txBody>
                  <a:tcPr marL="91428" marR="91428" marT="45714" marB="45714"/>
                </a:tc>
                <a:tc>
                  <a:txBody>
                    <a:bodyPr/>
                    <a:lstStyle/>
                    <a:p>
                      <a:r>
                        <a:rPr lang="en-IN" sz="1800" dirty="0"/>
                        <a:t>9</a:t>
                      </a:r>
                    </a:p>
                  </a:txBody>
                  <a:tcPr marL="91428" marR="91428" marT="45714" marB="45714"/>
                </a:tc>
                <a:tc>
                  <a:txBody>
                    <a:bodyPr/>
                    <a:lstStyle/>
                    <a:p>
                      <a:r>
                        <a:rPr lang="en-IN" sz="1800" dirty="0"/>
                        <a:t>6</a:t>
                      </a:r>
                    </a:p>
                  </a:txBody>
                  <a:tcPr marL="91428" marR="91428" marT="45714" marB="45714"/>
                </a:tc>
                <a:tc>
                  <a:txBody>
                    <a:bodyPr/>
                    <a:lstStyle/>
                    <a:p>
                      <a:r>
                        <a:rPr lang="en-IN" sz="1800" dirty="0">
                          <a:solidFill>
                            <a:schemeClr val="tx1"/>
                          </a:solidFill>
                        </a:rPr>
                        <a:t>6</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bl>
          </a:graphicData>
        </a:graphic>
      </p:graphicFrame>
      <p:sp>
        <p:nvSpPr>
          <p:cNvPr id="131157" name="Slide Number Placeholder 3"/>
          <p:cNvSpPr>
            <a:spLocks noGrp="1"/>
          </p:cNvSpPr>
          <p:nvPr>
            <p:ph type="sldNum" sz="quarter" idx="12"/>
          </p:nvPr>
        </p:nvSpPr>
        <p:spPr bwMode="auto">
          <a:noFill/>
          <a:ln>
            <a:miter lim="800000"/>
            <a:headEnd/>
            <a:tailEnd/>
          </a:ln>
        </p:spPr>
        <p:txBody>
          <a:bodyPr/>
          <a:lstStyle/>
          <a:p>
            <a:fld id="{BF1174F8-2F8D-4889-913E-62065ABA818C}" type="slidenum">
              <a:rPr lang="en-US" altLang="en-US"/>
              <a:pPr/>
              <a:t>118</a:t>
            </a:fld>
            <a:endParaRPr lang="en-US" altLang="en-US"/>
          </a:p>
        </p:txBody>
      </p:sp>
      <p:sp>
        <p:nvSpPr>
          <p:cNvPr id="131158" name="Title 1"/>
          <p:cNvSpPr>
            <a:spLocks noGrp="1"/>
          </p:cNvSpPr>
          <p:nvPr>
            <p:ph type="title"/>
          </p:nvPr>
        </p:nvSpPr>
        <p:spPr>
          <a:xfrm>
            <a:off x="457200" y="158750"/>
            <a:ext cx="8229600" cy="509588"/>
          </a:xfrm>
        </p:spPr>
        <p:txBody>
          <a:bodyPr/>
          <a:lstStyle/>
          <a:p>
            <a:r>
              <a:rPr lang="en-IN" altLang="en-US" sz="2400" smtClean="0"/>
              <a:t>Priority Scheduling preemptive</a:t>
            </a:r>
          </a:p>
        </p:txBody>
      </p:sp>
      <p:graphicFrame>
        <p:nvGraphicFramePr>
          <p:cNvPr id="9" name="Table 8"/>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31183"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1</a:t>
            </a:r>
          </a:p>
        </p:txBody>
      </p:sp>
      <p:sp>
        <p:nvSpPr>
          <p:cNvPr id="131184"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31185"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13" name="Table 1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77838" y="819150"/>
          <a:ext cx="6959601" cy="3509964"/>
        </p:xfrm>
        <a:graphic>
          <a:graphicData uri="http://schemas.openxmlformats.org/drawingml/2006/table">
            <a:tbl>
              <a:tblPr firstRow="1" bandRow="1">
                <a:tableStyleId>{5C22544A-7EE6-4342-B048-85BDC9FD1C3A}</a:tableStyleId>
              </a:tblPr>
              <a:tblGrid>
                <a:gridCol w="736750"/>
                <a:gridCol w="1119021"/>
                <a:gridCol w="805150"/>
                <a:gridCol w="777856"/>
                <a:gridCol w="730626"/>
                <a:gridCol w="906967"/>
                <a:gridCol w="859736"/>
                <a:gridCol w="1023495"/>
              </a:tblGrid>
              <a:tr h="914469">
                <a:tc>
                  <a:txBody>
                    <a:bodyPr/>
                    <a:lstStyle/>
                    <a:p>
                      <a:r>
                        <a:rPr lang="en-IN" sz="1800" dirty="0" err="1"/>
                        <a:t>P.No</a:t>
                      </a:r>
                      <a:r>
                        <a:rPr lang="en-IN" sz="1800" dirty="0"/>
                        <a:t>.</a:t>
                      </a:r>
                    </a:p>
                  </a:txBody>
                  <a:tcPr marL="91428" marR="91428" marT="45714" marB="45714"/>
                </a:tc>
                <a:tc>
                  <a:txBody>
                    <a:bodyPr/>
                    <a:lstStyle/>
                    <a:p>
                      <a:r>
                        <a:rPr lang="en-IN" sz="1800" dirty="0"/>
                        <a:t>priority</a:t>
                      </a:r>
                    </a:p>
                  </a:txBody>
                  <a:tcPr marL="91428" marR="91428" marT="45714" marB="45714"/>
                </a:tc>
                <a:tc>
                  <a:txBody>
                    <a:bodyPr/>
                    <a:lstStyle/>
                    <a:p>
                      <a:r>
                        <a:rPr lang="en-IN" sz="1800" dirty="0"/>
                        <a:t>A.T.</a:t>
                      </a:r>
                    </a:p>
                  </a:txBody>
                  <a:tcPr marL="91428" marR="91428" marT="45714" marB="45714"/>
                </a:tc>
                <a:tc>
                  <a:txBody>
                    <a:bodyPr/>
                    <a:lstStyle/>
                    <a:p>
                      <a:r>
                        <a:rPr lang="en-IN" sz="1800" dirty="0"/>
                        <a:t>B.T.</a:t>
                      </a:r>
                    </a:p>
                  </a:txBody>
                  <a:tcPr marL="91428" marR="91428" marT="45714" marB="45714"/>
                </a:tc>
                <a:tc>
                  <a:txBody>
                    <a:bodyPr/>
                    <a:lstStyle/>
                    <a:p>
                      <a:r>
                        <a:rPr lang="en-IN" sz="1800" dirty="0"/>
                        <a:t>C.T.</a:t>
                      </a:r>
                    </a:p>
                  </a:txBody>
                  <a:tcPr marL="91428" marR="91428" marT="45714" marB="45714"/>
                </a:tc>
                <a:tc>
                  <a:txBody>
                    <a:bodyPr/>
                    <a:lstStyle/>
                    <a:p>
                      <a:r>
                        <a:rPr lang="en-IN" sz="1800" dirty="0"/>
                        <a:t>TAT =C.T.-A.T</a:t>
                      </a:r>
                    </a:p>
                  </a:txBody>
                  <a:tcPr marL="91428" marR="91428" marT="45714" marB="45714"/>
                </a:tc>
                <a:tc>
                  <a:txBody>
                    <a:bodyPr/>
                    <a:lstStyle/>
                    <a:p>
                      <a:r>
                        <a:rPr lang="en-IN" sz="1800" dirty="0"/>
                        <a:t>WT=TAT-BT</a:t>
                      </a:r>
                    </a:p>
                  </a:txBody>
                  <a:tcPr marL="91428" marR="91428" marT="45714" marB="45714"/>
                </a:tc>
                <a:tc>
                  <a:txBody>
                    <a:bodyPr/>
                    <a:lstStyle/>
                    <a:p>
                      <a:r>
                        <a:rPr lang="en-IN" sz="1800" dirty="0"/>
                        <a:t>RT</a:t>
                      </a:r>
                    </a:p>
                  </a:txBody>
                  <a:tcPr marL="91428" marR="91428" marT="45714" marB="45714"/>
                </a:tc>
              </a:tr>
              <a:tr h="370785">
                <a:tc>
                  <a:txBody>
                    <a:bodyPr/>
                    <a:lstStyle/>
                    <a:p>
                      <a:r>
                        <a:rPr lang="en-IN" sz="1800" dirty="0"/>
                        <a:t>P1</a:t>
                      </a:r>
                    </a:p>
                  </a:txBody>
                  <a:tcPr marL="91428" marR="91428" marT="45714" marB="45714"/>
                </a:tc>
                <a:tc>
                  <a:txBody>
                    <a:bodyPr/>
                    <a:lstStyle/>
                    <a:p>
                      <a:r>
                        <a:rPr lang="en-IN" sz="1800" dirty="0"/>
                        <a:t>2(l)</a:t>
                      </a:r>
                    </a:p>
                  </a:txBody>
                  <a:tcPr marL="91428" marR="91428" marT="45714" marB="45714"/>
                </a:tc>
                <a:tc>
                  <a:txBody>
                    <a:bodyPr/>
                    <a:lstStyle/>
                    <a:p>
                      <a:r>
                        <a:rPr lang="en-IN" sz="1800" dirty="0"/>
                        <a:t>0</a:t>
                      </a:r>
                    </a:p>
                  </a:txBody>
                  <a:tcPr marL="91428" marR="91428" marT="45714" marB="45714"/>
                </a:tc>
                <a:tc>
                  <a:txBody>
                    <a:bodyPr/>
                    <a:lstStyle/>
                    <a:p>
                      <a:r>
                        <a:rPr lang="en-IN" sz="1800" dirty="0">
                          <a:solidFill>
                            <a:srgbClr val="FF0000"/>
                          </a:solidFill>
                        </a:rPr>
                        <a:t>3</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P2</a:t>
                      </a:r>
                    </a:p>
                  </a:txBody>
                  <a:tcPr marL="91428" marR="91428" marT="45714" marB="45714"/>
                </a:tc>
                <a:tc>
                  <a:txBody>
                    <a:bodyPr/>
                    <a:lstStyle/>
                    <a:p>
                      <a:r>
                        <a:rPr lang="en-IN" sz="1800" dirty="0"/>
                        <a:t>4</a:t>
                      </a:r>
                    </a:p>
                  </a:txBody>
                  <a:tcPr marL="91428" marR="91428" marT="45714" marB="45714"/>
                </a:tc>
                <a:tc>
                  <a:txBody>
                    <a:bodyPr/>
                    <a:lstStyle/>
                    <a:p>
                      <a:r>
                        <a:rPr lang="en-IN" sz="1800" dirty="0"/>
                        <a:t>1</a:t>
                      </a:r>
                    </a:p>
                  </a:txBody>
                  <a:tcPr marL="91428" marR="91428" marT="45714" marB="45714"/>
                </a:tc>
                <a:tc>
                  <a:txBody>
                    <a:bodyPr/>
                    <a:lstStyle/>
                    <a:p>
                      <a:r>
                        <a:rPr lang="en-IN" sz="1800" dirty="0">
                          <a:solidFill>
                            <a:schemeClr val="tx1"/>
                          </a:solidFill>
                        </a:rPr>
                        <a:t>2</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P3</a:t>
                      </a:r>
                    </a:p>
                  </a:txBody>
                  <a:tcPr marL="91428" marR="91428" marT="45714" marB="45714"/>
                </a:tc>
                <a:tc>
                  <a:txBody>
                    <a:bodyPr/>
                    <a:lstStyle/>
                    <a:p>
                      <a:r>
                        <a:rPr lang="en-IN" sz="1800" dirty="0"/>
                        <a:t>6</a:t>
                      </a:r>
                    </a:p>
                  </a:txBody>
                  <a:tcPr marL="91428" marR="91428" marT="45714" marB="45714"/>
                </a:tc>
                <a:tc>
                  <a:txBody>
                    <a:bodyPr/>
                    <a:lstStyle/>
                    <a:p>
                      <a:r>
                        <a:rPr lang="en-IN" sz="1800" dirty="0"/>
                        <a:t>2</a:t>
                      </a:r>
                    </a:p>
                  </a:txBody>
                  <a:tcPr marL="91428" marR="91428" marT="45714" marB="45714"/>
                </a:tc>
                <a:tc>
                  <a:txBody>
                    <a:bodyPr/>
                    <a:lstStyle/>
                    <a:p>
                      <a:r>
                        <a:rPr lang="en-IN" sz="1800" dirty="0">
                          <a:solidFill>
                            <a:schemeClr val="tx1"/>
                          </a:solidFill>
                        </a:rPr>
                        <a:t>3</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P4</a:t>
                      </a:r>
                    </a:p>
                  </a:txBody>
                  <a:tcPr marL="91428" marR="91428" marT="45714" marB="45714"/>
                </a:tc>
                <a:tc>
                  <a:txBody>
                    <a:bodyPr/>
                    <a:lstStyle/>
                    <a:p>
                      <a:r>
                        <a:rPr lang="en-IN" sz="1800" dirty="0"/>
                        <a:t>10</a:t>
                      </a:r>
                    </a:p>
                  </a:txBody>
                  <a:tcPr marL="91428" marR="91428" marT="45714" marB="45714"/>
                </a:tc>
                <a:tc>
                  <a:txBody>
                    <a:bodyPr/>
                    <a:lstStyle/>
                    <a:p>
                      <a:r>
                        <a:rPr lang="en-IN" sz="1800" dirty="0"/>
                        <a:t>3</a:t>
                      </a:r>
                    </a:p>
                  </a:txBody>
                  <a:tcPr marL="91428" marR="91428" marT="45714" marB="45714"/>
                </a:tc>
                <a:tc>
                  <a:txBody>
                    <a:bodyPr/>
                    <a:lstStyle/>
                    <a:p>
                      <a:r>
                        <a:rPr lang="en-IN" sz="1800" dirty="0">
                          <a:solidFill>
                            <a:schemeClr val="tx1"/>
                          </a:solidFill>
                        </a:rPr>
                        <a:t>5</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P5</a:t>
                      </a:r>
                    </a:p>
                  </a:txBody>
                  <a:tcPr marL="91428" marR="91428" marT="45714" marB="45714"/>
                </a:tc>
                <a:tc>
                  <a:txBody>
                    <a:bodyPr/>
                    <a:lstStyle/>
                    <a:p>
                      <a:r>
                        <a:rPr lang="en-IN" sz="1800" dirty="0"/>
                        <a:t>8</a:t>
                      </a:r>
                    </a:p>
                  </a:txBody>
                  <a:tcPr marL="91428" marR="91428" marT="45714" marB="45714"/>
                </a:tc>
                <a:tc>
                  <a:txBody>
                    <a:bodyPr/>
                    <a:lstStyle/>
                    <a:p>
                      <a:r>
                        <a:rPr lang="en-IN" sz="1800" dirty="0"/>
                        <a:t>4</a:t>
                      </a:r>
                    </a:p>
                  </a:txBody>
                  <a:tcPr marL="91428" marR="91428" marT="45714" marB="45714"/>
                </a:tc>
                <a:tc>
                  <a:txBody>
                    <a:bodyPr/>
                    <a:lstStyle/>
                    <a:p>
                      <a:r>
                        <a:rPr lang="en-IN" sz="1800" dirty="0">
                          <a:solidFill>
                            <a:schemeClr val="tx1"/>
                          </a:solidFill>
                        </a:rPr>
                        <a:t>1</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p6</a:t>
                      </a:r>
                    </a:p>
                  </a:txBody>
                  <a:tcPr marL="91428" marR="91428" marT="45714" marB="45714"/>
                </a:tc>
                <a:tc>
                  <a:txBody>
                    <a:bodyPr/>
                    <a:lstStyle/>
                    <a:p>
                      <a:r>
                        <a:rPr lang="en-IN" sz="1800" dirty="0"/>
                        <a:t>12(h)</a:t>
                      </a:r>
                    </a:p>
                  </a:txBody>
                  <a:tcPr marL="91428" marR="91428" marT="45714" marB="45714"/>
                </a:tc>
                <a:tc>
                  <a:txBody>
                    <a:bodyPr/>
                    <a:lstStyle/>
                    <a:p>
                      <a:r>
                        <a:rPr lang="en-IN" sz="1800" dirty="0"/>
                        <a:t>5</a:t>
                      </a:r>
                    </a:p>
                  </a:txBody>
                  <a:tcPr marL="91428" marR="91428" marT="45714" marB="45714"/>
                </a:tc>
                <a:tc>
                  <a:txBody>
                    <a:bodyPr/>
                    <a:lstStyle/>
                    <a:p>
                      <a:r>
                        <a:rPr lang="en-IN" sz="1800" dirty="0">
                          <a:solidFill>
                            <a:schemeClr val="tx1"/>
                          </a:solidFill>
                        </a:rPr>
                        <a:t>4</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p7</a:t>
                      </a:r>
                    </a:p>
                  </a:txBody>
                  <a:tcPr marL="91428" marR="91428" marT="45714" marB="45714"/>
                </a:tc>
                <a:tc>
                  <a:txBody>
                    <a:bodyPr/>
                    <a:lstStyle/>
                    <a:p>
                      <a:r>
                        <a:rPr lang="en-IN" sz="1800" dirty="0"/>
                        <a:t>9</a:t>
                      </a:r>
                    </a:p>
                  </a:txBody>
                  <a:tcPr marL="91428" marR="91428" marT="45714" marB="45714"/>
                </a:tc>
                <a:tc>
                  <a:txBody>
                    <a:bodyPr/>
                    <a:lstStyle/>
                    <a:p>
                      <a:r>
                        <a:rPr lang="en-IN" sz="1800" dirty="0"/>
                        <a:t>6</a:t>
                      </a:r>
                    </a:p>
                  </a:txBody>
                  <a:tcPr marL="91428" marR="91428" marT="45714" marB="45714"/>
                </a:tc>
                <a:tc>
                  <a:txBody>
                    <a:bodyPr/>
                    <a:lstStyle/>
                    <a:p>
                      <a:r>
                        <a:rPr lang="en-IN" sz="1800" dirty="0">
                          <a:solidFill>
                            <a:schemeClr val="tx1"/>
                          </a:solidFill>
                        </a:rPr>
                        <a:t>6</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bl>
          </a:graphicData>
        </a:graphic>
      </p:graphicFrame>
      <p:sp>
        <p:nvSpPr>
          <p:cNvPr id="132181" name="Slide Number Placeholder 3"/>
          <p:cNvSpPr>
            <a:spLocks noGrp="1"/>
          </p:cNvSpPr>
          <p:nvPr>
            <p:ph type="sldNum" sz="quarter" idx="12"/>
          </p:nvPr>
        </p:nvSpPr>
        <p:spPr bwMode="auto">
          <a:noFill/>
          <a:ln>
            <a:miter lim="800000"/>
            <a:headEnd/>
            <a:tailEnd/>
          </a:ln>
        </p:spPr>
        <p:txBody>
          <a:bodyPr/>
          <a:lstStyle/>
          <a:p>
            <a:fld id="{09065966-F933-4D64-BAED-4BC8812B3165}" type="slidenum">
              <a:rPr lang="en-US" altLang="en-US"/>
              <a:pPr/>
              <a:t>119</a:t>
            </a:fld>
            <a:endParaRPr lang="en-US" altLang="en-US"/>
          </a:p>
        </p:txBody>
      </p:sp>
      <p:sp>
        <p:nvSpPr>
          <p:cNvPr id="132182" name="Title 1"/>
          <p:cNvSpPr>
            <a:spLocks noGrp="1"/>
          </p:cNvSpPr>
          <p:nvPr>
            <p:ph type="title"/>
          </p:nvPr>
        </p:nvSpPr>
        <p:spPr>
          <a:xfrm>
            <a:off x="457200" y="158750"/>
            <a:ext cx="8229600" cy="509588"/>
          </a:xfrm>
        </p:spPr>
        <p:txBody>
          <a:bodyPr/>
          <a:lstStyle/>
          <a:p>
            <a:r>
              <a:rPr lang="en-IN" altLang="en-US" sz="2400" smtClean="0"/>
              <a:t>Priority Scheduling preemptive</a:t>
            </a:r>
          </a:p>
        </p:txBody>
      </p:sp>
      <p:graphicFrame>
        <p:nvGraphicFramePr>
          <p:cNvPr id="9" name="Table 8"/>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32207"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1</a:t>
            </a:r>
          </a:p>
        </p:txBody>
      </p:sp>
      <p:sp>
        <p:nvSpPr>
          <p:cNvPr id="132208"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32209"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13" name="Table 1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sp>
        <p:nvSpPr>
          <p:cNvPr id="132218" name="TextBox 7"/>
          <p:cNvSpPr txBox="1">
            <a:spLocks noChangeArrowheads="1"/>
          </p:cNvSpPr>
          <p:nvPr/>
        </p:nvSpPr>
        <p:spPr bwMode="auto">
          <a:xfrm>
            <a:off x="1870075" y="5635625"/>
            <a:ext cx="323850" cy="369888"/>
          </a:xfrm>
          <a:prstGeom prst="rect">
            <a:avLst/>
          </a:prstGeom>
          <a:noFill/>
          <a:ln w="9525">
            <a:noFill/>
            <a:miter lim="800000"/>
            <a:headEnd/>
            <a:tailEnd/>
          </a:ln>
        </p:spPr>
        <p:txBody>
          <a:bodyPr>
            <a:spAutoFit/>
          </a:bodyPr>
          <a:lstStyle/>
          <a:p>
            <a:r>
              <a:rPr lang="en-IN" altLang="en-US"/>
              <a:t>2</a:t>
            </a: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77838" y="819150"/>
          <a:ext cx="6959601" cy="3509964"/>
        </p:xfrm>
        <a:graphic>
          <a:graphicData uri="http://schemas.openxmlformats.org/drawingml/2006/table">
            <a:tbl>
              <a:tblPr firstRow="1" bandRow="1">
                <a:tableStyleId>{5C22544A-7EE6-4342-B048-85BDC9FD1C3A}</a:tableStyleId>
              </a:tblPr>
              <a:tblGrid>
                <a:gridCol w="736750"/>
                <a:gridCol w="1119021"/>
                <a:gridCol w="805150"/>
                <a:gridCol w="777856"/>
                <a:gridCol w="730626"/>
                <a:gridCol w="906967"/>
                <a:gridCol w="859736"/>
                <a:gridCol w="1023495"/>
              </a:tblGrid>
              <a:tr h="914469">
                <a:tc>
                  <a:txBody>
                    <a:bodyPr/>
                    <a:lstStyle/>
                    <a:p>
                      <a:r>
                        <a:rPr lang="en-IN" sz="1800" dirty="0" err="1"/>
                        <a:t>P.No</a:t>
                      </a:r>
                      <a:r>
                        <a:rPr lang="en-IN" sz="1800" dirty="0"/>
                        <a:t>.</a:t>
                      </a:r>
                    </a:p>
                  </a:txBody>
                  <a:tcPr marL="91428" marR="91428" marT="45714" marB="45714"/>
                </a:tc>
                <a:tc>
                  <a:txBody>
                    <a:bodyPr/>
                    <a:lstStyle/>
                    <a:p>
                      <a:r>
                        <a:rPr lang="en-IN" sz="1800" dirty="0"/>
                        <a:t>priority</a:t>
                      </a:r>
                    </a:p>
                  </a:txBody>
                  <a:tcPr marL="91428" marR="91428" marT="45714" marB="45714"/>
                </a:tc>
                <a:tc>
                  <a:txBody>
                    <a:bodyPr/>
                    <a:lstStyle/>
                    <a:p>
                      <a:r>
                        <a:rPr lang="en-IN" sz="1800" dirty="0"/>
                        <a:t>A.T.</a:t>
                      </a:r>
                    </a:p>
                  </a:txBody>
                  <a:tcPr marL="91428" marR="91428" marT="45714" marB="45714"/>
                </a:tc>
                <a:tc>
                  <a:txBody>
                    <a:bodyPr/>
                    <a:lstStyle/>
                    <a:p>
                      <a:r>
                        <a:rPr lang="en-IN" sz="1800" dirty="0"/>
                        <a:t>B.T.</a:t>
                      </a:r>
                    </a:p>
                  </a:txBody>
                  <a:tcPr marL="91428" marR="91428" marT="45714" marB="45714"/>
                </a:tc>
                <a:tc>
                  <a:txBody>
                    <a:bodyPr/>
                    <a:lstStyle/>
                    <a:p>
                      <a:r>
                        <a:rPr lang="en-IN" sz="1800" dirty="0"/>
                        <a:t>C.T.</a:t>
                      </a:r>
                    </a:p>
                  </a:txBody>
                  <a:tcPr marL="91428" marR="91428" marT="45714" marB="45714"/>
                </a:tc>
                <a:tc>
                  <a:txBody>
                    <a:bodyPr/>
                    <a:lstStyle/>
                    <a:p>
                      <a:r>
                        <a:rPr lang="en-IN" sz="1800" dirty="0"/>
                        <a:t>TAT =C.T.-A.T</a:t>
                      </a:r>
                    </a:p>
                  </a:txBody>
                  <a:tcPr marL="91428" marR="91428" marT="45714" marB="45714"/>
                </a:tc>
                <a:tc>
                  <a:txBody>
                    <a:bodyPr/>
                    <a:lstStyle/>
                    <a:p>
                      <a:r>
                        <a:rPr lang="en-IN" sz="1800" dirty="0"/>
                        <a:t>WT=TAT-BT</a:t>
                      </a:r>
                    </a:p>
                  </a:txBody>
                  <a:tcPr marL="91428" marR="91428" marT="45714" marB="45714"/>
                </a:tc>
                <a:tc>
                  <a:txBody>
                    <a:bodyPr/>
                    <a:lstStyle/>
                    <a:p>
                      <a:r>
                        <a:rPr lang="en-IN" sz="1800" dirty="0"/>
                        <a:t>RT</a:t>
                      </a:r>
                    </a:p>
                  </a:txBody>
                  <a:tcPr marL="91428" marR="91428" marT="45714" marB="45714"/>
                </a:tc>
              </a:tr>
              <a:tr h="370785">
                <a:tc>
                  <a:txBody>
                    <a:bodyPr/>
                    <a:lstStyle/>
                    <a:p>
                      <a:r>
                        <a:rPr lang="en-IN" sz="1800" dirty="0"/>
                        <a:t>P1</a:t>
                      </a:r>
                    </a:p>
                  </a:txBody>
                  <a:tcPr marL="91428" marR="91428" marT="45714" marB="45714"/>
                </a:tc>
                <a:tc>
                  <a:txBody>
                    <a:bodyPr/>
                    <a:lstStyle/>
                    <a:p>
                      <a:r>
                        <a:rPr lang="en-IN" sz="1800" dirty="0"/>
                        <a:t>2(l)</a:t>
                      </a:r>
                    </a:p>
                  </a:txBody>
                  <a:tcPr marL="91428" marR="91428" marT="45714" marB="45714"/>
                </a:tc>
                <a:tc>
                  <a:txBody>
                    <a:bodyPr/>
                    <a:lstStyle/>
                    <a:p>
                      <a:r>
                        <a:rPr lang="en-IN" sz="1800" dirty="0"/>
                        <a:t>0</a:t>
                      </a:r>
                    </a:p>
                  </a:txBody>
                  <a:tcPr marL="91428" marR="91428" marT="45714" marB="45714"/>
                </a:tc>
                <a:tc>
                  <a:txBody>
                    <a:bodyPr/>
                    <a:lstStyle/>
                    <a:p>
                      <a:r>
                        <a:rPr lang="en-IN" sz="1800" dirty="0">
                          <a:solidFill>
                            <a:srgbClr val="FF0000"/>
                          </a:solidFill>
                        </a:rPr>
                        <a:t>3</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P2</a:t>
                      </a:r>
                    </a:p>
                  </a:txBody>
                  <a:tcPr marL="91428" marR="91428" marT="45714" marB="45714"/>
                </a:tc>
                <a:tc>
                  <a:txBody>
                    <a:bodyPr/>
                    <a:lstStyle/>
                    <a:p>
                      <a:r>
                        <a:rPr lang="en-IN" sz="1800" dirty="0"/>
                        <a:t>4</a:t>
                      </a:r>
                    </a:p>
                  </a:txBody>
                  <a:tcPr marL="91428" marR="91428" marT="45714" marB="45714"/>
                </a:tc>
                <a:tc>
                  <a:txBody>
                    <a:bodyPr/>
                    <a:lstStyle/>
                    <a:p>
                      <a:r>
                        <a:rPr lang="en-IN" sz="1800" dirty="0"/>
                        <a:t>1</a:t>
                      </a:r>
                    </a:p>
                  </a:txBody>
                  <a:tcPr marL="91428" marR="91428" marT="45714" marB="45714"/>
                </a:tc>
                <a:tc>
                  <a:txBody>
                    <a:bodyPr/>
                    <a:lstStyle/>
                    <a:p>
                      <a:r>
                        <a:rPr lang="en-IN" sz="1800" dirty="0">
                          <a:solidFill>
                            <a:srgbClr val="FF0000"/>
                          </a:solidFill>
                        </a:rPr>
                        <a:t>1</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P3</a:t>
                      </a:r>
                    </a:p>
                  </a:txBody>
                  <a:tcPr marL="91428" marR="91428" marT="45714" marB="45714"/>
                </a:tc>
                <a:tc>
                  <a:txBody>
                    <a:bodyPr/>
                    <a:lstStyle/>
                    <a:p>
                      <a:r>
                        <a:rPr lang="en-IN" sz="1800" dirty="0"/>
                        <a:t>6</a:t>
                      </a:r>
                    </a:p>
                  </a:txBody>
                  <a:tcPr marL="91428" marR="91428" marT="45714" marB="45714"/>
                </a:tc>
                <a:tc>
                  <a:txBody>
                    <a:bodyPr/>
                    <a:lstStyle/>
                    <a:p>
                      <a:r>
                        <a:rPr lang="en-IN" sz="1800" dirty="0"/>
                        <a:t>2</a:t>
                      </a:r>
                    </a:p>
                  </a:txBody>
                  <a:tcPr marL="91428" marR="91428" marT="45714" marB="45714"/>
                </a:tc>
                <a:tc>
                  <a:txBody>
                    <a:bodyPr/>
                    <a:lstStyle/>
                    <a:p>
                      <a:r>
                        <a:rPr lang="en-IN" sz="1800" dirty="0">
                          <a:solidFill>
                            <a:schemeClr val="tx1"/>
                          </a:solidFill>
                        </a:rPr>
                        <a:t>3</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P4</a:t>
                      </a:r>
                    </a:p>
                  </a:txBody>
                  <a:tcPr marL="91428" marR="91428" marT="45714" marB="45714"/>
                </a:tc>
                <a:tc>
                  <a:txBody>
                    <a:bodyPr/>
                    <a:lstStyle/>
                    <a:p>
                      <a:r>
                        <a:rPr lang="en-IN" sz="1800" dirty="0"/>
                        <a:t>10</a:t>
                      </a:r>
                    </a:p>
                  </a:txBody>
                  <a:tcPr marL="91428" marR="91428" marT="45714" marB="45714"/>
                </a:tc>
                <a:tc>
                  <a:txBody>
                    <a:bodyPr/>
                    <a:lstStyle/>
                    <a:p>
                      <a:r>
                        <a:rPr lang="en-IN" sz="1800" dirty="0"/>
                        <a:t>3</a:t>
                      </a:r>
                    </a:p>
                  </a:txBody>
                  <a:tcPr marL="91428" marR="91428" marT="45714" marB="45714"/>
                </a:tc>
                <a:tc>
                  <a:txBody>
                    <a:bodyPr/>
                    <a:lstStyle/>
                    <a:p>
                      <a:r>
                        <a:rPr lang="en-IN" sz="1800" dirty="0">
                          <a:solidFill>
                            <a:schemeClr val="tx1"/>
                          </a:solidFill>
                        </a:rPr>
                        <a:t>5</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P5</a:t>
                      </a:r>
                    </a:p>
                  </a:txBody>
                  <a:tcPr marL="91428" marR="91428" marT="45714" marB="45714"/>
                </a:tc>
                <a:tc>
                  <a:txBody>
                    <a:bodyPr/>
                    <a:lstStyle/>
                    <a:p>
                      <a:r>
                        <a:rPr lang="en-IN" sz="1800" dirty="0"/>
                        <a:t>8</a:t>
                      </a:r>
                    </a:p>
                  </a:txBody>
                  <a:tcPr marL="91428" marR="91428" marT="45714" marB="45714"/>
                </a:tc>
                <a:tc>
                  <a:txBody>
                    <a:bodyPr/>
                    <a:lstStyle/>
                    <a:p>
                      <a:r>
                        <a:rPr lang="en-IN" sz="1800" dirty="0"/>
                        <a:t>4</a:t>
                      </a:r>
                    </a:p>
                  </a:txBody>
                  <a:tcPr marL="91428" marR="91428" marT="45714" marB="45714"/>
                </a:tc>
                <a:tc>
                  <a:txBody>
                    <a:bodyPr/>
                    <a:lstStyle/>
                    <a:p>
                      <a:r>
                        <a:rPr lang="en-IN" sz="1800" dirty="0">
                          <a:solidFill>
                            <a:schemeClr val="tx1"/>
                          </a:solidFill>
                        </a:rPr>
                        <a:t>1</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p6</a:t>
                      </a:r>
                    </a:p>
                  </a:txBody>
                  <a:tcPr marL="91428" marR="91428" marT="45714" marB="45714"/>
                </a:tc>
                <a:tc>
                  <a:txBody>
                    <a:bodyPr/>
                    <a:lstStyle/>
                    <a:p>
                      <a:r>
                        <a:rPr lang="en-IN" sz="1800" dirty="0"/>
                        <a:t>12(h)</a:t>
                      </a:r>
                    </a:p>
                  </a:txBody>
                  <a:tcPr marL="91428" marR="91428" marT="45714" marB="45714"/>
                </a:tc>
                <a:tc>
                  <a:txBody>
                    <a:bodyPr/>
                    <a:lstStyle/>
                    <a:p>
                      <a:r>
                        <a:rPr lang="en-IN" sz="1800" dirty="0"/>
                        <a:t>5</a:t>
                      </a:r>
                    </a:p>
                  </a:txBody>
                  <a:tcPr marL="91428" marR="91428" marT="45714" marB="45714"/>
                </a:tc>
                <a:tc>
                  <a:txBody>
                    <a:bodyPr/>
                    <a:lstStyle/>
                    <a:p>
                      <a:r>
                        <a:rPr lang="en-IN" sz="1800" dirty="0">
                          <a:solidFill>
                            <a:schemeClr val="tx1"/>
                          </a:solidFill>
                        </a:rPr>
                        <a:t>4</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p7</a:t>
                      </a:r>
                    </a:p>
                  </a:txBody>
                  <a:tcPr marL="91428" marR="91428" marT="45714" marB="45714"/>
                </a:tc>
                <a:tc>
                  <a:txBody>
                    <a:bodyPr/>
                    <a:lstStyle/>
                    <a:p>
                      <a:r>
                        <a:rPr lang="en-IN" sz="1800" dirty="0"/>
                        <a:t>9</a:t>
                      </a:r>
                    </a:p>
                  </a:txBody>
                  <a:tcPr marL="91428" marR="91428" marT="45714" marB="45714"/>
                </a:tc>
                <a:tc>
                  <a:txBody>
                    <a:bodyPr/>
                    <a:lstStyle/>
                    <a:p>
                      <a:r>
                        <a:rPr lang="en-IN" sz="1800" dirty="0"/>
                        <a:t>6</a:t>
                      </a:r>
                    </a:p>
                  </a:txBody>
                  <a:tcPr marL="91428" marR="91428" marT="45714" marB="45714"/>
                </a:tc>
                <a:tc>
                  <a:txBody>
                    <a:bodyPr/>
                    <a:lstStyle/>
                    <a:p>
                      <a:r>
                        <a:rPr lang="en-IN" sz="1800" dirty="0">
                          <a:solidFill>
                            <a:schemeClr val="tx1"/>
                          </a:solidFill>
                        </a:rPr>
                        <a:t>6</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bl>
          </a:graphicData>
        </a:graphic>
      </p:graphicFrame>
      <p:sp>
        <p:nvSpPr>
          <p:cNvPr id="133205" name="Slide Number Placeholder 3"/>
          <p:cNvSpPr>
            <a:spLocks noGrp="1"/>
          </p:cNvSpPr>
          <p:nvPr>
            <p:ph type="sldNum" sz="quarter" idx="12"/>
          </p:nvPr>
        </p:nvSpPr>
        <p:spPr bwMode="auto">
          <a:noFill/>
          <a:ln>
            <a:miter lim="800000"/>
            <a:headEnd/>
            <a:tailEnd/>
          </a:ln>
        </p:spPr>
        <p:txBody>
          <a:bodyPr/>
          <a:lstStyle/>
          <a:p>
            <a:fld id="{CE00370D-D13C-4C4B-8414-CC33A46CC056}" type="slidenum">
              <a:rPr lang="en-US" altLang="en-US"/>
              <a:pPr/>
              <a:t>120</a:t>
            </a:fld>
            <a:endParaRPr lang="en-US" altLang="en-US"/>
          </a:p>
        </p:txBody>
      </p:sp>
      <p:sp>
        <p:nvSpPr>
          <p:cNvPr id="133206" name="Title 1"/>
          <p:cNvSpPr>
            <a:spLocks noGrp="1"/>
          </p:cNvSpPr>
          <p:nvPr>
            <p:ph type="title"/>
          </p:nvPr>
        </p:nvSpPr>
        <p:spPr>
          <a:xfrm>
            <a:off x="457200" y="158750"/>
            <a:ext cx="8229600" cy="509588"/>
          </a:xfrm>
        </p:spPr>
        <p:txBody>
          <a:bodyPr/>
          <a:lstStyle/>
          <a:p>
            <a:r>
              <a:rPr lang="en-IN" altLang="en-US" sz="2400" smtClean="0"/>
              <a:t>Priority Scheduling preemptive</a:t>
            </a:r>
          </a:p>
        </p:txBody>
      </p:sp>
      <p:graphicFrame>
        <p:nvGraphicFramePr>
          <p:cNvPr id="9" name="Table 8"/>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33231"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1</a:t>
            </a:r>
          </a:p>
        </p:txBody>
      </p:sp>
      <p:sp>
        <p:nvSpPr>
          <p:cNvPr id="133232"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33233"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13" name="Table 1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sp>
        <p:nvSpPr>
          <p:cNvPr id="133242" name="TextBox 7"/>
          <p:cNvSpPr txBox="1">
            <a:spLocks noChangeArrowheads="1"/>
          </p:cNvSpPr>
          <p:nvPr/>
        </p:nvSpPr>
        <p:spPr bwMode="auto">
          <a:xfrm>
            <a:off x="1870075" y="5635625"/>
            <a:ext cx="323850" cy="369888"/>
          </a:xfrm>
          <a:prstGeom prst="rect">
            <a:avLst/>
          </a:prstGeom>
          <a:noFill/>
          <a:ln w="9525">
            <a:noFill/>
            <a:miter lim="800000"/>
            <a:headEnd/>
            <a:tailEnd/>
          </a:ln>
        </p:spPr>
        <p:txBody>
          <a:bodyPr>
            <a:spAutoFit/>
          </a:bodyPr>
          <a:lstStyle/>
          <a:p>
            <a:r>
              <a:rPr lang="en-IN" altLang="en-US"/>
              <a:t>2</a:t>
            </a:r>
          </a:p>
        </p:txBody>
      </p:sp>
      <p:sp>
        <p:nvSpPr>
          <p:cNvPr id="133243" name="TextBox 7"/>
          <p:cNvSpPr txBox="1">
            <a:spLocks noChangeArrowheads="1"/>
          </p:cNvSpPr>
          <p:nvPr/>
        </p:nvSpPr>
        <p:spPr bwMode="auto">
          <a:xfrm>
            <a:off x="2422525" y="5635625"/>
            <a:ext cx="323850" cy="369888"/>
          </a:xfrm>
          <a:prstGeom prst="rect">
            <a:avLst/>
          </a:prstGeom>
          <a:noFill/>
          <a:ln w="9525">
            <a:noFill/>
            <a:miter lim="800000"/>
            <a:headEnd/>
            <a:tailEnd/>
          </a:ln>
        </p:spPr>
        <p:txBody>
          <a:bodyPr>
            <a:spAutoFit/>
          </a:bodyPr>
          <a:lstStyle/>
          <a:p>
            <a:r>
              <a:rPr lang="en-IN" altLang="en-US"/>
              <a:t>3</a:t>
            </a: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77838" y="819150"/>
          <a:ext cx="6959601" cy="3509964"/>
        </p:xfrm>
        <a:graphic>
          <a:graphicData uri="http://schemas.openxmlformats.org/drawingml/2006/table">
            <a:tbl>
              <a:tblPr firstRow="1" bandRow="1">
                <a:tableStyleId>{5C22544A-7EE6-4342-B048-85BDC9FD1C3A}</a:tableStyleId>
              </a:tblPr>
              <a:tblGrid>
                <a:gridCol w="736750"/>
                <a:gridCol w="1119021"/>
                <a:gridCol w="805150"/>
                <a:gridCol w="777856"/>
                <a:gridCol w="730626"/>
                <a:gridCol w="906967"/>
                <a:gridCol w="859736"/>
                <a:gridCol w="1023495"/>
              </a:tblGrid>
              <a:tr h="914469">
                <a:tc>
                  <a:txBody>
                    <a:bodyPr/>
                    <a:lstStyle/>
                    <a:p>
                      <a:r>
                        <a:rPr lang="en-IN" sz="1800" dirty="0" err="1"/>
                        <a:t>P.No</a:t>
                      </a:r>
                      <a:r>
                        <a:rPr lang="en-IN" sz="1800" dirty="0"/>
                        <a:t>.</a:t>
                      </a:r>
                    </a:p>
                  </a:txBody>
                  <a:tcPr marL="91428" marR="91428" marT="45714" marB="45714"/>
                </a:tc>
                <a:tc>
                  <a:txBody>
                    <a:bodyPr/>
                    <a:lstStyle/>
                    <a:p>
                      <a:r>
                        <a:rPr lang="en-IN" sz="1800" dirty="0"/>
                        <a:t>priority</a:t>
                      </a:r>
                    </a:p>
                  </a:txBody>
                  <a:tcPr marL="91428" marR="91428" marT="45714" marB="45714"/>
                </a:tc>
                <a:tc>
                  <a:txBody>
                    <a:bodyPr/>
                    <a:lstStyle/>
                    <a:p>
                      <a:r>
                        <a:rPr lang="en-IN" sz="1800" dirty="0"/>
                        <a:t>A.T.</a:t>
                      </a:r>
                    </a:p>
                  </a:txBody>
                  <a:tcPr marL="91428" marR="91428" marT="45714" marB="45714"/>
                </a:tc>
                <a:tc>
                  <a:txBody>
                    <a:bodyPr/>
                    <a:lstStyle/>
                    <a:p>
                      <a:r>
                        <a:rPr lang="en-IN" sz="1800" dirty="0"/>
                        <a:t>B.T.</a:t>
                      </a:r>
                    </a:p>
                  </a:txBody>
                  <a:tcPr marL="91428" marR="91428" marT="45714" marB="45714"/>
                </a:tc>
                <a:tc>
                  <a:txBody>
                    <a:bodyPr/>
                    <a:lstStyle/>
                    <a:p>
                      <a:r>
                        <a:rPr lang="en-IN" sz="1800" dirty="0"/>
                        <a:t>C.T.</a:t>
                      </a:r>
                    </a:p>
                  </a:txBody>
                  <a:tcPr marL="91428" marR="91428" marT="45714" marB="45714"/>
                </a:tc>
                <a:tc>
                  <a:txBody>
                    <a:bodyPr/>
                    <a:lstStyle/>
                    <a:p>
                      <a:r>
                        <a:rPr lang="en-IN" sz="1800" dirty="0"/>
                        <a:t>TAT =C.T.-A.T</a:t>
                      </a:r>
                    </a:p>
                  </a:txBody>
                  <a:tcPr marL="91428" marR="91428" marT="45714" marB="45714"/>
                </a:tc>
                <a:tc>
                  <a:txBody>
                    <a:bodyPr/>
                    <a:lstStyle/>
                    <a:p>
                      <a:r>
                        <a:rPr lang="en-IN" sz="1800" dirty="0"/>
                        <a:t>WT=TAT-BT</a:t>
                      </a:r>
                    </a:p>
                  </a:txBody>
                  <a:tcPr marL="91428" marR="91428" marT="45714" marB="45714"/>
                </a:tc>
                <a:tc>
                  <a:txBody>
                    <a:bodyPr/>
                    <a:lstStyle/>
                    <a:p>
                      <a:r>
                        <a:rPr lang="en-IN" sz="1800" dirty="0"/>
                        <a:t>RT</a:t>
                      </a:r>
                    </a:p>
                  </a:txBody>
                  <a:tcPr marL="91428" marR="91428" marT="45714" marB="45714"/>
                </a:tc>
              </a:tr>
              <a:tr h="370785">
                <a:tc>
                  <a:txBody>
                    <a:bodyPr/>
                    <a:lstStyle/>
                    <a:p>
                      <a:r>
                        <a:rPr lang="en-IN" sz="1800" dirty="0"/>
                        <a:t>P1</a:t>
                      </a:r>
                    </a:p>
                  </a:txBody>
                  <a:tcPr marL="91428" marR="91428" marT="45714" marB="45714"/>
                </a:tc>
                <a:tc>
                  <a:txBody>
                    <a:bodyPr/>
                    <a:lstStyle/>
                    <a:p>
                      <a:r>
                        <a:rPr lang="en-IN" sz="1800" dirty="0"/>
                        <a:t>2(l)</a:t>
                      </a:r>
                    </a:p>
                  </a:txBody>
                  <a:tcPr marL="91428" marR="91428" marT="45714" marB="45714"/>
                </a:tc>
                <a:tc>
                  <a:txBody>
                    <a:bodyPr/>
                    <a:lstStyle/>
                    <a:p>
                      <a:r>
                        <a:rPr lang="en-IN" sz="1800" dirty="0"/>
                        <a:t>0</a:t>
                      </a:r>
                    </a:p>
                  </a:txBody>
                  <a:tcPr marL="91428" marR="91428" marT="45714" marB="45714"/>
                </a:tc>
                <a:tc>
                  <a:txBody>
                    <a:bodyPr/>
                    <a:lstStyle/>
                    <a:p>
                      <a:r>
                        <a:rPr lang="en-IN" sz="1800" dirty="0">
                          <a:solidFill>
                            <a:srgbClr val="FF0000"/>
                          </a:solidFill>
                        </a:rPr>
                        <a:t>3</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P2</a:t>
                      </a:r>
                    </a:p>
                  </a:txBody>
                  <a:tcPr marL="91428" marR="91428" marT="45714" marB="45714"/>
                </a:tc>
                <a:tc>
                  <a:txBody>
                    <a:bodyPr/>
                    <a:lstStyle/>
                    <a:p>
                      <a:r>
                        <a:rPr lang="en-IN" sz="1800" dirty="0"/>
                        <a:t>4</a:t>
                      </a:r>
                    </a:p>
                  </a:txBody>
                  <a:tcPr marL="91428" marR="91428" marT="45714" marB="45714"/>
                </a:tc>
                <a:tc>
                  <a:txBody>
                    <a:bodyPr/>
                    <a:lstStyle/>
                    <a:p>
                      <a:r>
                        <a:rPr lang="en-IN" sz="1800" dirty="0"/>
                        <a:t>1</a:t>
                      </a:r>
                    </a:p>
                  </a:txBody>
                  <a:tcPr marL="91428" marR="91428" marT="45714" marB="45714"/>
                </a:tc>
                <a:tc>
                  <a:txBody>
                    <a:bodyPr/>
                    <a:lstStyle/>
                    <a:p>
                      <a:r>
                        <a:rPr lang="en-IN" sz="1800" dirty="0">
                          <a:solidFill>
                            <a:srgbClr val="FF0000"/>
                          </a:solidFill>
                        </a:rPr>
                        <a:t>1</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P3</a:t>
                      </a:r>
                    </a:p>
                  </a:txBody>
                  <a:tcPr marL="91428" marR="91428" marT="45714" marB="45714"/>
                </a:tc>
                <a:tc>
                  <a:txBody>
                    <a:bodyPr/>
                    <a:lstStyle/>
                    <a:p>
                      <a:r>
                        <a:rPr lang="en-IN" sz="1800" dirty="0"/>
                        <a:t>6</a:t>
                      </a:r>
                    </a:p>
                  </a:txBody>
                  <a:tcPr marL="91428" marR="91428" marT="45714" marB="45714"/>
                </a:tc>
                <a:tc>
                  <a:txBody>
                    <a:bodyPr/>
                    <a:lstStyle/>
                    <a:p>
                      <a:r>
                        <a:rPr lang="en-IN" sz="1800" dirty="0"/>
                        <a:t>2</a:t>
                      </a:r>
                    </a:p>
                  </a:txBody>
                  <a:tcPr marL="91428" marR="91428" marT="45714" marB="45714"/>
                </a:tc>
                <a:tc>
                  <a:txBody>
                    <a:bodyPr/>
                    <a:lstStyle/>
                    <a:p>
                      <a:r>
                        <a:rPr lang="en-IN" sz="1800" dirty="0">
                          <a:solidFill>
                            <a:srgbClr val="FF0000"/>
                          </a:solidFill>
                        </a:rPr>
                        <a:t>2</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P4</a:t>
                      </a:r>
                    </a:p>
                  </a:txBody>
                  <a:tcPr marL="91428" marR="91428" marT="45714" marB="45714"/>
                </a:tc>
                <a:tc>
                  <a:txBody>
                    <a:bodyPr/>
                    <a:lstStyle/>
                    <a:p>
                      <a:r>
                        <a:rPr lang="en-IN" sz="1800" dirty="0"/>
                        <a:t>10</a:t>
                      </a:r>
                    </a:p>
                  </a:txBody>
                  <a:tcPr marL="91428" marR="91428" marT="45714" marB="45714"/>
                </a:tc>
                <a:tc>
                  <a:txBody>
                    <a:bodyPr/>
                    <a:lstStyle/>
                    <a:p>
                      <a:r>
                        <a:rPr lang="en-IN" sz="1800" dirty="0"/>
                        <a:t>3</a:t>
                      </a:r>
                    </a:p>
                  </a:txBody>
                  <a:tcPr marL="91428" marR="91428" marT="45714" marB="45714"/>
                </a:tc>
                <a:tc>
                  <a:txBody>
                    <a:bodyPr/>
                    <a:lstStyle/>
                    <a:p>
                      <a:r>
                        <a:rPr lang="en-IN" sz="1800" dirty="0">
                          <a:solidFill>
                            <a:schemeClr val="tx1"/>
                          </a:solidFill>
                        </a:rPr>
                        <a:t>5</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P5</a:t>
                      </a:r>
                    </a:p>
                  </a:txBody>
                  <a:tcPr marL="91428" marR="91428" marT="45714" marB="45714"/>
                </a:tc>
                <a:tc>
                  <a:txBody>
                    <a:bodyPr/>
                    <a:lstStyle/>
                    <a:p>
                      <a:r>
                        <a:rPr lang="en-IN" sz="1800" dirty="0"/>
                        <a:t>8</a:t>
                      </a:r>
                    </a:p>
                  </a:txBody>
                  <a:tcPr marL="91428" marR="91428" marT="45714" marB="45714"/>
                </a:tc>
                <a:tc>
                  <a:txBody>
                    <a:bodyPr/>
                    <a:lstStyle/>
                    <a:p>
                      <a:r>
                        <a:rPr lang="en-IN" sz="1800" dirty="0"/>
                        <a:t>4</a:t>
                      </a:r>
                    </a:p>
                  </a:txBody>
                  <a:tcPr marL="91428" marR="91428" marT="45714" marB="45714"/>
                </a:tc>
                <a:tc>
                  <a:txBody>
                    <a:bodyPr/>
                    <a:lstStyle/>
                    <a:p>
                      <a:r>
                        <a:rPr lang="en-IN" sz="1800" dirty="0">
                          <a:solidFill>
                            <a:schemeClr val="tx1"/>
                          </a:solidFill>
                        </a:rPr>
                        <a:t>1</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p6</a:t>
                      </a:r>
                    </a:p>
                  </a:txBody>
                  <a:tcPr marL="91428" marR="91428" marT="45714" marB="45714"/>
                </a:tc>
                <a:tc>
                  <a:txBody>
                    <a:bodyPr/>
                    <a:lstStyle/>
                    <a:p>
                      <a:r>
                        <a:rPr lang="en-IN" sz="1800" dirty="0"/>
                        <a:t>12(h)</a:t>
                      </a:r>
                    </a:p>
                  </a:txBody>
                  <a:tcPr marL="91428" marR="91428" marT="45714" marB="45714"/>
                </a:tc>
                <a:tc>
                  <a:txBody>
                    <a:bodyPr/>
                    <a:lstStyle/>
                    <a:p>
                      <a:r>
                        <a:rPr lang="en-IN" sz="1800" dirty="0"/>
                        <a:t>5</a:t>
                      </a:r>
                    </a:p>
                  </a:txBody>
                  <a:tcPr marL="91428" marR="91428" marT="45714" marB="45714"/>
                </a:tc>
                <a:tc>
                  <a:txBody>
                    <a:bodyPr/>
                    <a:lstStyle/>
                    <a:p>
                      <a:r>
                        <a:rPr lang="en-IN" sz="1800" dirty="0">
                          <a:solidFill>
                            <a:schemeClr val="tx1"/>
                          </a:solidFill>
                        </a:rPr>
                        <a:t>4</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p7</a:t>
                      </a:r>
                    </a:p>
                  </a:txBody>
                  <a:tcPr marL="91428" marR="91428" marT="45714" marB="45714"/>
                </a:tc>
                <a:tc>
                  <a:txBody>
                    <a:bodyPr/>
                    <a:lstStyle/>
                    <a:p>
                      <a:r>
                        <a:rPr lang="en-IN" sz="1800" dirty="0"/>
                        <a:t>9</a:t>
                      </a:r>
                    </a:p>
                  </a:txBody>
                  <a:tcPr marL="91428" marR="91428" marT="45714" marB="45714"/>
                </a:tc>
                <a:tc>
                  <a:txBody>
                    <a:bodyPr/>
                    <a:lstStyle/>
                    <a:p>
                      <a:r>
                        <a:rPr lang="en-IN" sz="1800" dirty="0"/>
                        <a:t>6</a:t>
                      </a:r>
                    </a:p>
                  </a:txBody>
                  <a:tcPr marL="91428" marR="91428" marT="45714" marB="45714"/>
                </a:tc>
                <a:tc>
                  <a:txBody>
                    <a:bodyPr/>
                    <a:lstStyle/>
                    <a:p>
                      <a:r>
                        <a:rPr lang="en-IN" sz="1800" dirty="0">
                          <a:solidFill>
                            <a:schemeClr val="tx1"/>
                          </a:solidFill>
                        </a:rPr>
                        <a:t>6</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bl>
          </a:graphicData>
        </a:graphic>
      </p:graphicFrame>
      <p:sp>
        <p:nvSpPr>
          <p:cNvPr id="134229" name="Slide Number Placeholder 3"/>
          <p:cNvSpPr>
            <a:spLocks noGrp="1"/>
          </p:cNvSpPr>
          <p:nvPr>
            <p:ph type="sldNum" sz="quarter" idx="12"/>
          </p:nvPr>
        </p:nvSpPr>
        <p:spPr bwMode="auto">
          <a:noFill/>
          <a:ln>
            <a:miter lim="800000"/>
            <a:headEnd/>
            <a:tailEnd/>
          </a:ln>
        </p:spPr>
        <p:txBody>
          <a:bodyPr/>
          <a:lstStyle/>
          <a:p>
            <a:fld id="{3CF3B6CA-5644-4DE1-81E8-C762D5005FD4}" type="slidenum">
              <a:rPr lang="en-US" altLang="en-US"/>
              <a:pPr/>
              <a:t>121</a:t>
            </a:fld>
            <a:endParaRPr lang="en-US" altLang="en-US"/>
          </a:p>
        </p:txBody>
      </p:sp>
      <p:sp>
        <p:nvSpPr>
          <p:cNvPr id="134230" name="Title 1"/>
          <p:cNvSpPr>
            <a:spLocks noGrp="1"/>
          </p:cNvSpPr>
          <p:nvPr>
            <p:ph type="title"/>
          </p:nvPr>
        </p:nvSpPr>
        <p:spPr>
          <a:xfrm>
            <a:off x="457200" y="158750"/>
            <a:ext cx="8229600" cy="509588"/>
          </a:xfrm>
        </p:spPr>
        <p:txBody>
          <a:bodyPr/>
          <a:lstStyle/>
          <a:p>
            <a:r>
              <a:rPr lang="en-IN" altLang="en-US" sz="2400" smtClean="0"/>
              <a:t>Priority Scheduling preemptive</a:t>
            </a:r>
          </a:p>
        </p:txBody>
      </p:sp>
      <p:graphicFrame>
        <p:nvGraphicFramePr>
          <p:cNvPr id="9" name="Table 8"/>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p4</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34255"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1</a:t>
            </a:r>
          </a:p>
        </p:txBody>
      </p:sp>
      <p:sp>
        <p:nvSpPr>
          <p:cNvPr id="134256"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34257"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13" name="Table 1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sp>
        <p:nvSpPr>
          <p:cNvPr id="134266" name="TextBox 7"/>
          <p:cNvSpPr txBox="1">
            <a:spLocks noChangeArrowheads="1"/>
          </p:cNvSpPr>
          <p:nvPr/>
        </p:nvSpPr>
        <p:spPr bwMode="auto">
          <a:xfrm>
            <a:off x="1870075" y="5635625"/>
            <a:ext cx="323850" cy="369888"/>
          </a:xfrm>
          <a:prstGeom prst="rect">
            <a:avLst/>
          </a:prstGeom>
          <a:noFill/>
          <a:ln w="9525">
            <a:noFill/>
            <a:miter lim="800000"/>
            <a:headEnd/>
            <a:tailEnd/>
          </a:ln>
        </p:spPr>
        <p:txBody>
          <a:bodyPr>
            <a:spAutoFit/>
          </a:bodyPr>
          <a:lstStyle/>
          <a:p>
            <a:r>
              <a:rPr lang="en-IN" altLang="en-US"/>
              <a:t>2</a:t>
            </a:r>
          </a:p>
        </p:txBody>
      </p:sp>
      <p:sp>
        <p:nvSpPr>
          <p:cNvPr id="134267" name="TextBox 7"/>
          <p:cNvSpPr txBox="1">
            <a:spLocks noChangeArrowheads="1"/>
          </p:cNvSpPr>
          <p:nvPr/>
        </p:nvSpPr>
        <p:spPr bwMode="auto">
          <a:xfrm>
            <a:off x="2422525" y="5635625"/>
            <a:ext cx="323850" cy="369888"/>
          </a:xfrm>
          <a:prstGeom prst="rect">
            <a:avLst/>
          </a:prstGeom>
          <a:noFill/>
          <a:ln w="9525">
            <a:noFill/>
            <a:miter lim="800000"/>
            <a:headEnd/>
            <a:tailEnd/>
          </a:ln>
        </p:spPr>
        <p:txBody>
          <a:bodyPr>
            <a:spAutoFit/>
          </a:bodyPr>
          <a:lstStyle/>
          <a:p>
            <a:r>
              <a:rPr lang="en-IN" altLang="en-US"/>
              <a:t>3</a:t>
            </a:r>
          </a:p>
        </p:txBody>
      </p:sp>
      <p:sp>
        <p:nvSpPr>
          <p:cNvPr id="134268" name="TextBox 7"/>
          <p:cNvSpPr txBox="1">
            <a:spLocks noChangeArrowheads="1"/>
          </p:cNvSpPr>
          <p:nvPr/>
        </p:nvSpPr>
        <p:spPr bwMode="auto">
          <a:xfrm>
            <a:off x="3021013" y="5635625"/>
            <a:ext cx="323850" cy="369888"/>
          </a:xfrm>
          <a:prstGeom prst="rect">
            <a:avLst/>
          </a:prstGeom>
          <a:noFill/>
          <a:ln w="9525">
            <a:noFill/>
            <a:miter lim="800000"/>
            <a:headEnd/>
            <a:tailEnd/>
          </a:ln>
        </p:spPr>
        <p:txBody>
          <a:bodyPr>
            <a:spAutoFit/>
          </a:bodyPr>
          <a:lstStyle/>
          <a:p>
            <a:r>
              <a:rPr lang="en-IN" altLang="en-US"/>
              <a:t>5</a:t>
            </a: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77838" y="819150"/>
          <a:ext cx="6959601" cy="3509964"/>
        </p:xfrm>
        <a:graphic>
          <a:graphicData uri="http://schemas.openxmlformats.org/drawingml/2006/table">
            <a:tbl>
              <a:tblPr firstRow="1" bandRow="1">
                <a:tableStyleId>{5C22544A-7EE6-4342-B048-85BDC9FD1C3A}</a:tableStyleId>
              </a:tblPr>
              <a:tblGrid>
                <a:gridCol w="736750"/>
                <a:gridCol w="1119021"/>
                <a:gridCol w="805150"/>
                <a:gridCol w="777856"/>
                <a:gridCol w="730626"/>
                <a:gridCol w="906967"/>
                <a:gridCol w="859736"/>
                <a:gridCol w="1023495"/>
              </a:tblGrid>
              <a:tr h="914469">
                <a:tc>
                  <a:txBody>
                    <a:bodyPr/>
                    <a:lstStyle/>
                    <a:p>
                      <a:r>
                        <a:rPr lang="en-IN" sz="1800" dirty="0" err="1"/>
                        <a:t>P.No</a:t>
                      </a:r>
                      <a:r>
                        <a:rPr lang="en-IN" sz="1800" dirty="0"/>
                        <a:t>.</a:t>
                      </a:r>
                    </a:p>
                  </a:txBody>
                  <a:tcPr marL="91428" marR="91428" marT="45714" marB="45714"/>
                </a:tc>
                <a:tc>
                  <a:txBody>
                    <a:bodyPr/>
                    <a:lstStyle/>
                    <a:p>
                      <a:r>
                        <a:rPr lang="en-IN" sz="1800" dirty="0"/>
                        <a:t>priority</a:t>
                      </a:r>
                    </a:p>
                  </a:txBody>
                  <a:tcPr marL="91428" marR="91428" marT="45714" marB="45714"/>
                </a:tc>
                <a:tc>
                  <a:txBody>
                    <a:bodyPr/>
                    <a:lstStyle/>
                    <a:p>
                      <a:r>
                        <a:rPr lang="en-IN" sz="1800" dirty="0"/>
                        <a:t>A.T.</a:t>
                      </a:r>
                    </a:p>
                  </a:txBody>
                  <a:tcPr marL="91428" marR="91428" marT="45714" marB="45714"/>
                </a:tc>
                <a:tc>
                  <a:txBody>
                    <a:bodyPr/>
                    <a:lstStyle/>
                    <a:p>
                      <a:r>
                        <a:rPr lang="en-IN" sz="1800" dirty="0"/>
                        <a:t>B.T.</a:t>
                      </a:r>
                    </a:p>
                  </a:txBody>
                  <a:tcPr marL="91428" marR="91428" marT="45714" marB="45714"/>
                </a:tc>
                <a:tc>
                  <a:txBody>
                    <a:bodyPr/>
                    <a:lstStyle/>
                    <a:p>
                      <a:r>
                        <a:rPr lang="en-IN" sz="1800" dirty="0"/>
                        <a:t>C.T.</a:t>
                      </a:r>
                    </a:p>
                  </a:txBody>
                  <a:tcPr marL="91428" marR="91428" marT="45714" marB="45714"/>
                </a:tc>
                <a:tc>
                  <a:txBody>
                    <a:bodyPr/>
                    <a:lstStyle/>
                    <a:p>
                      <a:r>
                        <a:rPr lang="en-IN" sz="1800" dirty="0"/>
                        <a:t>TAT =C.T.-A.T</a:t>
                      </a:r>
                    </a:p>
                  </a:txBody>
                  <a:tcPr marL="91428" marR="91428" marT="45714" marB="45714"/>
                </a:tc>
                <a:tc>
                  <a:txBody>
                    <a:bodyPr/>
                    <a:lstStyle/>
                    <a:p>
                      <a:r>
                        <a:rPr lang="en-IN" sz="1800" dirty="0"/>
                        <a:t>WT=TAT-BT</a:t>
                      </a:r>
                    </a:p>
                  </a:txBody>
                  <a:tcPr marL="91428" marR="91428" marT="45714" marB="45714"/>
                </a:tc>
                <a:tc>
                  <a:txBody>
                    <a:bodyPr/>
                    <a:lstStyle/>
                    <a:p>
                      <a:r>
                        <a:rPr lang="en-IN" sz="1800" dirty="0"/>
                        <a:t>RT</a:t>
                      </a:r>
                    </a:p>
                  </a:txBody>
                  <a:tcPr marL="91428" marR="91428" marT="45714" marB="45714"/>
                </a:tc>
              </a:tr>
              <a:tr h="370785">
                <a:tc>
                  <a:txBody>
                    <a:bodyPr/>
                    <a:lstStyle/>
                    <a:p>
                      <a:r>
                        <a:rPr lang="en-IN" sz="1800" dirty="0"/>
                        <a:t>P1</a:t>
                      </a:r>
                    </a:p>
                  </a:txBody>
                  <a:tcPr marL="91428" marR="91428" marT="45714" marB="45714"/>
                </a:tc>
                <a:tc>
                  <a:txBody>
                    <a:bodyPr/>
                    <a:lstStyle/>
                    <a:p>
                      <a:r>
                        <a:rPr lang="en-IN" sz="1800" dirty="0"/>
                        <a:t>2(l)</a:t>
                      </a:r>
                    </a:p>
                  </a:txBody>
                  <a:tcPr marL="91428" marR="91428" marT="45714" marB="45714"/>
                </a:tc>
                <a:tc>
                  <a:txBody>
                    <a:bodyPr/>
                    <a:lstStyle/>
                    <a:p>
                      <a:r>
                        <a:rPr lang="en-IN" sz="1800" dirty="0"/>
                        <a:t>0</a:t>
                      </a:r>
                    </a:p>
                  </a:txBody>
                  <a:tcPr marL="91428" marR="91428" marT="45714" marB="45714"/>
                </a:tc>
                <a:tc>
                  <a:txBody>
                    <a:bodyPr/>
                    <a:lstStyle/>
                    <a:p>
                      <a:r>
                        <a:rPr lang="en-IN" sz="1800" dirty="0">
                          <a:solidFill>
                            <a:srgbClr val="FF0000"/>
                          </a:solidFill>
                        </a:rPr>
                        <a:t>3</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P2</a:t>
                      </a:r>
                    </a:p>
                  </a:txBody>
                  <a:tcPr marL="91428" marR="91428" marT="45714" marB="45714"/>
                </a:tc>
                <a:tc>
                  <a:txBody>
                    <a:bodyPr/>
                    <a:lstStyle/>
                    <a:p>
                      <a:r>
                        <a:rPr lang="en-IN" sz="1800" dirty="0"/>
                        <a:t>4</a:t>
                      </a:r>
                    </a:p>
                  </a:txBody>
                  <a:tcPr marL="91428" marR="91428" marT="45714" marB="45714"/>
                </a:tc>
                <a:tc>
                  <a:txBody>
                    <a:bodyPr/>
                    <a:lstStyle/>
                    <a:p>
                      <a:r>
                        <a:rPr lang="en-IN" sz="1800" dirty="0"/>
                        <a:t>1</a:t>
                      </a:r>
                    </a:p>
                  </a:txBody>
                  <a:tcPr marL="91428" marR="91428" marT="45714" marB="45714"/>
                </a:tc>
                <a:tc>
                  <a:txBody>
                    <a:bodyPr/>
                    <a:lstStyle/>
                    <a:p>
                      <a:r>
                        <a:rPr lang="en-IN" sz="1800" dirty="0">
                          <a:solidFill>
                            <a:srgbClr val="FF0000"/>
                          </a:solidFill>
                        </a:rPr>
                        <a:t>1</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P3</a:t>
                      </a:r>
                    </a:p>
                  </a:txBody>
                  <a:tcPr marL="91428" marR="91428" marT="45714" marB="45714"/>
                </a:tc>
                <a:tc>
                  <a:txBody>
                    <a:bodyPr/>
                    <a:lstStyle/>
                    <a:p>
                      <a:r>
                        <a:rPr lang="en-IN" sz="1800" dirty="0"/>
                        <a:t>6</a:t>
                      </a:r>
                    </a:p>
                  </a:txBody>
                  <a:tcPr marL="91428" marR="91428" marT="45714" marB="45714"/>
                </a:tc>
                <a:tc>
                  <a:txBody>
                    <a:bodyPr/>
                    <a:lstStyle/>
                    <a:p>
                      <a:r>
                        <a:rPr lang="en-IN" sz="1800" dirty="0"/>
                        <a:t>2</a:t>
                      </a:r>
                    </a:p>
                  </a:txBody>
                  <a:tcPr marL="91428" marR="91428" marT="45714" marB="45714"/>
                </a:tc>
                <a:tc>
                  <a:txBody>
                    <a:bodyPr/>
                    <a:lstStyle/>
                    <a:p>
                      <a:r>
                        <a:rPr lang="en-IN" sz="1800" dirty="0">
                          <a:solidFill>
                            <a:srgbClr val="FF0000"/>
                          </a:solidFill>
                        </a:rPr>
                        <a:t>2</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P4</a:t>
                      </a:r>
                    </a:p>
                  </a:txBody>
                  <a:tcPr marL="91428" marR="91428" marT="45714" marB="45714"/>
                </a:tc>
                <a:tc>
                  <a:txBody>
                    <a:bodyPr/>
                    <a:lstStyle/>
                    <a:p>
                      <a:r>
                        <a:rPr lang="en-IN" sz="1800" dirty="0"/>
                        <a:t>10</a:t>
                      </a:r>
                    </a:p>
                  </a:txBody>
                  <a:tcPr marL="91428" marR="91428" marT="45714" marB="45714"/>
                </a:tc>
                <a:tc>
                  <a:txBody>
                    <a:bodyPr/>
                    <a:lstStyle/>
                    <a:p>
                      <a:r>
                        <a:rPr lang="en-IN" sz="1800" dirty="0"/>
                        <a:t>3</a:t>
                      </a:r>
                    </a:p>
                  </a:txBody>
                  <a:tcPr marL="91428" marR="91428" marT="45714" marB="45714"/>
                </a:tc>
                <a:tc>
                  <a:txBody>
                    <a:bodyPr/>
                    <a:lstStyle/>
                    <a:p>
                      <a:r>
                        <a:rPr lang="en-IN" sz="1800" dirty="0">
                          <a:solidFill>
                            <a:srgbClr val="FF0000"/>
                          </a:solidFill>
                        </a:rPr>
                        <a:t>3</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P5</a:t>
                      </a:r>
                    </a:p>
                  </a:txBody>
                  <a:tcPr marL="91428" marR="91428" marT="45714" marB="45714"/>
                </a:tc>
                <a:tc>
                  <a:txBody>
                    <a:bodyPr/>
                    <a:lstStyle/>
                    <a:p>
                      <a:r>
                        <a:rPr lang="en-IN" sz="1800" dirty="0"/>
                        <a:t>8</a:t>
                      </a:r>
                    </a:p>
                  </a:txBody>
                  <a:tcPr marL="91428" marR="91428" marT="45714" marB="45714"/>
                </a:tc>
                <a:tc>
                  <a:txBody>
                    <a:bodyPr/>
                    <a:lstStyle/>
                    <a:p>
                      <a:r>
                        <a:rPr lang="en-IN" sz="1800" dirty="0"/>
                        <a:t>4</a:t>
                      </a:r>
                    </a:p>
                  </a:txBody>
                  <a:tcPr marL="91428" marR="91428" marT="45714" marB="45714"/>
                </a:tc>
                <a:tc>
                  <a:txBody>
                    <a:bodyPr/>
                    <a:lstStyle/>
                    <a:p>
                      <a:r>
                        <a:rPr lang="en-IN" sz="1800" dirty="0">
                          <a:solidFill>
                            <a:schemeClr val="tx1"/>
                          </a:solidFill>
                        </a:rPr>
                        <a:t>1</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p6</a:t>
                      </a:r>
                    </a:p>
                  </a:txBody>
                  <a:tcPr marL="91428" marR="91428" marT="45714" marB="45714"/>
                </a:tc>
                <a:tc>
                  <a:txBody>
                    <a:bodyPr/>
                    <a:lstStyle/>
                    <a:p>
                      <a:r>
                        <a:rPr lang="en-IN" sz="1800" dirty="0"/>
                        <a:t>12(h)</a:t>
                      </a:r>
                    </a:p>
                  </a:txBody>
                  <a:tcPr marL="91428" marR="91428" marT="45714" marB="45714"/>
                </a:tc>
                <a:tc>
                  <a:txBody>
                    <a:bodyPr/>
                    <a:lstStyle/>
                    <a:p>
                      <a:r>
                        <a:rPr lang="en-IN" sz="1800" dirty="0"/>
                        <a:t>5</a:t>
                      </a:r>
                    </a:p>
                  </a:txBody>
                  <a:tcPr marL="91428" marR="91428" marT="45714" marB="45714"/>
                </a:tc>
                <a:tc>
                  <a:txBody>
                    <a:bodyPr/>
                    <a:lstStyle/>
                    <a:p>
                      <a:r>
                        <a:rPr lang="en-IN" sz="1800" dirty="0">
                          <a:solidFill>
                            <a:schemeClr val="tx1"/>
                          </a:solidFill>
                        </a:rPr>
                        <a:t>4</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p7</a:t>
                      </a:r>
                    </a:p>
                  </a:txBody>
                  <a:tcPr marL="91428" marR="91428" marT="45714" marB="45714"/>
                </a:tc>
                <a:tc>
                  <a:txBody>
                    <a:bodyPr/>
                    <a:lstStyle/>
                    <a:p>
                      <a:r>
                        <a:rPr lang="en-IN" sz="1800" dirty="0"/>
                        <a:t>9</a:t>
                      </a:r>
                    </a:p>
                  </a:txBody>
                  <a:tcPr marL="91428" marR="91428" marT="45714" marB="45714"/>
                </a:tc>
                <a:tc>
                  <a:txBody>
                    <a:bodyPr/>
                    <a:lstStyle/>
                    <a:p>
                      <a:r>
                        <a:rPr lang="en-IN" sz="1800" dirty="0"/>
                        <a:t>6</a:t>
                      </a:r>
                    </a:p>
                  </a:txBody>
                  <a:tcPr marL="91428" marR="91428" marT="45714" marB="45714"/>
                </a:tc>
                <a:tc>
                  <a:txBody>
                    <a:bodyPr/>
                    <a:lstStyle/>
                    <a:p>
                      <a:r>
                        <a:rPr lang="en-IN" sz="1800" dirty="0">
                          <a:solidFill>
                            <a:schemeClr val="tx1"/>
                          </a:solidFill>
                        </a:rPr>
                        <a:t>6</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bl>
          </a:graphicData>
        </a:graphic>
      </p:graphicFrame>
      <p:sp>
        <p:nvSpPr>
          <p:cNvPr id="135253" name="Slide Number Placeholder 3"/>
          <p:cNvSpPr>
            <a:spLocks noGrp="1"/>
          </p:cNvSpPr>
          <p:nvPr>
            <p:ph type="sldNum" sz="quarter" idx="12"/>
          </p:nvPr>
        </p:nvSpPr>
        <p:spPr bwMode="auto">
          <a:noFill/>
          <a:ln>
            <a:miter lim="800000"/>
            <a:headEnd/>
            <a:tailEnd/>
          </a:ln>
        </p:spPr>
        <p:txBody>
          <a:bodyPr/>
          <a:lstStyle/>
          <a:p>
            <a:fld id="{668564B3-1923-40E6-8163-4118CDA20FB3}" type="slidenum">
              <a:rPr lang="en-US" altLang="en-US"/>
              <a:pPr/>
              <a:t>122</a:t>
            </a:fld>
            <a:endParaRPr lang="en-US" altLang="en-US"/>
          </a:p>
        </p:txBody>
      </p:sp>
      <p:sp>
        <p:nvSpPr>
          <p:cNvPr id="135254" name="Title 1"/>
          <p:cNvSpPr>
            <a:spLocks noGrp="1"/>
          </p:cNvSpPr>
          <p:nvPr>
            <p:ph type="title"/>
          </p:nvPr>
        </p:nvSpPr>
        <p:spPr>
          <a:xfrm>
            <a:off x="457200" y="158750"/>
            <a:ext cx="8229600" cy="509588"/>
          </a:xfrm>
        </p:spPr>
        <p:txBody>
          <a:bodyPr/>
          <a:lstStyle/>
          <a:p>
            <a:r>
              <a:rPr lang="en-IN" altLang="en-US" sz="2400" smtClean="0"/>
              <a:t>Priority Scheduling preemptive</a:t>
            </a:r>
          </a:p>
        </p:txBody>
      </p:sp>
      <p:graphicFrame>
        <p:nvGraphicFramePr>
          <p:cNvPr id="9" name="Table 8"/>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p4</a:t>
                      </a:r>
                    </a:p>
                  </a:txBody>
                  <a:tcPr marT="45798" marB="45798"/>
                </a:tc>
                <a:tc>
                  <a:txBody>
                    <a:bodyPr/>
                    <a:lstStyle/>
                    <a:p>
                      <a:r>
                        <a:rPr lang="en-IN" sz="1800" dirty="0"/>
                        <a:t>p6</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35279"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1</a:t>
            </a:r>
          </a:p>
        </p:txBody>
      </p:sp>
      <p:sp>
        <p:nvSpPr>
          <p:cNvPr id="135280"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35281"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13" name="Table 1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sp>
        <p:nvSpPr>
          <p:cNvPr id="135290" name="TextBox 7"/>
          <p:cNvSpPr txBox="1">
            <a:spLocks noChangeArrowheads="1"/>
          </p:cNvSpPr>
          <p:nvPr/>
        </p:nvSpPr>
        <p:spPr bwMode="auto">
          <a:xfrm>
            <a:off x="1870075" y="5635625"/>
            <a:ext cx="323850" cy="369888"/>
          </a:xfrm>
          <a:prstGeom prst="rect">
            <a:avLst/>
          </a:prstGeom>
          <a:noFill/>
          <a:ln w="9525">
            <a:noFill/>
            <a:miter lim="800000"/>
            <a:headEnd/>
            <a:tailEnd/>
          </a:ln>
        </p:spPr>
        <p:txBody>
          <a:bodyPr>
            <a:spAutoFit/>
          </a:bodyPr>
          <a:lstStyle/>
          <a:p>
            <a:r>
              <a:rPr lang="en-IN" altLang="en-US"/>
              <a:t>2</a:t>
            </a:r>
          </a:p>
        </p:txBody>
      </p:sp>
      <p:sp>
        <p:nvSpPr>
          <p:cNvPr id="135291" name="TextBox 7"/>
          <p:cNvSpPr txBox="1">
            <a:spLocks noChangeArrowheads="1"/>
          </p:cNvSpPr>
          <p:nvPr/>
        </p:nvSpPr>
        <p:spPr bwMode="auto">
          <a:xfrm>
            <a:off x="2422525" y="5635625"/>
            <a:ext cx="323850" cy="369888"/>
          </a:xfrm>
          <a:prstGeom prst="rect">
            <a:avLst/>
          </a:prstGeom>
          <a:noFill/>
          <a:ln w="9525">
            <a:noFill/>
            <a:miter lim="800000"/>
            <a:headEnd/>
            <a:tailEnd/>
          </a:ln>
        </p:spPr>
        <p:txBody>
          <a:bodyPr>
            <a:spAutoFit/>
          </a:bodyPr>
          <a:lstStyle/>
          <a:p>
            <a:r>
              <a:rPr lang="en-IN" altLang="en-US"/>
              <a:t>3</a:t>
            </a:r>
          </a:p>
        </p:txBody>
      </p:sp>
      <p:sp>
        <p:nvSpPr>
          <p:cNvPr id="135292" name="TextBox 7"/>
          <p:cNvSpPr txBox="1">
            <a:spLocks noChangeArrowheads="1"/>
          </p:cNvSpPr>
          <p:nvPr/>
        </p:nvSpPr>
        <p:spPr bwMode="auto">
          <a:xfrm>
            <a:off x="3021013" y="5635625"/>
            <a:ext cx="323850" cy="369888"/>
          </a:xfrm>
          <a:prstGeom prst="rect">
            <a:avLst/>
          </a:prstGeom>
          <a:noFill/>
          <a:ln w="9525">
            <a:noFill/>
            <a:miter lim="800000"/>
            <a:headEnd/>
            <a:tailEnd/>
          </a:ln>
        </p:spPr>
        <p:txBody>
          <a:bodyPr>
            <a:spAutoFit/>
          </a:bodyPr>
          <a:lstStyle/>
          <a:p>
            <a:r>
              <a:rPr lang="en-IN" altLang="en-US"/>
              <a:t>5</a:t>
            </a:r>
          </a:p>
        </p:txBody>
      </p:sp>
      <p:sp>
        <p:nvSpPr>
          <p:cNvPr id="135293" name="TextBox 7"/>
          <p:cNvSpPr txBox="1">
            <a:spLocks noChangeArrowheads="1"/>
          </p:cNvSpPr>
          <p:nvPr/>
        </p:nvSpPr>
        <p:spPr bwMode="auto">
          <a:xfrm>
            <a:off x="3632200" y="5635625"/>
            <a:ext cx="323850" cy="369888"/>
          </a:xfrm>
          <a:prstGeom prst="rect">
            <a:avLst/>
          </a:prstGeom>
          <a:noFill/>
          <a:ln w="9525">
            <a:noFill/>
            <a:miter lim="800000"/>
            <a:headEnd/>
            <a:tailEnd/>
          </a:ln>
        </p:spPr>
        <p:txBody>
          <a:bodyPr>
            <a:spAutoFit/>
          </a:bodyPr>
          <a:lstStyle/>
          <a:p>
            <a:r>
              <a:rPr lang="en-IN" altLang="en-US"/>
              <a:t>9</a:t>
            </a: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77838" y="819150"/>
          <a:ext cx="6959601" cy="3509964"/>
        </p:xfrm>
        <a:graphic>
          <a:graphicData uri="http://schemas.openxmlformats.org/drawingml/2006/table">
            <a:tbl>
              <a:tblPr firstRow="1" bandRow="1">
                <a:tableStyleId>{5C22544A-7EE6-4342-B048-85BDC9FD1C3A}</a:tableStyleId>
              </a:tblPr>
              <a:tblGrid>
                <a:gridCol w="736750"/>
                <a:gridCol w="1119021"/>
                <a:gridCol w="805150"/>
                <a:gridCol w="777856"/>
                <a:gridCol w="730626"/>
                <a:gridCol w="906967"/>
                <a:gridCol w="859736"/>
                <a:gridCol w="1023495"/>
              </a:tblGrid>
              <a:tr h="914469">
                <a:tc>
                  <a:txBody>
                    <a:bodyPr/>
                    <a:lstStyle/>
                    <a:p>
                      <a:r>
                        <a:rPr lang="en-IN" sz="1800" dirty="0" err="1"/>
                        <a:t>P.No</a:t>
                      </a:r>
                      <a:r>
                        <a:rPr lang="en-IN" sz="1800" dirty="0"/>
                        <a:t>.</a:t>
                      </a:r>
                    </a:p>
                  </a:txBody>
                  <a:tcPr marL="91428" marR="91428" marT="45714" marB="45714"/>
                </a:tc>
                <a:tc>
                  <a:txBody>
                    <a:bodyPr/>
                    <a:lstStyle/>
                    <a:p>
                      <a:r>
                        <a:rPr lang="en-IN" sz="1800" dirty="0"/>
                        <a:t>priority</a:t>
                      </a:r>
                    </a:p>
                  </a:txBody>
                  <a:tcPr marL="91428" marR="91428" marT="45714" marB="45714"/>
                </a:tc>
                <a:tc>
                  <a:txBody>
                    <a:bodyPr/>
                    <a:lstStyle/>
                    <a:p>
                      <a:r>
                        <a:rPr lang="en-IN" sz="1800" dirty="0"/>
                        <a:t>A.T.</a:t>
                      </a:r>
                    </a:p>
                  </a:txBody>
                  <a:tcPr marL="91428" marR="91428" marT="45714" marB="45714"/>
                </a:tc>
                <a:tc>
                  <a:txBody>
                    <a:bodyPr/>
                    <a:lstStyle/>
                    <a:p>
                      <a:r>
                        <a:rPr lang="en-IN" sz="1800" dirty="0"/>
                        <a:t>B.T.</a:t>
                      </a:r>
                    </a:p>
                  </a:txBody>
                  <a:tcPr marL="91428" marR="91428" marT="45714" marB="45714"/>
                </a:tc>
                <a:tc>
                  <a:txBody>
                    <a:bodyPr/>
                    <a:lstStyle/>
                    <a:p>
                      <a:r>
                        <a:rPr lang="en-IN" sz="1800" dirty="0"/>
                        <a:t>C.T.</a:t>
                      </a:r>
                    </a:p>
                  </a:txBody>
                  <a:tcPr marL="91428" marR="91428" marT="45714" marB="45714"/>
                </a:tc>
                <a:tc>
                  <a:txBody>
                    <a:bodyPr/>
                    <a:lstStyle/>
                    <a:p>
                      <a:r>
                        <a:rPr lang="en-IN" sz="1800" dirty="0"/>
                        <a:t>TAT =C.T.-A.T</a:t>
                      </a:r>
                    </a:p>
                  </a:txBody>
                  <a:tcPr marL="91428" marR="91428" marT="45714" marB="45714"/>
                </a:tc>
                <a:tc>
                  <a:txBody>
                    <a:bodyPr/>
                    <a:lstStyle/>
                    <a:p>
                      <a:r>
                        <a:rPr lang="en-IN" sz="1800" dirty="0"/>
                        <a:t>WT=TAT-BT</a:t>
                      </a:r>
                    </a:p>
                  </a:txBody>
                  <a:tcPr marL="91428" marR="91428" marT="45714" marB="45714"/>
                </a:tc>
                <a:tc>
                  <a:txBody>
                    <a:bodyPr/>
                    <a:lstStyle/>
                    <a:p>
                      <a:r>
                        <a:rPr lang="en-IN" sz="1800" dirty="0"/>
                        <a:t>RT</a:t>
                      </a:r>
                    </a:p>
                  </a:txBody>
                  <a:tcPr marL="91428" marR="91428" marT="45714" marB="45714"/>
                </a:tc>
              </a:tr>
              <a:tr h="370785">
                <a:tc>
                  <a:txBody>
                    <a:bodyPr/>
                    <a:lstStyle/>
                    <a:p>
                      <a:r>
                        <a:rPr lang="en-IN" sz="1800" dirty="0"/>
                        <a:t>P1</a:t>
                      </a:r>
                    </a:p>
                  </a:txBody>
                  <a:tcPr marL="91428" marR="91428" marT="45714" marB="45714"/>
                </a:tc>
                <a:tc>
                  <a:txBody>
                    <a:bodyPr/>
                    <a:lstStyle/>
                    <a:p>
                      <a:r>
                        <a:rPr lang="en-IN" sz="1800" dirty="0"/>
                        <a:t>2(l)</a:t>
                      </a:r>
                    </a:p>
                  </a:txBody>
                  <a:tcPr marL="91428" marR="91428" marT="45714" marB="45714"/>
                </a:tc>
                <a:tc>
                  <a:txBody>
                    <a:bodyPr/>
                    <a:lstStyle/>
                    <a:p>
                      <a:r>
                        <a:rPr lang="en-IN" sz="1800" dirty="0"/>
                        <a:t>0</a:t>
                      </a:r>
                    </a:p>
                  </a:txBody>
                  <a:tcPr marL="91428" marR="91428" marT="45714" marB="45714"/>
                </a:tc>
                <a:tc>
                  <a:txBody>
                    <a:bodyPr/>
                    <a:lstStyle/>
                    <a:p>
                      <a:r>
                        <a:rPr lang="en-IN" sz="1800" dirty="0">
                          <a:solidFill>
                            <a:srgbClr val="FF0000"/>
                          </a:solidFill>
                        </a:rPr>
                        <a:t>3</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P2</a:t>
                      </a:r>
                    </a:p>
                  </a:txBody>
                  <a:tcPr marL="91428" marR="91428" marT="45714" marB="45714"/>
                </a:tc>
                <a:tc>
                  <a:txBody>
                    <a:bodyPr/>
                    <a:lstStyle/>
                    <a:p>
                      <a:r>
                        <a:rPr lang="en-IN" sz="1800" dirty="0"/>
                        <a:t>4</a:t>
                      </a:r>
                    </a:p>
                  </a:txBody>
                  <a:tcPr marL="91428" marR="91428" marT="45714" marB="45714"/>
                </a:tc>
                <a:tc>
                  <a:txBody>
                    <a:bodyPr/>
                    <a:lstStyle/>
                    <a:p>
                      <a:r>
                        <a:rPr lang="en-IN" sz="1800" dirty="0"/>
                        <a:t>1</a:t>
                      </a:r>
                    </a:p>
                  </a:txBody>
                  <a:tcPr marL="91428" marR="91428" marT="45714" marB="45714"/>
                </a:tc>
                <a:tc>
                  <a:txBody>
                    <a:bodyPr/>
                    <a:lstStyle/>
                    <a:p>
                      <a:r>
                        <a:rPr lang="en-IN" sz="1800" dirty="0">
                          <a:solidFill>
                            <a:srgbClr val="FF0000"/>
                          </a:solidFill>
                        </a:rPr>
                        <a:t>1</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P3</a:t>
                      </a:r>
                    </a:p>
                  </a:txBody>
                  <a:tcPr marL="91428" marR="91428" marT="45714" marB="45714"/>
                </a:tc>
                <a:tc>
                  <a:txBody>
                    <a:bodyPr/>
                    <a:lstStyle/>
                    <a:p>
                      <a:r>
                        <a:rPr lang="en-IN" sz="1800" dirty="0"/>
                        <a:t>6</a:t>
                      </a:r>
                    </a:p>
                  </a:txBody>
                  <a:tcPr marL="91428" marR="91428" marT="45714" marB="45714"/>
                </a:tc>
                <a:tc>
                  <a:txBody>
                    <a:bodyPr/>
                    <a:lstStyle/>
                    <a:p>
                      <a:r>
                        <a:rPr lang="en-IN" sz="1800" dirty="0"/>
                        <a:t>2</a:t>
                      </a:r>
                    </a:p>
                  </a:txBody>
                  <a:tcPr marL="91428" marR="91428" marT="45714" marB="45714"/>
                </a:tc>
                <a:tc>
                  <a:txBody>
                    <a:bodyPr/>
                    <a:lstStyle/>
                    <a:p>
                      <a:r>
                        <a:rPr lang="en-IN" sz="1800" dirty="0">
                          <a:solidFill>
                            <a:srgbClr val="FF0000"/>
                          </a:solidFill>
                        </a:rPr>
                        <a:t>2</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P4</a:t>
                      </a:r>
                    </a:p>
                  </a:txBody>
                  <a:tcPr marL="91428" marR="91428" marT="45714" marB="45714"/>
                </a:tc>
                <a:tc>
                  <a:txBody>
                    <a:bodyPr/>
                    <a:lstStyle/>
                    <a:p>
                      <a:r>
                        <a:rPr lang="en-IN" sz="1800" dirty="0"/>
                        <a:t>10</a:t>
                      </a:r>
                    </a:p>
                  </a:txBody>
                  <a:tcPr marL="91428" marR="91428" marT="45714" marB="45714"/>
                </a:tc>
                <a:tc>
                  <a:txBody>
                    <a:bodyPr/>
                    <a:lstStyle/>
                    <a:p>
                      <a:r>
                        <a:rPr lang="en-IN" sz="1800" dirty="0"/>
                        <a:t>3</a:t>
                      </a:r>
                    </a:p>
                  </a:txBody>
                  <a:tcPr marL="91428" marR="91428" marT="45714" marB="45714"/>
                </a:tc>
                <a:tc>
                  <a:txBody>
                    <a:bodyPr/>
                    <a:lstStyle/>
                    <a:p>
                      <a:r>
                        <a:rPr lang="en-IN" sz="1800" dirty="0">
                          <a:solidFill>
                            <a:srgbClr val="FF0000"/>
                          </a:solidFill>
                        </a:rPr>
                        <a:t>3</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P5</a:t>
                      </a:r>
                    </a:p>
                  </a:txBody>
                  <a:tcPr marL="91428" marR="91428" marT="45714" marB="45714"/>
                </a:tc>
                <a:tc>
                  <a:txBody>
                    <a:bodyPr/>
                    <a:lstStyle/>
                    <a:p>
                      <a:r>
                        <a:rPr lang="en-IN" sz="1800" dirty="0"/>
                        <a:t>8</a:t>
                      </a:r>
                    </a:p>
                  </a:txBody>
                  <a:tcPr marL="91428" marR="91428" marT="45714" marB="45714"/>
                </a:tc>
                <a:tc>
                  <a:txBody>
                    <a:bodyPr/>
                    <a:lstStyle/>
                    <a:p>
                      <a:r>
                        <a:rPr lang="en-IN" sz="1800" dirty="0"/>
                        <a:t>4</a:t>
                      </a:r>
                    </a:p>
                  </a:txBody>
                  <a:tcPr marL="91428" marR="91428" marT="45714" marB="45714"/>
                </a:tc>
                <a:tc>
                  <a:txBody>
                    <a:bodyPr/>
                    <a:lstStyle/>
                    <a:p>
                      <a:r>
                        <a:rPr lang="en-IN" sz="1800" dirty="0">
                          <a:solidFill>
                            <a:schemeClr val="tx1"/>
                          </a:solidFill>
                        </a:rPr>
                        <a:t>1</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p6</a:t>
                      </a:r>
                    </a:p>
                  </a:txBody>
                  <a:tcPr marL="91428" marR="91428" marT="45714" marB="45714"/>
                </a:tc>
                <a:tc>
                  <a:txBody>
                    <a:bodyPr/>
                    <a:lstStyle/>
                    <a:p>
                      <a:r>
                        <a:rPr lang="en-IN" sz="1800" dirty="0"/>
                        <a:t>12(h)</a:t>
                      </a:r>
                    </a:p>
                  </a:txBody>
                  <a:tcPr marL="91428" marR="91428" marT="45714" marB="45714"/>
                </a:tc>
                <a:tc>
                  <a:txBody>
                    <a:bodyPr/>
                    <a:lstStyle/>
                    <a:p>
                      <a:r>
                        <a:rPr lang="en-IN" sz="1800" dirty="0"/>
                        <a:t>5</a:t>
                      </a:r>
                    </a:p>
                  </a:txBody>
                  <a:tcPr marL="91428" marR="91428" marT="45714" marB="45714"/>
                </a:tc>
                <a:tc>
                  <a:txBody>
                    <a:bodyPr/>
                    <a:lstStyle/>
                    <a:p>
                      <a:r>
                        <a:rPr lang="en-IN" sz="1800" dirty="0">
                          <a:solidFill>
                            <a:srgbClr val="FF0000"/>
                          </a:solidFill>
                        </a:rPr>
                        <a:t>0</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r h="370785">
                <a:tc>
                  <a:txBody>
                    <a:bodyPr/>
                    <a:lstStyle/>
                    <a:p>
                      <a:r>
                        <a:rPr lang="en-IN" sz="1800" dirty="0"/>
                        <a:t>p7</a:t>
                      </a:r>
                    </a:p>
                  </a:txBody>
                  <a:tcPr marL="91428" marR="91428" marT="45714" marB="45714"/>
                </a:tc>
                <a:tc>
                  <a:txBody>
                    <a:bodyPr/>
                    <a:lstStyle/>
                    <a:p>
                      <a:r>
                        <a:rPr lang="en-IN" sz="1800" dirty="0"/>
                        <a:t>9</a:t>
                      </a:r>
                    </a:p>
                  </a:txBody>
                  <a:tcPr marL="91428" marR="91428" marT="45714" marB="45714"/>
                </a:tc>
                <a:tc>
                  <a:txBody>
                    <a:bodyPr/>
                    <a:lstStyle/>
                    <a:p>
                      <a:r>
                        <a:rPr lang="en-IN" sz="1800" dirty="0"/>
                        <a:t>6</a:t>
                      </a:r>
                    </a:p>
                  </a:txBody>
                  <a:tcPr marL="91428" marR="91428" marT="45714" marB="45714"/>
                </a:tc>
                <a:tc>
                  <a:txBody>
                    <a:bodyPr/>
                    <a:lstStyle/>
                    <a:p>
                      <a:r>
                        <a:rPr lang="en-IN" sz="1800" dirty="0">
                          <a:solidFill>
                            <a:schemeClr val="tx1"/>
                          </a:solidFill>
                        </a:rPr>
                        <a:t>6</a:t>
                      </a:r>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c>
                  <a:txBody>
                    <a:bodyPr/>
                    <a:lstStyle/>
                    <a:p>
                      <a:endParaRPr lang="en-IN" sz="1800" dirty="0"/>
                    </a:p>
                  </a:txBody>
                  <a:tcPr marL="91428" marR="91428" marT="45714" marB="45714"/>
                </a:tc>
              </a:tr>
            </a:tbl>
          </a:graphicData>
        </a:graphic>
      </p:graphicFrame>
      <p:sp>
        <p:nvSpPr>
          <p:cNvPr id="136277" name="Slide Number Placeholder 3"/>
          <p:cNvSpPr>
            <a:spLocks noGrp="1"/>
          </p:cNvSpPr>
          <p:nvPr>
            <p:ph type="sldNum" sz="quarter" idx="12"/>
          </p:nvPr>
        </p:nvSpPr>
        <p:spPr bwMode="auto">
          <a:noFill/>
          <a:ln>
            <a:miter lim="800000"/>
            <a:headEnd/>
            <a:tailEnd/>
          </a:ln>
        </p:spPr>
        <p:txBody>
          <a:bodyPr/>
          <a:lstStyle/>
          <a:p>
            <a:fld id="{06FA7F41-45AA-4D6B-BDA7-81E9E8DC267E}" type="slidenum">
              <a:rPr lang="en-US" altLang="en-US"/>
              <a:pPr/>
              <a:t>123</a:t>
            </a:fld>
            <a:endParaRPr lang="en-US" altLang="en-US"/>
          </a:p>
        </p:txBody>
      </p:sp>
      <p:sp>
        <p:nvSpPr>
          <p:cNvPr id="136278" name="Title 1"/>
          <p:cNvSpPr>
            <a:spLocks noGrp="1"/>
          </p:cNvSpPr>
          <p:nvPr>
            <p:ph type="title"/>
          </p:nvPr>
        </p:nvSpPr>
        <p:spPr>
          <a:xfrm>
            <a:off x="457200" y="158750"/>
            <a:ext cx="8229600" cy="509588"/>
          </a:xfrm>
        </p:spPr>
        <p:txBody>
          <a:bodyPr/>
          <a:lstStyle/>
          <a:p>
            <a:r>
              <a:rPr lang="en-IN" altLang="en-US" sz="2400" smtClean="0"/>
              <a:t>Priority Scheduling preemptive</a:t>
            </a:r>
          </a:p>
        </p:txBody>
      </p:sp>
      <p:graphicFrame>
        <p:nvGraphicFramePr>
          <p:cNvPr id="9" name="Table 8"/>
          <p:cNvGraphicFramePr>
            <a:graphicFrameLocks noGrp="1"/>
          </p:cNvGraphicFramePr>
          <p:nvPr/>
        </p:nvGraphicFramePr>
        <p:xfrm>
          <a:off x="871538" y="5208588"/>
          <a:ext cx="6096000" cy="371475"/>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1475">
                <a:tc>
                  <a:txBody>
                    <a:bodyPr/>
                    <a:lstStyle/>
                    <a:p>
                      <a:r>
                        <a:rPr lang="en-IN" sz="1800" dirty="0"/>
                        <a:t>p1</a:t>
                      </a:r>
                    </a:p>
                  </a:txBody>
                  <a:tcPr marT="45798" marB="45798"/>
                </a:tc>
                <a:tc>
                  <a:txBody>
                    <a:bodyPr/>
                    <a:lstStyle/>
                    <a:p>
                      <a:r>
                        <a:rPr lang="en-IN" sz="1800" dirty="0"/>
                        <a:t>p2</a:t>
                      </a:r>
                    </a:p>
                  </a:txBody>
                  <a:tcPr marT="45798" marB="45798"/>
                </a:tc>
                <a:tc>
                  <a:txBody>
                    <a:bodyPr/>
                    <a:lstStyle/>
                    <a:p>
                      <a:r>
                        <a:rPr lang="en-IN" sz="1800" dirty="0"/>
                        <a:t>p3</a:t>
                      </a:r>
                    </a:p>
                  </a:txBody>
                  <a:tcPr marT="45798" marB="45798"/>
                </a:tc>
                <a:tc>
                  <a:txBody>
                    <a:bodyPr/>
                    <a:lstStyle/>
                    <a:p>
                      <a:r>
                        <a:rPr lang="en-IN" sz="1800" dirty="0"/>
                        <a:t>p4</a:t>
                      </a:r>
                    </a:p>
                  </a:txBody>
                  <a:tcPr marT="45798" marB="45798"/>
                </a:tc>
                <a:tc>
                  <a:txBody>
                    <a:bodyPr/>
                    <a:lstStyle/>
                    <a:p>
                      <a:r>
                        <a:rPr lang="en-IN" sz="1800" dirty="0"/>
                        <a:t>p6</a:t>
                      </a:r>
                    </a:p>
                  </a:txBody>
                  <a:tcPr marT="45798" marB="45798"/>
                </a:tc>
                <a:tc>
                  <a:txBody>
                    <a:bodyPr/>
                    <a:lstStyle/>
                    <a:p>
                      <a:r>
                        <a:rPr lang="en-IN" sz="1800" dirty="0"/>
                        <a:t>p4</a:t>
                      </a:r>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c>
                  <a:txBody>
                    <a:bodyPr/>
                    <a:lstStyle/>
                    <a:p>
                      <a:endParaRPr lang="en-IN" sz="1800" dirty="0"/>
                    </a:p>
                  </a:txBody>
                  <a:tcPr marT="45798" marB="45798"/>
                </a:tc>
              </a:tr>
            </a:tbl>
          </a:graphicData>
        </a:graphic>
      </p:graphicFrame>
      <p:sp>
        <p:nvSpPr>
          <p:cNvPr id="136303" name="TextBox 7"/>
          <p:cNvSpPr txBox="1">
            <a:spLocks noChangeArrowheads="1"/>
          </p:cNvSpPr>
          <p:nvPr/>
        </p:nvSpPr>
        <p:spPr bwMode="auto">
          <a:xfrm>
            <a:off x="1317625" y="5635625"/>
            <a:ext cx="323850" cy="369888"/>
          </a:xfrm>
          <a:prstGeom prst="rect">
            <a:avLst/>
          </a:prstGeom>
          <a:noFill/>
          <a:ln w="9525">
            <a:noFill/>
            <a:miter lim="800000"/>
            <a:headEnd/>
            <a:tailEnd/>
          </a:ln>
        </p:spPr>
        <p:txBody>
          <a:bodyPr>
            <a:spAutoFit/>
          </a:bodyPr>
          <a:lstStyle/>
          <a:p>
            <a:r>
              <a:rPr lang="en-IN" altLang="en-US"/>
              <a:t>1</a:t>
            </a:r>
          </a:p>
        </p:txBody>
      </p:sp>
      <p:sp>
        <p:nvSpPr>
          <p:cNvPr id="136304" name="TextBox 7"/>
          <p:cNvSpPr txBox="1">
            <a:spLocks noChangeArrowheads="1"/>
          </p:cNvSpPr>
          <p:nvPr/>
        </p:nvSpPr>
        <p:spPr bwMode="auto">
          <a:xfrm>
            <a:off x="741363" y="5635625"/>
            <a:ext cx="323850" cy="369888"/>
          </a:xfrm>
          <a:prstGeom prst="rect">
            <a:avLst/>
          </a:prstGeom>
          <a:noFill/>
          <a:ln w="9525">
            <a:noFill/>
            <a:miter lim="800000"/>
            <a:headEnd/>
            <a:tailEnd/>
          </a:ln>
        </p:spPr>
        <p:txBody>
          <a:bodyPr>
            <a:spAutoFit/>
          </a:bodyPr>
          <a:lstStyle/>
          <a:p>
            <a:r>
              <a:rPr lang="en-IN" altLang="en-US"/>
              <a:t>0</a:t>
            </a:r>
          </a:p>
        </p:txBody>
      </p:sp>
      <p:sp>
        <p:nvSpPr>
          <p:cNvPr id="136305" name="TextBox 6"/>
          <p:cNvSpPr txBox="1">
            <a:spLocks noChangeArrowheads="1"/>
          </p:cNvSpPr>
          <p:nvPr/>
        </p:nvSpPr>
        <p:spPr bwMode="auto">
          <a:xfrm>
            <a:off x="836613" y="4862513"/>
            <a:ext cx="2114550" cy="369887"/>
          </a:xfrm>
          <a:prstGeom prst="rect">
            <a:avLst/>
          </a:prstGeom>
          <a:noFill/>
          <a:ln w="9525">
            <a:noFill/>
            <a:miter lim="800000"/>
            <a:headEnd/>
            <a:tailEnd/>
          </a:ln>
        </p:spPr>
        <p:txBody>
          <a:bodyPr>
            <a:spAutoFit/>
          </a:bodyPr>
          <a:lstStyle/>
          <a:p>
            <a:r>
              <a:rPr lang="en-IN" altLang="en-US"/>
              <a:t>Gantt Chart</a:t>
            </a:r>
          </a:p>
        </p:txBody>
      </p:sp>
      <p:graphicFrame>
        <p:nvGraphicFramePr>
          <p:cNvPr id="13" name="Table 12"/>
          <p:cNvGraphicFramePr>
            <a:graphicFrameLocks noGrp="1"/>
          </p:cNvGraphicFramePr>
          <p:nvPr/>
        </p:nvGraphicFramePr>
        <p:xfrm>
          <a:off x="6942138" y="5191125"/>
          <a:ext cx="1260476" cy="369888"/>
        </p:xfrm>
        <a:graphic>
          <a:graphicData uri="http://schemas.openxmlformats.org/drawingml/2006/table">
            <a:tbl>
              <a:tblPr firstRow="1" bandRow="1">
                <a:tableStyleId>{5C22544A-7EE6-4342-B048-85BDC9FD1C3A}</a:tableStyleId>
              </a:tblPr>
              <a:tblGrid>
                <a:gridCol w="630238"/>
                <a:gridCol w="630238"/>
              </a:tblGrid>
              <a:tr h="369888">
                <a:tc>
                  <a:txBody>
                    <a:bodyPr/>
                    <a:lstStyle/>
                    <a:p>
                      <a:endParaRPr lang="en-IN" sz="1800" dirty="0"/>
                    </a:p>
                  </a:txBody>
                  <a:tcPr marL="91464" marR="91464" marT="45603" marB="45603"/>
                </a:tc>
                <a:tc>
                  <a:txBody>
                    <a:bodyPr/>
                    <a:lstStyle/>
                    <a:p>
                      <a:endParaRPr lang="en-IN" sz="1800" dirty="0"/>
                    </a:p>
                  </a:txBody>
                  <a:tcPr marL="91464" marR="91464" marT="45603" marB="45603"/>
                </a:tc>
              </a:tr>
            </a:tbl>
          </a:graphicData>
        </a:graphic>
      </p:graphicFrame>
      <p:sp>
        <p:nvSpPr>
          <p:cNvPr id="136314" name="TextBox 7"/>
          <p:cNvSpPr txBox="1">
            <a:spLocks noChangeArrowheads="1"/>
          </p:cNvSpPr>
          <p:nvPr/>
        </p:nvSpPr>
        <p:spPr bwMode="auto">
          <a:xfrm>
            <a:off x="1870075" y="5635625"/>
            <a:ext cx="323850" cy="369888"/>
          </a:xfrm>
          <a:prstGeom prst="rect">
            <a:avLst/>
          </a:prstGeom>
          <a:noFill/>
          <a:ln w="9525">
            <a:noFill/>
            <a:miter lim="800000"/>
            <a:headEnd/>
            <a:tailEnd/>
          </a:ln>
        </p:spPr>
        <p:txBody>
          <a:bodyPr>
            <a:spAutoFit/>
          </a:bodyPr>
          <a:lstStyle/>
          <a:p>
            <a:r>
              <a:rPr lang="en-IN" altLang="en-US"/>
              <a:t>2</a:t>
            </a:r>
          </a:p>
        </p:txBody>
      </p:sp>
      <p:sp>
        <p:nvSpPr>
          <p:cNvPr id="136315" name="TextBox 7"/>
          <p:cNvSpPr txBox="1">
            <a:spLocks noChangeArrowheads="1"/>
          </p:cNvSpPr>
          <p:nvPr/>
        </p:nvSpPr>
        <p:spPr bwMode="auto">
          <a:xfrm>
            <a:off x="2422525" y="5635625"/>
            <a:ext cx="323850" cy="369888"/>
          </a:xfrm>
          <a:prstGeom prst="rect">
            <a:avLst/>
          </a:prstGeom>
          <a:noFill/>
          <a:ln w="9525">
            <a:noFill/>
            <a:miter lim="800000"/>
            <a:headEnd/>
            <a:tailEnd/>
          </a:ln>
        </p:spPr>
        <p:txBody>
          <a:bodyPr>
            <a:spAutoFit/>
          </a:bodyPr>
          <a:lstStyle/>
          <a:p>
            <a:r>
              <a:rPr lang="en-IN" altLang="en-US"/>
              <a:t>3</a:t>
            </a:r>
          </a:p>
        </p:txBody>
      </p:sp>
      <p:sp>
        <p:nvSpPr>
          <p:cNvPr id="136316" name="TextBox 7"/>
          <p:cNvSpPr txBox="1">
            <a:spLocks noChangeArrowheads="1"/>
          </p:cNvSpPr>
          <p:nvPr/>
        </p:nvSpPr>
        <p:spPr bwMode="auto">
          <a:xfrm>
            <a:off x="3021013" y="5635625"/>
            <a:ext cx="323850" cy="369888"/>
          </a:xfrm>
          <a:prstGeom prst="rect">
            <a:avLst/>
          </a:prstGeom>
          <a:noFill/>
          <a:ln w="9525">
            <a:noFill/>
            <a:miter lim="800000"/>
            <a:headEnd/>
            <a:tailEnd/>
          </a:ln>
        </p:spPr>
        <p:txBody>
          <a:bodyPr>
            <a:spAutoFit/>
          </a:bodyPr>
          <a:lstStyle/>
          <a:p>
            <a:r>
              <a:rPr lang="en-IN" altLang="en-US"/>
              <a:t>5</a:t>
            </a:r>
          </a:p>
        </p:txBody>
      </p:sp>
      <p:sp>
        <p:nvSpPr>
          <p:cNvPr id="136317" name="TextBox 7"/>
          <p:cNvSpPr txBox="1">
            <a:spLocks noChangeArrowheads="1"/>
          </p:cNvSpPr>
          <p:nvPr/>
        </p:nvSpPr>
        <p:spPr bwMode="auto">
          <a:xfrm>
            <a:off x="3632200" y="5635625"/>
            <a:ext cx="323850" cy="369888"/>
          </a:xfrm>
          <a:prstGeom prst="rect">
            <a:avLst/>
          </a:prstGeom>
          <a:noFill/>
          <a:ln w="9525">
            <a:noFill/>
            <a:miter lim="800000"/>
            <a:headEnd/>
            <a:tailEnd/>
          </a:ln>
        </p:spPr>
        <p:txBody>
          <a:bodyPr>
            <a:spAutoFit/>
          </a:bodyPr>
          <a:lstStyle/>
          <a:p>
            <a:r>
              <a:rPr lang="en-IN" altLang="en-US"/>
              <a:t>9</a:t>
            </a:r>
          </a:p>
        </p:txBody>
      </p:sp>
      <p:sp>
        <p:nvSpPr>
          <p:cNvPr id="136318" name="TextBox 7"/>
          <p:cNvSpPr txBox="1">
            <a:spLocks noChangeArrowheads="1"/>
          </p:cNvSpPr>
          <p:nvPr/>
        </p:nvSpPr>
        <p:spPr bwMode="auto">
          <a:xfrm>
            <a:off x="4243388" y="5635625"/>
            <a:ext cx="547687" cy="369888"/>
          </a:xfrm>
          <a:prstGeom prst="rect">
            <a:avLst/>
          </a:prstGeom>
          <a:noFill/>
          <a:ln w="9525">
            <a:noFill/>
            <a:miter lim="800000"/>
            <a:headEnd/>
            <a:tailEnd/>
          </a:ln>
        </p:spPr>
        <p:txBody>
          <a:bodyPr>
            <a:spAutoFit/>
          </a:bodyPr>
          <a:lstStyle/>
          <a:p>
            <a:r>
              <a:rPr lang="en-IN" altLang="en-US"/>
              <a:t>12</a:t>
            </a: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98625" y="411163"/>
            <a:ext cx="6445250" cy="782637"/>
          </a:xfrm>
        </p:spPr>
        <p:txBody>
          <a:bodyPr tIns="12700" rtlCol="0">
            <a:spAutoFit/>
          </a:bodyPr>
          <a:lstStyle/>
          <a:p>
            <a:pPr marL="12700">
              <a:spcBef>
                <a:spcPts val="100"/>
              </a:spcBef>
              <a:defRPr/>
            </a:pPr>
            <a:r>
              <a:rPr spc="-5" dirty="0"/>
              <a:t>Dealing with</a:t>
            </a:r>
            <a:r>
              <a:rPr spc="-90" dirty="0"/>
              <a:t> </a:t>
            </a:r>
            <a:r>
              <a:rPr spc="-5" dirty="0"/>
              <a:t>Starvation</a:t>
            </a:r>
          </a:p>
        </p:txBody>
      </p:sp>
      <p:sp>
        <p:nvSpPr>
          <p:cNvPr id="137219" name="object 3"/>
          <p:cNvSpPr txBox="1">
            <a:spLocks noChangeArrowheads="1"/>
          </p:cNvSpPr>
          <p:nvPr/>
        </p:nvSpPr>
        <p:spPr bwMode="auto">
          <a:xfrm>
            <a:off x="536575" y="1614488"/>
            <a:ext cx="149225" cy="452437"/>
          </a:xfrm>
          <a:prstGeom prst="rect">
            <a:avLst/>
          </a:prstGeom>
          <a:noFill/>
          <a:ln w="9525">
            <a:noFill/>
            <a:miter lim="800000"/>
            <a:headEnd/>
            <a:tailEnd/>
          </a:ln>
        </p:spPr>
        <p:txBody>
          <a:bodyPr lIns="0" tIns="12700" rIns="0" bIns="0">
            <a:spAutoFit/>
          </a:bodyPr>
          <a:lstStyle/>
          <a:p>
            <a:pPr marL="12700">
              <a:spcBef>
                <a:spcPts val="100"/>
              </a:spcBef>
            </a:pPr>
            <a:r>
              <a:rPr lang="en-US" altLang="en-US" sz="2800">
                <a:latin typeface="Liberation Sans"/>
                <a:ea typeface="Liberation Sans"/>
                <a:cs typeface="Liberation Sans"/>
              </a:rPr>
              <a:t>•</a:t>
            </a:r>
          </a:p>
        </p:txBody>
      </p:sp>
      <p:sp>
        <p:nvSpPr>
          <p:cNvPr id="137220" name="object 4"/>
          <p:cNvSpPr txBox="1">
            <a:spLocks noChangeArrowheads="1"/>
          </p:cNvSpPr>
          <p:nvPr/>
        </p:nvSpPr>
        <p:spPr bwMode="auto">
          <a:xfrm>
            <a:off x="1050925" y="1635125"/>
            <a:ext cx="6724650" cy="1397000"/>
          </a:xfrm>
          <a:prstGeom prst="rect">
            <a:avLst/>
          </a:prstGeom>
          <a:noFill/>
          <a:ln w="9525">
            <a:noFill/>
            <a:miter lim="800000"/>
            <a:headEnd/>
            <a:tailEnd/>
          </a:ln>
        </p:spPr>
        <p:txBody>
          <a:bodyPr lIns="0" tIns="12700" rIns="0" bIns="0">
            <a:spAutoFit/>
          </a:bodyPr>
          <a:lstStyle/>
          <a:p>
            <a:pPr marL="12700">
              <a:spcBef>
                <a:spcPts val="100"/>
              </a:spcBef>
            </a:pPr>
            <a:r>
              <a:rPr lang="en-US" altLang="en-US" sz="2800">
                <a:latin typeface="Liberation Sans"/>
                <a:ea typeface="Liberation Sans"/>
                <a:cs typeface="Liberation Sans"/>
              </a:rPr>
              <a:t>Scheduler adjusts priority of processes to  ensure that they all eventually execute</a:t>
            </a:r>
          </a:p>
          <a:p>
            <a:pPr marL="12700">
              <a:spcBef>
                <a:spcPts val="725"/>
              </a:spcBef>
            </a:pPr>
            <a:r>
              <a:rPr lang="en-US" altLang="en-US" sz="2800">
                <a:latin typeface="Liberation Sans"/>
                <a:ea typeface="Liberation Sans"/>
                <a:cs typeface="Liberation Sans"/>
              </a:rPr>
              <a:t>Several techniques possible. For example,</a:t>
            </a:r>
          </a:p>
        </p:txBody>
      </p:sp>
      <p:sp>
        <p:nvSpPr>
          <p:cNvPr id="137221" name="object 5"/>
          <p:cNvSpPr txBox="1">
            <a:spLocks noChangeArrowheads="1"/>
          </p:cNvSpPr>
          <p:nvPr/>
        </p:nvSpPr>
        <p:spPr bwMode="auto">
          <a:xfrm>
            <a:off x="536575" y="2559050"/>
            <a:ext cx="149225" cy="452438"/>
          </a:xfrm>
          <a:prstGeom prst="rect">
            <a:avLst/>
          </a:prstGeom>
          <a:noFill/>
          <a:ln w="9525">
            <a:noFill/>
            <a:miter lim="800000"/>
            <a:headEnd/>
            <a:tailEnd/>
          </a:ln>
        </p:spPr>
        <p:txBody>
          <a:bodyPr lIns="0" tIns="12700" rIns="0" bIns="0">
            <a:spAutoFit/>
          </a:bodyPr>
          <a:lstStyle/>
          <a:p>
            <a:pPr marL="12700">
              <a:spcBef>
                <a:spcPts val="100"/>
              </a:spcBef>
            </a:pPr>
            <a:r>
              <a:rPr lang="en-US" altLang="en-US" sz="2800">
                <a:latin typeface="Liberation Sans"/>
                <a:ea typeface="Liberation Sans"/>
                <a:cs typeface="Liberation Sans"/>
              </a:rPr>
              <a:t>•</a:t>
            </a:r>
          </a:p>
        </p:txBody>
      </p:sp>
      <p:sp>
        <p:nvSpPr>
          <p:cNvPr id="137222" name="object 6"/>
          <p:cNvSpPr txBox="1">
            <a:spLocks noChangeArrowheads="1"/>
          </p:cNvSpPr>
          <p:nvPr/>
        </p:nvSpPr>
        <p:spPr bwMode="auto">
          <a:xfrm>
            <a:off x="936625" y="2989263"/>
            <a:ext cx="193675" cy="912812"/>
          </a:xfrm>
          <a:prstGeom prst="rect">
            <a:avLst/>
          </a:prstGeom>
          <a:noFill/>
          <a:ln w="9525">
            <a:noFill/>
            <a:miter lim="800000"/>
            <a:headEnd/>
            <a:tailEnd/>
          </a:ln>
        </p:spPr>
        <p:txBody>
          <a:bodyPr lIns="0" tIns="90170" rIns="0" bIns="0">
            <a:spAutoFit/>
          </a:bodyPr>
          <a:lstStyle/>
          <a:p>
            <a:pPr marL="12700">
              <a:spcBef>
                <a:spcPts val="713"/>
              </a:spcBef>
            </a:pPr>
            <a:r>
              <a:rPr lang="en-US" altLang="en-US" sz="2400">
                <a:latin typeface="Liberation Sans"/>
                <a:ea typeface="Liberation Sans"/>
                <a:cs typeface="Liberation Sans"/>
              </a:rPr>
              <a:t>–</a:t>
            </a:r>
          </a:p>
          <a:p>
            <a:pPr marL="12700">
              <a:spcBef>
                <a:spcPts val="613"/>
              </a:spcBef>
            </a:pPr>
            <a:r>
              <a:rPr lang="en-US" altLang="en-US" sz="2400">
                <a:latin typeface="Liberation Sans"/>
                <a:ea typeface="Liberation Sans"/>
                <a:cs typeface="Liberation Sans"/>
              </a:rPr>
              <a:t>–</a:t>
            </a:r>
          </a:p>
        </p:txBody>
      </p:sp>
      <p:sp>
        <p:nvSpPr>
          <p:cNvPr id="137223" name="object 7"/>
          <p:cNvSpPr txBox="1">
            <a:spLocks noChangeArrowheads="1"/>
          </p:cNvSpPr>
          <p:nvPr/>
        </p:nvSpPr>
        <p:spPr bwMode="auto">
          <a:xfrm>
            <a:off x="1336675" y="4311650"/>
            <a:ext cx="114300" cy="330200"/>
          </a:xfrm>
          <a:prstGeom prst="rect">
            <a:avLst/>
          </a:prstGeom>
          <a:noFill/>
          <a:ln w="9525">
            <a:noFill/>
            <a:miter lim="800000"/>
            <a:headEnd/>
            <a:tailEnd/>
          </a:ln>
        </p:spPr>
        <p:txBody>
          <a:bodyPr lIns="0" tIns="12700" rIns="0" bIns="0">
            <a:spAutoFit/>
          </a:bodyPr>
          <a:lstStyle/>
          <a:p>
            <a:pPr marL="12700">
              <a:spcBef>
                <a:spcPts val="100"/>
              </a:spcBef>
            </a:pPr>
            <a:r>
              <a:rPr lang="en-US" altLang="en-US" sz="2000">
                <a:latin typeface="Liberation Sans"/>
                <a:ea typeface="Liberation Sans"/>
                <a:cs typeface="Liberation Sans"/>
              </a:rPr>
              <a:t>•</a:t>
            </a:r>
          </a:p>
        </p:txBody>
      </p:sp>
      <p:sp>
        <p:nvSpPr>
          <p:cNvPr id="137224" name="object 8"/>
          <p:cNvSpPr txBox="1">
            <a:spLocks noChangeArrowheads="1"/>
          </p:cNvSpPr>
          <p:nvPr/>
        </p:nvSpPr>
        <p:spPr bwMode="auto">
          <a:xfrm>
            <a:off x="1158875" y="3581400"/>
            <a:ext cx="7088188" cy="2473325"/>
          </a:xfrm>
          <a:prstGeom prst="rect">
            <a:avLst/>
          </a:prstGeom>
          <a:noFill/>
          <a:ln w="9525">
            <a:noFill/>
            <a:miter lim="800000"/>
            <a:headEnd/>
            <a:tailEnd/>
          </a:ln>
        </p:spPr>
        <p:txBody>
          <a:bodyPr lIns="0" tIns="90170" rIns="0" bIns="0">
            <a:spAutoFit/>
          </a:bodyPr>
          <a:lstStyle/>
          <a:p>
            <a:pPr marL="12700">
              <a:spcBef>
                <a:spcPts val="713"/>
              </a:spcBef>
            </a:pPr>
            <a:r>
              <a:rPr lang="en-US" altLang="en-US" sz="2400">
                <a:latin typeface="Liberation Sans"/>
                <a:ea typeface="Liberation Sans"/>
                <a:cs typeface="Liberation Sans"/>
              </a:rPr>
              <a:t>Every process is given a base priority</a:t>
            </a:r>
          </a:p>
          <a:p>
            <a:pPr marL="12700">
              <a:lnSpc>
                <a:spcPct val="101000"/>
              </a:lnSpc>
              <a:spcBef>
                <a:spcPts val="588"/>
              </a:spcBef>
            </a:pPr>
            <a:r>
              <a:rPr lang="en-US" altLang="en-US" sz="2400">
                <a:latin typeface="Liberation Sans"/>
                <a:ea typeface="Liberation Sans"/>
                <a:cs typeface="Liberation Sans"/>
              </a:rPr>
              <a:t>After every time slot increment the priority of all  other process</a:t>
            </a:r>
          </a:p>
          <a:p>
            <a:pPr marL="12700">
              <a:lnSpc>
                <a:spcPct val="101000"/>
              </a:lnSpc>
              <a:spcBef>
                <a:spcPts val="488"/>
              </a:spcBef>
            </a:pPr>
            <a:r>
              <a:rPr lang="en-US" altLang="en-US" sz="2000">
                <a:latin typeface="Liberation Sans"/>
                <a:ea typeface="Liberation Sans"/>
                <a:cs typeface="Liberation Sans"/>
              </a:rPr>
              <a:t>This ensures that even a low priority process will eventually  execute</a:t>
            </a:r>
          </a:p>
          <a:p>
            <a:pPr marL="12700">
              <a:spcBef>
                <a:spcPts val="713"/>
              </a:spcBef>
            </a:pPr>
            <a:r>
              <a:rPr lang="en-US" altLang="en-US" sz="2800">
                <a:latin typeface="Liberation Sans"/>
                <a:ea typeface="Liberation Sans"/>
                <a:cs typeface="Liberation Sans"/>
              </a:rPr>
              <a:t>After a process executes, its priority is reset</a:t>
            </a:r>
          </a:p>
        </p:txBody>
      </p:sp>
      <p:sp>
        <p:nvSpPr>
          <p:cNvPr id="137225" name="object 9"/>
          <p:cNvSpPr txBox="1">
            <a:spLocks noChangeArrowheads="1"/>
          </p:cNvSpPr>
          <p:nvPr/>
        </p:nvSpPr>
        <p:spPr bwMode="auto">
          <a:xfrm>
            <a:off x="936625" y="5006975"/>
            <a:ext cx="222250" cy="452438"/>
          </a:xfrm>
          <a:prstGeom prst="rect">
            <a:avLst/>
          </a:prstGeom>
          <a:noFill/>
          <a:ln w="9525">
            <a:noFill/>
            <a:miter lim="800000"/>
            <a:headEnd/>
            <a:tailEnd/>
          </a:ln>
        </p:spPr>
        <p:txBody>
          <a:bodyPr lIns="0" tIns="12700" rIns="0" bIns="0">
            <a:spAutoFit/>
          </a:bodyPr>
          <a:lstStyle/>
          <a:p>
            <a:pPr marL="12700">
              <a:spcBef>
                <a:spcPts val="100"/>
              </a:spcBef>
            </a:pPr>
            <a:r>
              <a:rPr lang="en-US" altLang="en-US" sz="2800">
                <a:latin typeface="Liberation Sans"/>
                <a:ea typeface="Liberation Sans"/>
                <a:cs typeface="Liberation Sans"/>
              </a:rPr>
              <a:t>–</a:t>
            </a:r>
          </a:p>
        </p:txBody>
      </p:sp>
      <p:sp>
        <p:nvSpPr>
          <p:cNvPr id="137226" name="Slide Number Placeholder 2"/>
          <p:cNvSpPr>
            <a:spLocks noGrp="1"/>
          </p:cNvSpPr>
          <p:nvPr>
            <p:ph type="sldNum" sz="quarter" idx="12"/>
          </p:nvPr>
        </p:nvSpPr>
        <p:spPr bwMode="auto">
          <a:noFill/>
          <a:ln>
            <a:miter lim="800000"/>
            <a:headEnd/>
            <a:tailEnd/>
          </a:ln>
        </p:spPr>
        <p:txBody>
          <a:bodyPr/>
          <a:lstStyle/>
          <a:p>
            <a:fld id="{B8BC162E-B910-47E8-BCB7-E23FD1E4C9F4}" type="slidenum">
              <a:rPr lang="en-US" altLang="en-US"/>
              <a:pPr/>
              <a:t>124</a:t>
            </a:fld>
            <a:endParaRPr lang="en-US" altLang="en-US"/>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object 2"/>
          <p:cNvSpPr>
            <a:spLocks noGrp="1"/>
          </p:cNvSpPr>
          <p:nvPr>
            <p:ph type="title"/>
          </p:nvPr>
        </p:nvSpPr>
        <p:spPr>
          <a:xfrm>
            <a:off x="1031875" y="1249363"/>
            <a:ext cx="7407275" cy="1244600"/>
          </a:xfrm>
        </p:spPr>
        <p:txBody>
          <a:bodyPr tIns="12700">
            <a:spAutoFit/>
          </a:bodyPr>
          <a:lstStyle/>
          <a:p>
            <a:pPr marL="12700" indent="647700">
              <a:spcBef>
                <a:spcPts val="100"/>
              </a:spcBef>
              <a:tabLst>
                <a:tab pos="1054100" algn="l"/>
                <a:tab pos="3905250" algn="l"/>
              </a:tabLst>
            </a:pPr>
            <a:r>
              <a:rPr lang="en-US" altLang="en-US" sz="4000" smtClean="0"/>
              <a:t>Priority based	Scheduling  with	large number of processes</a:t>
            </a:r>
          </a:p>
        </p:txBody>
      </p:sp>
      <p:sp>
        <p:nvSpPr>
          <p:cNvPr id="138243" name="object 3"/>
          <p:cNvSpPr txBox="1">
            <a:spLocks noChangeArrowheads="1"/>
          </p:cNvSpPr>
          <p:nvPr/>
        </p:nvSpPr>
        <p:spPr bwMode="auto">
          <a:xfrm>
            <a:off x="608013" y="2871788"/>
            <a:ext cx="7924800" cy="1947862"/>
          </a:xfrm>
          <a:prstGeom prst="rect">
            <a:avLst/>
          </a:prstGeom>
          <a:noFill/>
          <a:ln w="9525">
            <a:noFill/>
            <a:miter lim="800000"/>
            <a:headEnd/>
            <a:tailEnd/>
          </a:ln>
        </p:spPr>
        <p:txBody>
          <a:bodyPr lIns="0" tIns="10160" rIns="0" bIns="0">
            <a:spAutoFit/>
          </a:bodyPr>
          <a:lstStyle/>
          <a:p>
            <a:pPr marL="355600" indent="-342900">
              <a:spcBef>
                <a:spcPts val="75"/>
              </a:spcBef>
              <a:buFontTx/>
              <a:buChar char="•"/>
              <a:tabLst>
                <a:tab pos="354013" algn="l"/>
                <a:tab pos="355600" algn="l"/>
              </a:tabLst>
            </a:pPr>
            <a:r>
              <a:rPr lang="en-US" altLang="en-US" sz="3200">
                <a:latin typeface="Liberation Sans"/>
                <a:ea typeface="Liberation Sans"/>
                <a:cs typeface="Liberation Sans"/>
              </a:rPr>
              <a:t>Several processes get assigned the same  base priority</a:t>
            </a:r>
          </a:p>
          <a:p>
            <a:pPr marL="355600" indent="-342900">
              <a:spcBef>
                <a:spcPts val="700"/>
              </a:spcBef>
              <a:tabLst>
                <a:tab pos="354013" algn="l"/>
                <a:tab pos="355600" algn="l"/>
              </a:tabLst>
            </a:pPr>
            <a:r>
              <a:rPr lang="en-US" altLang="en-US" sz="4200" baseline="3000">
                <a:latin typeface="Liberation Sans"/>
                <a:ea typeface="Liberation Sans"/>
                <a:cs typeface="Liberation Sans"/>
              </a:rPr>
              <a:t>– </a:t>
            </a:r>
            <a:r>
              <a:rPr lang="en-US" altLang="en-US" sz="2800">
                <a:latin typeface="Liberation Sans"/>
                <a:ea typeface="Liberation Sans"/>
                <a:cs typeface="Liberation Sans"/>
              </a:rPr>
              <a:t>Scheduling begins to behave more like round  robin</a:t>
            </a:r>
          </a:p>
        </p:txBody>
      </p:sp>
      <p:sp>
        <p:nvSpPr>
          <p:cNvPr id="138244" name="Slide Number Placeholder 1"/>
          <p:cNvSpPr>
            <a:spLocks noGrp="1"/>
          </p:cNvSpPr>
          <p:nvPr>
            <p:ph type="sldNum" sz="quarter" idx="12"/>
          </p:nvPr>
        </p:nvSpPr>
        <p:spPr bwMode="auto">
          <a:noFill/>
          <a:ln>
            <a:miter lim="800000"/>
            <a:headEnd/>
            <a:tailEnd/>
          </a:ln>
        </p:spPr>
        <p:txBody>
          <a:bodyPr/>
          <a:lstStyle/>
          <a:p>
            <a:fld id="{C05BDC44-4ECF-4EBE-BA1A-9CA7BB0F5D89}" type="slidenum">
              <a:rPr lang="en-US" altLang="en-US"/>
              <a:pPr/>
              <a:t>125</a:t>
            </a:fld>
            <a:endParaRPr lang="en-US" altLang="en-US"/>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itle 1"/>
          <p:cNvSpPr>
            <a:spLocks noGrp="1"/>
          </p:cNvSpPr>
          <p:nvPr>
            <p:ph type="title"/>
          </p:nvPr>
        </p:nvSpPr>
        <p:spPr/>
        <p:txBody>
          <a:bodyPr/>
          <a:lstStyle/>
          <a:p>
            <a:r>
              <a:rPr lang="en-US" altLang="en-US" smtClean="0"/>
              <a:t>Process control Linux System calls</a:t>
            </a:r>
          </a:p>
        </p:txBody>
      </p:sp>
      <p:sp>
        <p:nvSpPr>
          <p:cNvPr id="139267" name="Content Placeholder 2"/>
          <p:cNvSpPr>
            <a:spLocks noGrp="1"/>
          </p:cNvSpPr>
          <p:nvPr>
            <p:ph idx="1"/>
          </p:nvPr>
        </p:nvSpPr>
        <p:spPr/>
        <p:txBody>
          <a:bodyPr/>
          <a:lstStyle/>
          <a:p>
            <a:r>
              <a:rPr lang="en-US" altLang="en-US" b="1" smtClean="0"/>
              <a:t>System call</a:t>
            </a:r>
            <a:endParaRPr lang="en-US" altLang="en-US" smtClean="0"/>
          </a:p>
          <a:p>
            <a:pPr lvl="1"/>
            <a:r>
              <a:rPr lang="en-US" altLang="en-US" smtClean="0"/>
              <a:t>A system call is a way for programs to </a:t>
            </a:r>
            <a:r>
              <a:rPr lang="en-US" altLang="en-US" b="1" smtClean="0"/>
              <a:t>interact with the operating system</a:t>
            </a:r>
            <a:r>
              <a:rPr lang="en-US" altLang="en-US" smtClean="0"/>
              <a:t>. </a:t>
            </a:r>
          </a:p>
          <a:p>
            <a:pPr lvl="1"/>
            <a:r>
              <a:rPr lang="en-US" altLang="en-US" smtClean="0"/>
              <a:t>System call </a:t>
            </a:r>
            <a:r>
              <a:rPr lang="en-US" altLang="en-US" b="1" smtClean="0"/>
              <a:t>provides</a:t>
            </a:r>
            <a:r>
              <a:rPr lang="en-US" altLang="en-US" smtClean="0"/>
              <a:t> the services of the operating system to the user programs via Application Program Interface(API). </a:t>
            </a:r>
          </a:p>
          <a:p>
            <a:endParaRPr lang="en-US" altLang="en-US" smtClean="0"/>
          </a:p>
        </p:txBody>
      </p:sp>
      <p:sp>
        <p:nvSpPr>
          <p:cNvPr id="139268" name="Slide Number Placeholder 3"/>
          <p:cNvSpPr>
            <a:spLocks noGrp="1"/>
          </p:cNvSpPr>
          <p:nvPr>
            <p:ph type="sldNum" sz="quarter" idx="12"/>
          </p:nvPr>
        </p:nvSpPr>
        <p:spPr bwMode="auto">
          <a:noFill/>
          <a:ln>
            <a:miter lim="800000"/>
            <a:headEnd/>
            <a:tailEnd/>
          </a:ln>
        </p:spPr>
        <p:txBody>
          <a:bodyPr/>
          <a:lstStyle/>
          <a:p>
            <a:fld id="{26C9B532-B226-4618-BE09-BC52AA5FC22F}" type="slidenum">
              <a:rPr lang="en-US" altLang="en-US"/>
              <a:pPr/>
              <a:t>126</a:t>
            </a:fld>
            <a:endParaRPr lang="en-US" altLang="en-US"/>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itle 1"/>
          <p:cNvSpPr>
            <a:spLocks noGrp="1"/>
          </p:cNvSpPr>
          <p:nvPr>
            <p:ph type="title"/>
          </p:nvPr>
        </p:nvSpPr>
        <p:spPr/>
        <p:txBody>
          <a:bodyPr/>
          <a:lstStyle/>
          <a:p>
            <a:endParaRPr lang="en-IN" altLang="en-US" smtClean="0"/>
          </a:p>
        </p:txBody>
      </p:sp>
      <p:sp>
        <p:nvSpPr>
          <p:cNvPr id="141315" name="Content Placeholder 2"/>
          <p:cNvSpPr>
            <a:spLocks noGrp="1"/>
          </p:cNvSpPr>
          <p:nvPr>
            <p:ph idx="1"/>
          </p:nvPr>
        </p:nvSpPr>
        <p:spPr/>
        <p:txBody>
          <a:bodyPr/>
          <a:lstStyle/>
          <a:p>
            <a:pPr lvl="1" eaLnBrk="1" hangingPunct="1"/>
            <a:r>
              <a:rPr lang="en-US" altLang="ko-KR" sz="2800" i="1" smtClean="0">
                <a:ea typeface="Gulim" pitchFamily="34" charset="-127"/>
              </a:rPr>
              <a:t>fork       (to create new process)</a:t>
            </a:r>
          </a:p>
          <a:p>
            <a:pPr lvl="1" eaLnBrk="1" hangingPunct="1"/>
            <a:r>
              <a:rPr lang="en-US" altLang="ko-KR" sz="2800" i="1" smtClean="0">
                <a:ea typeface="Gulim" pitchFamily="34" charset="-127"/>
              </a:rPr>
              <a:t>exec      (to overlay image of program onto running process)</a:t>
            </a:r>
          </a:p>
          <a:p>
            <a:pPr lvl="1" eaLnBrk="1" hangingPunct="1"/>
            <a:r>
              <a:rPr lang="en-US" altLang="ko-KR" sz="2800" i="1" smtClean="0">
                <a:ea typeface="Gulim" pitchFamily="34" charset="-127"/>
              </a:rPr>
              <a:t>exit       (to finish executing process)</a:t>
            </a:r>
          </a:p>
          <a:p>
            <a:pPr lvl="1" eaLnBrk="1" hangingPunct="1"/>
            <a:r>
              <a:rPr lang="en-US" altLang="ko-KR" sz="2800" i="1" smtClean="0">
                <a:ea typeface="Gulim" pitchFamily="34" charset="-127"/>
              </a:rPr>
              <a:t>wait      (synchronize process execution with exit of previously forked process)</a:t>
            </a:r>
          </a:p>
          <a:p>
            <a:pPr lvl="1" eaLnBrk="1" hangingPunct="1"/>
            <a:r>
              <a:rPr lang="en-US" altLang="ko-KR" sz="2800" i="1" smtClean="0">
                <a:ea typeface="Gulim" pitchFamily="34" charset="-127"/>
              </a:rPr>
              <a:t>signal   (to control process response to extraordinary events)</a:t>
            </a:r>
            <a:endParaRPr lang="en-US" altLang="ko-KR" sz="3200" smtClean="0">
              <a:ea typeface="Gulim" pitchFamily="34" charset="-127"/>
            </a:endParaRPr>
          </a:p>
          <a:p>
            <a:endParaRPr lang="en-IN" altLang="en-US" smtClean="0"/>
          </a:p>
        </p:txBody>
      </p:sp>
      <p:sp>
        <p:nvSpPr>
          <p:cNvPr id="141316" name="Slide Number Placeholder 3"/>
          <p:cNvSpPr>
            <a:spLocks noGrp="1" noChangeArrowheads="1"/>
          </p:cNvSpPr>
          <p:nvPr>
            <p:ph type="sldNum" sz="quarter" idx="12"/>
          </p:nvPr>
        </p:nvSpPr>
        <p:spPr bwMode="auto">
          <a:noFill/>
          <a:ln>
            <a:miter lim="800000"/>
            <a:headEnd/>
            <a:tailEnd/>
          </a:ln>
        </p:spPr>
        <p:txBody>
          <a:bodyPr/>
          <a:lstStyle/>
          <a:p>
            <a:fld id="{4B6E14F7-D0C3-47A1-A662-8369EBACB8EF}" type="slidenum">
              <a:rPr lang="en-US" altLang="en-US"/>
              <a:pPr/>
              <a:t>127</a:t>
            </a:fld>
            <a:endParaRPr lang="en-US" alt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itle 1"/>
          <p:cNvSpPr>
            <a:spLocks noGrp="1"/>
          </p:cNvSpPr>
          <p:nvPr>
            <p:ph type="title"/>
          </p:nvPr>
        </p:nvSpPr>
        <p:spPr/>
        <p:txBody>
          <a:bodyPr/>
          <a:lstStyle/>
          <a:p>
            <a:endParaRPr lang="en-IN" altLang="en-US" smtClean="0"/>
          </a:p>
        </p:txBody>
      </p:sp>
      <p:sp>
        <p:nvSpPr>
          <p:cNvPr id="143363" name="Slide Number Placeholder 3"/>
          <p:cNvSpPr>
            <a:spLocks noGrp="1" noChangeArrowheads="1"/>
          </p:cNvSpPr>
          <p:nvPr>
            <p:ph type="sldNum" sz="quarter" idx="12"/>
          </p:nvPr>
        </p:nvSpPr>
        <p:spPr bwMode="auto">
          <a:noFill/>
          <a:ln>
            <a:miter lim="800000"/>
            <a:headEnd/>
            <a:tailEnd/>
          </a:ln>
        </p:spPr>
        <p:txBody>
          <a:bodyPr/>
          <a:lstStyle/>
          <a:p>
            <a:fld id="{E90BCDED-DA9F-4B7F-A755-30CA4B394856}" type="slidenum">
              <a:rPr lang="en-US" altLang="en-US"/>
              <a:pPr/>
              <a:t>128</a:t>
            </a:fld>
            <a:endParaRPr lang="en-US" altLang="en-US"/>
          </a:p>
        </p:txBody>
      </p:sp>
      <p:pic>
        <p:nvPicPr>
          <p:cNvPr id="143364" name="Picture 2"/>
          <p:cNvPicPr>
            <a:picLocks noGrp="1" noChangeAspect="1" noChangeArrowheads="1"/>
          </p:cNvPicPr>
          <p:nvPr>
            <p:ph idx="1"/>
          </p:nvPr>
        </p:nvPicPr>
        <p:blipFill>
          <a:blip r:embed="rId3"/>
          <a:srcRect/>
          <a:stretch>
            <a:fillRect/>
          </a:stretch>
        </p:blipFill>
        <p:spPr>
          <a:xfrm>
            <a:off x="571500" y="1935163"/>
            <a:ext cx="8001000" cy="4389437"/>
          </a:xfrm>
          <a:noFill/>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itle 1"/>
          <p:cNvSpPr>
            <a:spLocks noGrp="1"/>
          </p:cNvSpPr>
          <p:nvPr>
            <p:ph type="title"/>
          </p:nvPr>
        </p:nvSpPr>
        <p:spPr/>
        <p:txBody>
          <a:bodyPr/>
          <a:lstStyle/>
          <a:p>
            <a:r>
              <a:rPr lang="en-US" altLang="en-US" smtClean="0"/>
              <a:t>Case study</a:t>
            </a:r>
            <a:endParaRPr lang="en-IN" altLang="en-US" smtClean="0"/>
          </a:p>
        </p:txBody>
      </p:sp>
      <p:sp>
        <p:nvSpPr>
          <p:cNvPr id="145411" name="Content Placeholder 2"/>
          <p:cNvSpPr>
            <a:spLocks noGrp="1"/>
          </p:cNvSpPr>
          <p:nvPr>
            <p:ph idx="1"/>
          </p:nvPr>
        </p:nvSpPr>
        <p:spPr/>
        <p:txBody>
          <a:bodyPr/>
          <a:lstStyle/>
          <a:p>
            <a:r>
              <a:rPr lang="en-IN" altLang="en-US" b="1" smtClean="0">
                <a:solidFill>
                  <a:srgbClr val="273239"/>
                </a:solidFill>
                <a:latin typeface="sofia-pro"/>
              </a:rPr>
              <a:t>Process Management in Linux</a:t>
            </a:r>
          </a:p>
          <a:p>
            <a:pPr lvl="1"/>
            <a:r>
              <a:rPr lang="en-US" altLang="en-US" smtClean="0">
                <a:solidFill>
                  <a:srgbClr val="273239"/>
                </a:solidFill>
                <a:latin typeface="urw-din"/>
              </a:rPr>
              <a:t>There are basically 2 types of processes.</a:t>
            </a:r>
            <a:endParaRPr lang="en-IN" altLang="en-US" b="1" smtClean="0">
              <a:solidFill>
                <a:srgbClr val="273239"/>
              </a:solidFill>
              <a:latin typeface="sofia-pro"/>
            </a:endParaRPr>
          </a:p>
          <a:p>
            <a:pPr lvl="2"/>
            <a:r>
              <a:rPr lang="en-IN" altLang="en-US" b="1" smtClean="0">
                <a:solidFill>
                  <a:srgbClr val="273239"/>
                </a:solidFill>
                <a:latin typeface="sofia-pro"/>
              </a:rPr>
              <a:t>Foreground processes- interactive – initiated by user or programmer</a:t>
            </a:r>
          </a:p>
          <a:p>
            <a:pPr lvl="2"/>
            <a:r>
              <a:rPr lang="en-IN" altLang="en-US" b="1" smtClean="0">
                <a:solidFill>
                  <a:srgbClr val="273239"/>
                </a:solidFill>
                <a:latin typeface="sofia-pro"/>
              </a:rPr>
              <a:t>Background processes- non interactive - </a:t>
            </a:r>
            <a:r>
              <a:rPr lang="en-US" altLang="en-US" smtClean="0">
                <a:solidFill>
                  <a:srgbClr val="273239"/>
                </a:solidFill>
                <a:latin typeface="urw-din"/>
              </a:rPr>
              <a:t>initiated by the system itself or by users</a:t>
            </a:r>
            <a:endParaRPr lang="en-IN" altLang="en-US" b="1" smtClean="0">
              <a:solidFill>
                <a:srgbClr val="273239"/>
              </a:solidFill>
              <a:latin typeface="sofia-pro"/>
            </a:endParaRPr>
          </a:p>
          <a:p>
            <a:endParaRPr lang="en-IN" altLang="en-US" smtClean="0"/>
          </a:p>
        </p:txBody>
      </p:sp>
      <p:sp>
        <p:nvSpPr>
          <p:cNvPr id="145412" name="Slide Number Placeholder 3"/>
          <p:cNvSpPr>
            <a:spLocks noGrp="1" noChangeArrowheads="1"/>
          </p:cNvSpPr>
          <p:nvPr>
            <p:ph type="sldNum" sz="quarter" idx="12"/>
          </p:nvPr>
        </p:nvSpPr>
        <p:spPr bwMode="auto">
          <a:noFill/>
          <a:ln>
            <a:miter lim="800000"/>
            <a:headEnd/>
            <a:tailEnd/>
          </a:ln>
        </p:spPr>
        <p:txBody>
          <a:bodyPr/>
          <a:lstStyle/>
          <a:p>
            <a:fld id="{BAFA4485-CB00-4E47-BA71-3C36405C61F4}" type="slidenum">
              <a:rPr lang="en-US" altLang="en-US"/>
              <a:pPr/>
              <a:t>129</a:t>
            </a:fld>
            <a:endParaRPr lang="en-US" alt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itle 1"/>
          <p:cNvSpPr>
            <a:spLocks noGrp="1"/>
          </p:cNvSpPr>
          <p:nvPr>
            <p:ph type="title"/>
          </p:nvPr>
        </p:nvSpPr>
        <p:spPr/>
        <p:txBody>
          <a:bodyPr/>
          <a:lstStyle/>
          <a:p>
            <a:endParaRPr lang="en-IN" altLang="en-US" smtClean="0"/>
          </a:p>
        </p:txBody>
      </p:sp>
      <p:sp>
        <p:nvSpPr>
          <p:cNvPr id="146435" name="Content Placeholder 2"/>
          <p:cNvSpPr>
            <a:spLocks noGrp="1"/>
          </p:cNvSpPr>
          <p:nvPr>
            <p:ph idx="1"/>
          </p:nvPr>
        </p:nvSpPr>
        <p:spPr/>
        <p:txBody>
          <a:bodyPr/>
          <a:lstStyle/>
          <a:p>
            <a:r>
              <a:rPr lang="en-US" altLang="en-US" smtClean="0"/>
              <a:t>Practically managing the processes</a:t>
            </a:r>
          </a:p>
          <a:p>
            <a:r>
              <a:rPr lang="en-US" altLang="en-US" smtClean="0"/>
              <a:t>Example of foreground process</a:t>
            </a:r>
          </a:p>
          <a:p>
            <a:pPr lvl="1"/>
            <a:r>
              <a:rPr lang="en-US" altLang="en-US" smtClean="0"/>
              <a:t>$./a.out</a:t>
            </a:r>
          </a:p>
          <a:p>
            <a:r>
              <a:rPr lang="en-US" altLang="en-US" smtClean="0">
                <a:solidFill>
                  <a:srgbClr val="273239"/>
                </a:solidFill>
                <a:latin typeface="urw-din"/>
              </a:rPr>
              <a:t>Stopping a process in between -  we may press </a:t>
            </a:r>
            <a:r>
              <a:rPr lang="en-US" altLang="en-US" i="1" smtClean="0">
                <a:solidFill>
                  <a:srgbClr val="273239"/>
                </a:solidFill>
                <a:latin typeface="urw-din"/>
              </a:rPr>
              <a:t>CTRL+Z</a:t>
            </a:r>
            <a:r>
              <a:rPr lang="en-US" altLang="en-US" smtClean="0">
                <a:solidFill>
                  <a:srgbClr val="273239"/>
                </a:solidFill>
                <a:latin typeface="urw-din"/>
              </a:rPr>
              <a:t> to force stop it.</a:t>
            </a:r>
          </a:p>
          <a:p>
            <a:r>
              <a:rPr lang="en-US" altLang="en-US" smtClean="0">
                <a:solidFill>
                  <a:srgbClr val="273239"/>
                </a:solidFill>
                <a:latin typeface="urw-din"/>
              </a:rPr>
              <a:t>To get the list of jobs that are either running or stopped.</a:t>
            </a:r>
          </a:p>
          <a:p>
            <a:pPr lvl="1"/>
            <a:r>
              <a:rPr lang="en-US" altLang="en-US" smtClean="0">
                <a:solidFill>
                  <a:srgbClr val="273239"/>
                </a:solidFill>
                <a:latin typeface="urw-din"/>
              </a:rPr>
              <a:t>$jobs</a:t>
            </a:r>
          </a:p>
          <a:p>
            <a:r>
              <a:rPr lang="en-US" altLang="en-US" smtClean="0">
                <a:solidFill>
                  <a:srgbClr val="273239"/>
                </a:solidFill>
                <a:latin typeface="urw-din"/>
              </a:rPr>
              <a:t>To run all the pending and force stopped jobs in the background.</a:t>
            </a:r>
          </a:p>
          <a:p>
            <a:pPr lvl="1"/>
            <a:r>
              <a:rPr lang="en-US" altLang="en-US" smtClean="0">
                <a:solidFill>
                  <a:srgbClr val="273239"/>
                </a:solidFill>
                <a:latin typeface="urw-din"/>
              </a:rPr>
              <a:t>$ bg</a:t>
            </a:r>
            <a:endParaRPr lang="en-IN" altLang="en-US" smtClean="0"/>
          </a:p>
        </p:txBody>
      </p:sp>
      <p:sp>
        <p:nvSpPr>
          <p:cNvPr id="146436" name="Slide Number Placeholder 3"/>
          <p:cNvSpPr>
            <a:spLocks noGrp="1" noChangeArrowheads="1"/>
          </p:cNvSpPr>
          <p:nvPr>
            <p:ph type="sldNum" sz="quarter" idx="12"/>
          </p:nvPr>
        </p:nvSpPr>
        <p:spPr bwMode="auto">
          <a:noFill/>
          <a:ln>
            <a:miter lim="800000"/>
            <a:headEnd/>
            <a:tailEnd/>
          </a:ln>
        </p:spPr>
        <p:txBody>
          <a:bodyPr/>
          <a:lstStyle/>
          <a:p>
            <a:fld id="{2EE0E9E0-04AC-43A4-9680-78C77C9BC8DC}" type="slidenum">
              <a:rPr lang="en-US" altLang="en-US"/>
              <a:pPr/>
              <a:t>130</a:t>
            </a:fld>
            <a:endParaRPr lang="en-US" alt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Title 1"/>
          <p:cNvSpPr>
            <a:spLocks noGrp="1"/>
          </p:cNvSpPr>
          <p:nvPr>
            <p:ph type="title"/>
          </p:nvPr>
        </p:nvSpPr>
        <p:spPr/>
        <p:txBody>
          <a:bodyPr/>
          <a:lstStyle/>
          <a:p>
            <a:endParaRPr lang="en-IN" altLang="en-US" smtClean="0"/>
          </a:p>
        </p:txBody>
      </p:sp>
      <p:sp>
        <p:nvSpPr>
          <p:cNvPr id="147459" name="Content Placeholder 2"/>
          <p:cNvSpPr>
            <a:spLocks noGrp="1"/>
          </p:cNvSpPr>
          <p:nvPr>
            <p:ph idx="1"/>
          </p:nvPr>
        </p:nvSpPr>
        <p:spPr/>
        <p:txBody>
          <a:bodyPr/>
          <a:lstStyle/>
          <a:p>
            <a:r>
              <a:rPr lang="en-IN" altLang="en-US" sz="1800" smtClean="0">
                <a:solidFill>
                  <a:srgbClr val="273239"/>
                </a:solidFill>
                <a:latin typeface="var(--font-din)"/>
                <a:cs typeface="Times New Roman" pitchFamily="18" charset="0"/>
              </a:rPr>
              <a:t>To get details of a process running in background.</a:t>
            </a:r>
          </a:p>
          <a:p>
            <a:pPr lvl="1"/>
            <a:r>
              <a:rPr lang="en-IN" altLang="en-US" sz="1800" smtClean="0">
                <a:solidFill>
                  <a:srgbClr val="273239"/>
                </a:solidFill>
                <a:latin typeface="Consolas" pitchFamily="49" charset="0"/>
                <a:ea typeface="Times New Roman" pitchFamily="18" charset="0"/>
                <a:cs typeface="Courier New" pitchFamily="49" charset="0"/>
              </a:rPr>
              <a:t>$ ps -ef | grep sleep</a:t>
            </a:r>
            <a:endParaRPr lang="en-IN" altLang="en-US" sz="1800" smtClean="0">
              <a:latin typeface="Calibri" pitchFamily="34" charset="0"/>
              <a:ea typeface="Calibri" pitchFamily="34" charset="0"/>
              <a:cs typeface="Times New Roman" pitchFamily="18" charset="0"/>
            </a:endParaRPr>
          </a:p>
          <a:p>
            <a:pPr lvl="1"/>
            <a:endParaRPr lang="en-IN" altLang="en-US" sz="1600" smtClean="0">
              <a:latin typeface="Calibri" pitchFamily="34" charset="0"/>
              <a:ea typeface="Calibri" pitchFamily="34" charset="0"/>
              <a:cs typeface="Times New Roman" pitchFamily="18" charset="0"/>
            </a:endParaRPr>
          </a:p>
          <a:p>
            <a:r>
              <a:rPr lang="en-IN" altLang="en-US" sz="1800" smtClean="0">
                <a:solidFill>
                  <a:srgbClr val="273239"/>
                </a:solidFill>
                <a:latin typeface="var(--font-din)"/>
                <a:ea typeface="Times New Roman" pitchFamily="18" charset="0"/>
                <a:cs typeface="Courier New" pitchFamily="49" charset="0"/>
              </a:rPr>
              <a:t>To run all the pending and force stopped jobs in the foreground.</a:t>
            </a:r>
          </a:p>
          <a:p>
            <a:pPr lvl="1"/>
            <a:r>
              <a:rPr lang="en-IN" altLang="en-US" sz="1600" smtClean="0">
                <a:solidFill>
                  <a:srgbClr val="273239"/>
                </a:solidFill>
                <a:latin typeface="var(--font-din)"/>
                <a:ea typeface="Times New Roman" pitchFamily="18" charset="0"/>
                <a:cs typeface="Courier New" pitchFamily="49" charset="0"/>
              </a:rPr>
              <a:t>$</a:t>
            </a:r>
            <a:r>
              <a:rPr lang="en-IN" altLang="en-US" sz="1800" smtClean="0">
                <a:solidFill>
                  <a:srgbClr val="273239"/>
                </a:solidFill>
                <a:latin typeface="Consolas" pitchFamily="49" charset="0"/>
                <a:cs typeface="Times New Roman" pitchFamily="18" charset="0"/>
              </a:rPr>
              <a:t>fg</a:t>
            </a:r>
            <a:endParaRPr lang="en-IN" altLang="en-US" sz="1800" smtClean="0">
              <a:latin typeface="Calibri" pitchFamily="34" charset="0"/>
              <a:ea typeface="Calibri" pitchFamily="34" charset="0"/>
              <a:cs typeface="Calibri" pitchFamily="34" charset="0"/>
            </a:endParaRPr>
          </a:p>
          <a:p>
            <a:pPr>
              <a:lnSpc>
                <a:spcPct val="107000"/>
              </a:lnSpc>
              <a:spcAft>
                <a:spcPts val="800"/>
              </a:spcAft>
            </a:pPr>
            <a:r>
              <a:rPr lang="en-IN" altLang="en-US" sz="1800" smtClean="0">
                <a:solidFill>
                  <a:srgbClr val="273239"/>
                </a:solidFill>
                <a:latin typeface="var(--font-din)"/>
                <a:cs typeface="Times New Roman" pitchFamily="18" charset="0"/>
              </a:rPr>
              <a:t>To run a process in the background without getting impacted by the closing of the terminal.</a:t>
            </a:r>
            <a:endParaRPr lang="en-IN" altLang="en-US" sz="1800" smtClean="0">
              <a:latin typeface="Calibri" pitchFamily="34" charset="0"/>
              <a:ea typeface="Calibri" pitchFamily="34" charset="0"/>
              <a:cs typeface="Calibri" pitchFamily="34" charset="0"/>
            </a:endParaRPr>
          </a:p>
          <a:p>
            <a:pPr lvl="1">
              <a:lnSpc>
                <a:spcPct val="107000"/>
              </a:lnSpc>
              <a:spcAft>
                <a:spcPts val="750"/>
              </a:spcAft>
            </a:pPr>
            <a:r>
              <a:rPr lang="en-IN" altLang="en-US" sz="1600" smtClean="0">
                <a:solidFill>
                  <a:srgbClr val="273239"/>
                </a:solidFill>
                <a:latin typeface="Consolas" pitchFamily="49" charset="0"/>
                <a:cs typeface="Times New Roman" pitchFamily="18" charset="0"/>
              </a:rPr>
              <a:t>$ nohup sleep 100 &amp;</a:t>
            </a:r>
            <a:endParaRPr lang="en-IN" altLang="en-US" sz="1600" smtClean="0">
              <a:latin typeface="Calibri" pitchFamily="34" charset="0"/>
              <a:ea typeface="Calibri" pitchFamily="34" charset="0"/>
              <a:cs typeface="Calibri" pitchFamily="34" charset="0"/>
            </a:endParaRPr>
          </a:p>
          <a:p>
            <a:pPr>
              <a:lnSpc>
                <a:spcPct val="107000"/>
              </a:lnSpc>
              <a:spcAft>
                <a:spcPts val="800"/>
              </a:spcAft>
            </a:pPr>
            <a:r>
              <a:rPr lang="en-IN" altLang="en-US" sz="1800" smtClean="0">
                <a:solidFill>
                  <a:srgbClr val="273239"/>
                </a:solidFill>
                <a:latin typeface="var(--font-din)"/>
                <a:cs typeface="Times New Roman" pitchFamily="18" charset="0"/>
              </a:rPr>
              <a:t>To run some processes in the background directly.</a:t>
            </a:r>
            <a:endParaRPr lang="en-IN" altLang="en-US" sz="1800" smtClean="0">
              <a:latin typeface="Calibri" pitchFamily="34" charset="0"/>
              <a:ea typeface="Calibri" pitchFamily="34" charset="0"/>
              <a:cs typeface="Calibri" pitchFamily="34" charset="0"/>
            </a:endParaRPr>
          </a:p>
          <a:p>
            <a:pPr lvl="1">
              <a:lnSpc>
                <a:spcPct val="107000"/>
              </a:lnSpc>
              <a:spcAft>
                <a:spcPts val="750"/>
              </a:spcAft>
            </a:pPr>
            <a:r>
              <a:rPr lang="en-IN" altLang="en-US" sz="1600" smtClean="0">
                <a:solidFill>
                  <a:srgbClr val="273239"/>
                </a:solidFill>
                <a:latin typeface="Consolas" pitchFamily="49" charset="0"/>
                <a:cs typeface="Times New Roman" pitchFamily="18" charset="0"/>
              </a:rPr>
              <a:t>$sleep 100&amp;</a:t>
            </a:r>
            <a:endParaRPr lang="en-IN" altLang="en-US" sz="1600" smtClean="0">
              <a:latin typeface="Calibri" pitchFamily="34" charset="0"/>
              <a:ea typeface="Calibri" pitchFamily="34" charset="0"/>
              <a:cs typeface="Calibri" pitchFamily="34" charset="0"/>
            </a:endParaRPr>
          </a:p>
          <a:p>
            <a:pPr>
              <a:lnSpc>
                <a:spcPct val="107000"/>
              </a:lnSpc>
              <a:spcAft>
                <a:spcPts val="800"/>
              </a:spcAft>
            </a:pPr>
            <a:r>
              <a:rPr lang="en-IN" altLang="en-US" sz="1800" smtClean="0">
                <a:solidFill>
                  <a:srgbClr val="273239"/>
                </a:solidFill>
                <a:latin typeface="var(--font-din)"/>
                <a:cs typeface="Times New Roman" pitchFamily="18" charset="0"/>
              </a:rPr>
              <a:t>To run processes with priority(The top priority is -20 but as it may affect the system processes so we have used the priority 5.)</a:t>
            </a:r>
            <a:endParaRPr lang="en-IN" altLang="en-US" sz="1800" smtClean="0">
              <a:latin typeface="Calibri" pitchFamily="34" charset="0"/>
              <a:ea typeface="Calibri" pitchFamily="34" charset="0"/>
              <a:cs typeface="Calibri" pitchFamily="34" charset="0"/>
            </a:endParaRPr>
          </a:p>
          <a:p>
            <a:pPr lvl="1">
              <a:lnSpc>
                <a:spcPct val="107000"/>
              </a:lnSpc>
              <a:spcAft>
                <a:spcPts val="750"/>
              </a:spcAft>
            </a:pPr>
            <a:r>
              <a:rPr lang="en-IN" altLang="en-US" sz="1600" smtClean="0">
                <a:solidFill>
                  <a:srgbClr val="273239"/>
                </a:solidFill>
                <a:latin typeface="Consolas" pitchFamily="49" charset="0"/>
                <a:cs typeface="Times New Roman" pitchFamily="18" charset="0"/>
              </a:rPr>
              <a:t>nice -n 5 sleep 100 </a:t>
            </a:r>
            <a:endParaRPr lang="en-IN" altLang="en-US" sz="1600" smtClean="0">
              <a:latin typeface="Calibri" pitchFamily="34" charset="0"/>
              <a:ea typeface="Calibri" pitchFamily="34" charset="0"/>
              <a:cs typeface="Calibri" pitchFamily="34" charset="0"/>
            </a:endParaRPr>
          </a:p>
          <a:p>
            <a:endParaRPr lang="en-IN" altLang="en-US" smtClean="0"/>
          </a:p>
        </p:txBody>
      </p:sp>
      <p:sp>
        <p:nvSpPr>
          <p:cNvPr id="147460" name="Slide Number Placeholder 3"/>
          <p:cNvSpPr>
            <a:spLocks noGrp="1" noChangeArrowheads="1"/>
          </p:cNvSpPr>
          <p:nvPr>
            <p:ph type="sldNum" sz="quarter" idx="12"/>
          </p:nvPr>
        </p:nvSpPr>
        <p:spPr bwMode="auto">
          <a:noFill/>
          <a:ln>
            <a:miter lim="800000"/>
            <a:headEnd/>
            <a:tailEnd/>
          </a:ln>
        </p:spPr>
        <p:txBody>
          <a:bodyPr/>
          <a:lstStyle/>
          <a:p>
            <a:fld id="{94D0B18B-8185-4006-A90A-3E431FB86DF1}" type="slidenum">
              <a:rPr lang="en-US" altLang="en-US"/>
              <a:pPr/>
              <a:t>131</a:t>
            </a:fld>
            <a:endParaRPr lang="en-US" alt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itle 1"/>
          <p:cNvSpPr>
            <a:spLocks noGrp="1"/>
          </p:cNvSpPr>
          <p:nvPr>
            <p:ph type="title"/>
          </p:nvPr>
        </p:nvSpPr>
        <p:spPr/>
        <p:txBody>
          <a:bodyPr/>
          <a:lstStyle/>
          <a:p>
            <a:endParaRPr lang="en-IN" altLang="en-US" smtClean="0"/>
          </a:p>
        </p:txBody>
      </p:sp>
      <p:sp>
        <p:nvSpPr>
          <p:cNvPr id="148483" name="Content Placeholder 2"/>
          <p:cNvSpPr>
            <a:spLocks noGrp="1"/>
          </p:cNvSpPr>
          <p:nvPr>
            <p:ph idx="1"/>
          </p:nvPr>
        </p:nvSpPr>
        <p:spPr/>
        <p:txBody>
          <a:bodyPr/>
          <a:lstStyle/>
          <a:p>
            <a:endParaRPr lang="en-IN" altLang="en-US" smtClean="0"/>
          </a:p>
        </p:txBody>
      </p:sp>
      <p:sp>
        <p:nvSpPr>
          <p:cNvPr id="148484" name="Slide Number Placeholder 3"/>
          <p:cNvSpPr>
            <a:spLocks noGrp="1" noChangeArrowheads="1"/>
          </p:cNvSpPr>
          <p:nvPr>
            <p:ph type="sldNum" sz="quarter" idx="12"/>
          </p:nvPr>
        </p:nvSpPr>
        <p:spPr bwMode="auto">
          <a:noFill/>
          <a:ln>
            <a:miter lim="800000"/>
            <a:headEnd/>
            <a:tailEnd/>
          </a:ln>
        </p:spPr>
        <p:txBody>
          <a:bodyPr/>
          <a:lstStyle/>
          <a:p>
            <a:fld id="{7EE39801-E503-42AB-8A09-9BA4D33BD74E}" type="slidenum">
              <a:rPr lang="en-US" altLang="en-US"/>
              <a:pPr/>
              <a:t>132</a:t>
            </a:fld>
            <a:endParaRPr lang="en-US" altLang="en-US"/>
          </a:p>
        </p:txBody>
      </p:sp>
      <p:sp>
        <p:nvSpPr>
          <p:cNvPr id="5" name="Rectangle 4"/>
          <p:cNvSpPr/>
          <p:nvPr/>
        </p:nvSpPr>
        <p:spPr>
          <a:xfrm>
            <a:off x="2328863" y="2967038"/>
            <a:ext cx="4486275" cy="923925"/>
          </a:xfrm>
          <a:prstGeom prst="rect">
            <a:avLst/>
          </a:prstGeom>
          <a:noFill/>
        </p:spPr>
        <p:txBody>
          <a:bodyPr wrap="none">
            <a:spAutoFit/>
          </a:bodyPr>
          <a:lstStyle/>
          <a:p>
            <a:pPr algn="ctr">
              <a:defRPr/>
            </a:pPr>
            <a:r>
              <a:rPr lang="en-US" sz="5400" dirty="0">
                <a:ln w="0"/>
                <a:effectLst>
                  <a:outerShdw blurRad="38100" dist="19050" dir="2700000" algn="tl" rotWithShape="0">
                    <a:schemeClr val="dk1">
                      <a:alpha val="40000"/>
                    </a:schemeClr>
                  </a:outerShdw>
                </a:effectLst>
                <a:ea typeface="ＭＳ Ｐゴシック" panose="020B0600070205080204" pitchFamily="34" charset="-128"/>
              </a:rPr>
              <a:t>Any query??</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itle 1"/>
          <p:cNvSpPr>
            <a:spLocks noGrp="1"/>
          </p:cNvSpPr>
          <p:nvPr>
            <p:ph type="title"/>
          </p:nvPr>
        </p:nvSpPr>
        <p:spPr/>
        <p:txBody>
          <a:bodyPr/>
          <a:lstStyle/>
          <a:p>
            <a:endParaRPr lang="en-IN" altLang="en-US" smtClean="0"/>
          </a:p>
        </p:txBody>
      </p:sp>
      <p:sp>
        <p:nvSpPr>
          <p:cNvPr id="149507" name="Content Placeholder 2"/>
          <p:cNvSpPr>
            <a:spLocks noGrp="1"/>
          </p:cNvSpPr>
          <p:nvPr>
            <p:ph idx="1"/>
          </p:nvPr>
        </p:nvSpPr>
        <p:spPr/>
        <p:txBody>
          <a:bodyPr/>
          <a:lstStyle/>
          <a:p>
            <a:endParaRPr lang="en-IN" altLang="en-US" smtClean="0"/>
          </a:p>
        </p:txBody>
      </p:sp>
      <p:sp>
        <p:nvSpPr>
          <p:cNvPr id="149508" name="Slide Number Placeholder 3"/>
          <p:cNvSpPr>
            <a:spLocks noGrp="1" noChangeArrowheads="1"/>
          </p:cNvSpPr>
          <p:nvPr>
            <p:ph type="sldNum" sz="quarter" idx="12"/>
          </p:nvPr>
        </p:nvSpPr>
        <p:spPr bwMode="auto">
          <a:noFill/>
          <a:ln>
            <a:miter lim="800000"/>
            <a:headEnd/>
            <a:tailEnd/>
          </a:ln>
        </p:spPr>
        <p:txBody>
          <a:bodyPr/>
          <a:lstStyle/>
          <a:p>
            <a:fld id="{5381FE65-04D3-44CC-895F-8B88A33BEB8A}" type="slidenum">
              <a:rPr lang="en-US" altLang="en-US"/>
              <a:pPr/>
              <a:t>133</a:t>
            </a:fld>
            <a:endParaRPr lang="en-US" altLang="en-US"/>
          </a:p>
        </p:txBody>
      </p:sp>
      <p:sp>
        <p:nvSpPr>
          <p:cNvPr id="5" name="Rectangle 4"/>
          <p:cNvSpPr/>
          <p:nvPr/>
        </p:nvSpPr>
        <p:spPr>
          <a:xfrm>
            <a:off x="2541588" y="2967038"/>
            <a:ext cx="4060825" cy="923925"/>
          </a:xfrm>
          <a:prstGeom prst="rect">
            <a:avLst/>
          </a:prstGeom>
          <a:noFill/>
        </p:spPr>
        <p:txBody>
          <a:bodyPr wrap="none">
            <a:spAutoFit/>
          </a:bodyPr>
          <a:lstStyle/>
          <a:p>
            <a:pPr algn="ctr">
              <a:defRPr/>
            </a:pPr>
            <a:r>
              <a:rPr lang="en-US" sz="5400" dirty="0">
                <a:ln w="0"/>
                <a:effectLst>
                  <a:outerShdw blurRad="38100" dist="19050" dir="2700000" algn="tl" rotWithShape="0">
                    <a:schemeClr val="dk1">
                      <a:alpha val="40000"/>
                    </a:schemeClr>
                  </a:outerShdw>
                </a:effectLst>
                <a:ea typeface="ＭＳ Ｐゴシック" panose="020B0600070205080204" pitchFamily="34" charset="-128"/>
              </a:rPr>
              <a:t>Thank you </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
  <TotalTime>18178</TotalTime>
  <Words>7433</Words>
  <Application>Microsoft Office PowerPoint</Application>
  <PresentationFormat>On-screen Show (4:3)</PresentationFormat>
  <Paragraphs>3529</Paragraphs>
  <Slides>133</Slides>
  <Notes>29</Notes>
  <HiddenSlides>0</HiddenSlides>
  <MMClips>0</MMClips>
  <ScaleCrop>false</ScaleCrop>
  <HeadingPairs>
    <vt:vector size="4" baseType="variant">
      <vt:variant>
        <vt:lpstr>Theme</vt:lpstr>
      </vt:variant>
      <vt:variant>
        <vt:i4>1</vt:i4>
      </vt:variant>
      <vt:variant>
        <vt:lpstr>Slide Titles</vt:lpstr>
      </vt:variant>
      <vt:variant>
        <vt:i4>133</vt:i4>
      </vt:variant>
    </vt:vector>
  </HeadingPairs>
  <TitlesOfParts>
    <vt:vector size="134" baseType="lpstr">
      <vt:lpstr>Flow</vt:lpstr>
      <vt:lpstr>Unit 4: Operating Systems   Process Scheduling Algorithms</vt:lpstr>
      <vt:lpstr>Syllabus</vt:lpstr>
      <vt:lpstr>INDEX</vt:lpstr>
      <vt:lpstr>Slide 4</vt:lpstr>
      <vt:lpstr>What is Operating System?</vt:lpstr>
      <vt:lpstr>What OS does?</vt:lpstr>
      <vt:lpstr>Operating Systems functions:</vt:lpstr>
      <vt:lpstr>The major types of software</vt:lpstr>
      <vt:lpstr>Structure of Operating System</vt:lpstr>
      <vt:lpstr>Evolution of OS:</vt:lpstr>
      <vt:lpstr>Evolution of OS (contd..):</vt:lpstr>
      <vt:lpstr>Batch Processing:</vt:lpstr>
      <vt:lpstr>Multiprogramming:</vt:lpstr>
      <vt:lpstr>Time Sharing Systems:</vt:lpstr>
      <vt:lpstr>Types of OS:</vt:lpstr>
      <vt:lpstr>Single User Systems: </vt:lpstr>
      <vt:lpstr>  Introduction to different types of operating systems  </vt:lpstr>
      <vt:lpstr>Components of computer system programming</vt:lpstr>
      <vt:lpstr>Introduction - Operating Systems</vt:lpstr>
      <vt:lpstr>Slide 20</vt:lpstr>
      <vt:lpstr>Operating System structure</vt:lpstr>
      <vt:lpstr>Process Management </vt:lpstr>
      <vt:lpstr>Process Concept</vt:lpstr>
      <vt:lpstr>Slide 24</vt:lpstr>
      <vt:lpstr>Process Control Block (PCB)</vt:lpstr>
      <vt:lpstr>Slide 26</vt:lpstr>
      <vt:lpstr>Process State</vt:lpstr>
      <vt:lpstr>Diagram of  5 Process State model</vt:lpstr>
      <vt:lpstr>7-state Model</vt:lpstr>
      <vt:lpstr>Suspended Ready</vt:lpstr>
      <vt:lpstr>Suspended Wait</vt:lpstr>
      <vt:lpstr>7 state model</vt:lpstr>
      <vt:lpstr>Slide 33</vt:lpstr>
      <vt:lpstr>Types of Scheduler</vt:lpstr>
      <vt:lpstr>Slide 35</vt:lpstr>
      <vt:lpstr>What is Thread ?</vt:lpstr>
      <vt:lpstr>Slide 37</vt:lpstr>
      <vt:lpstr>Slide 38</vt:lpstr>
      <vt:lpstr>Difference between Process and Threads </vt:lpstr>
      <vt:lpstr>Slide 40</vt:lpstr>
      <vt:lpstr>Slide 41</vt:lpstr>
      <vt:lpstr>Slide 42</vt:lpstr>
      <vt:lpstr>Slide 43</vt:lpstr>
      <vt:lpstr>Advantages of Threads </vt:lpstr>
      <vt:lpstr>Disadvantages of Threads </vt:lpstr>
      <vt:lpstr>Multithreading</vt:lpstr>
      <vt:lpstr>Multi-Threading Models </vt:lpstr>
      <vt:lpstr>Many to Many</vt:lpstr>
      <vt:lpstr>Many to one</vt:lpstr>
      <vt:lpstr>One to One </vt:lpstr>
      <vt:lpstr>Process Scheduling</vt:lpstr>
      <vt:lpstr>Slide 52</vt:lpstr>
      <vt:lpstr>Schedulers</vt:lpstr>
      <vt:lpstr>Parameters of Process</vt:lpstr>
      <vt:lpstr>Scheduling Algorithms</vt:lpstr>
      <vt:lpstr>FCFS Scheduling  (First Come First Serve)</vt:lpstr>
      <vt:lpstr>Example </vt:lpstr>
      <vt:lpstr>Example </vt:lpstr>
      <vt:lpstr>Example </vt:lpstr>
      <vt:lpstr>Example </vt:lpstr>
      <vt:lpstr>Example </vt:lpstr>
      <vt:lpstr>Example </vt:lpstr>
      <vt:lpstr>Example </vt:lpstr>
      <vt:lpstr>Example </vt:lpstr>
      <vt:lpstr>Slide 65</vt:lpstr>
      <vt:lpstr>Shortest Remaining Time First -- SRTF  (SJF with preemption)</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Shortest Job First (SJF)  no preemption</vt:lpstr>
      <vt:lpstr>Round Robin Scheduling</vt:lpstr>
      <vt:lpstr>Example:- let time quantum=2</vt:lpstr>
      <vt:lpstr>Example:- let time quantum=2</vt:lpstr>
      <vt:lpstr>Example:- let time quantum=2</vt:lpstr>
      <vt:lpstr>Example:- let time quantum=2</vt:lpstr>
      <vt:lpstr>Example:- let time quantum=2</vt:lpstr>
      <vt:lpstr>Example:- let time quantum=2</vt:lpstr>
      <vt:lpstr>Example:- let time quantum=2</vt:lpstr>
      <vt:lpstr>Example:- let time quantum=2</vt:lpstr>
      <vt:lpstr>Example:- let time quantum=2</vt:lpstr>
      <vt:lpstr>Example:- let time quantum=2</vt:lpstr>
      <vt:lpstr>Example:- let time quantum=2</vt:lpstr>
      <vt:lpstr>Example:- let time quantum=2</vt:lpstr>
      <vt:lpstr>Example:- let time quantum=2</vt:lpstr>
      <vt:lpstr>Example:- let time quantum=2</vt:lpstr>
      <vt:lpstr>Example:- let time quantum=2</vt:lpstr>
      <vt:lpstr>Example:- let time quantum=2</vt:lpstr>
      <vt:lpstr>Example:- let time quantum=2</vt:lpstr>
      <vt:lpstr>Example:- let time quantum=2</vt:lpstr>
      <vt:lpstr>Example:- let time quantum=2</vt:lpstr>
      <vt:lpstr>Example:- let time quantum=2</vt:lpstr>
      <vt:lpstr>Example:- let time quantum=2</vt:lpstr>
      <vt:lpstr>Example:- let time quantum=2</vt:lpstr>
      <vt:lpstr>Example:- let time quantum=2</vt:lpstr>
      <vt:lpstr>Example:- let time quantum=2</vt:lpstr>
      <vt:lpstr>Example:- let time quantum=2</vt:lpstr>
      <vt:lpstr>Round Robin Scheduling</vt:lpstr>
      <vt:lpstr>Priority based Scheduling</vt:lpstr>
      <vt:lpstr>Priority Scheduling non preemptive</vt:lpstr>
      <vt:lpstr>Priority Scheduling non preemptive</vt:lpstr>
      <vt:lpstr>Priority Scheduling non preemptive</vt:lpstr>
      <vt:lpstr>Priority Scheduling non preemptive</vt:lpstr>
      <vt:lpstr>Priority Scheduling non preemptive</vt:lpstr>
      <vt:lpstr>Priority Scheduling non preemptive</vt:lpstr>
      <vt:lpstr>Priority Scheduling non preemptive</vt:lpstr>
      <vt:lpstr>Priority Scheduling non preemptive</vt:lpstr>
      <vt:lpstr>Priority Scheduling non preemptive</vt:lpstr>
      <vt:lpstr>Priority Scheduling preemptive</vt:lpstr>
      <vt:lpstr>Priority Scheduling preemptive</vt:lpstr>
      <vt:lpstr>Priority Scheduling preemptive</vt:lpstr>
      <vt:lpstr>Priority Scheduling preemptive</vt:lpstr>
      <vt:lpstr>Priority Scheduling preemptive</vt:lpstr>
      <vt:lpstr>Priority Scheduling preemptive</vt:lpstr>
      <vt:lpstr>Dealing with Starvation</vt:lpstr>
      <vt:lpstr>Priority based Scheduling  with large number of processes</vt:lpstr>
      <vt:lpstr>Process control Linux System calls</vt:lpstr>
      <vt:lpstr>Slide 127</vt:lpstr>
      <vt:lpstr>Slide 128</vt:lpstr>
      <vt:lpstr>Case study</vt:lpstr>
      <vt:lpstr>Slide 130</vt:lpstr>
      <vt:lpstr>Slide 131</vt:lpstr>
      <vt:lpstr>Slide 132</vt:lpstr>
      <vt:lpstr>Slide 133</vt:lpstr>
    </vt:vector>
  </TitlesOfParts>
  <Company>Lucent Technologies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SHARAD</cp:lastModifiedBy>
  <cp:revision>412</cp:revision>
  <cp:lastPrinted>2013-09-10T17:57:57Z</cp:lastPrinted>
  <dcterms:created xsi:type="dcterms:W3CDTF">2011-01-13T23:43:38Z</dcterms:created>
  <dcterms:modified xsi:type="dcterms:W3CDTF">2022-09-29T03:59:52Z</dcterms:modified>
</cp:coreProperties>
</file>