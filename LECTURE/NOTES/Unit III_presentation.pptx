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8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876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229ABE-A586-4DED-8755-AB1252DC9E17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8F290-9131-4C2E-B128-EBBCD816FB9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8F290-9131-4C2E-B128-EBBCD816FB9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3099" y="516763"/>
            <a:ext cx="9845801" cy="1936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130" dirty="0"/>
              <a:t>D</a:t>
            </a:r>
            <a:r>
              <a:rPr spc="-75" dirty="0"/>
              <a:t>r.</a:t>
            </a:r>
            <a:r>
              <a:rPr spc="-20" dirty="0"/>
              <a:t> </a:t>
            </a:r>
            <a:r>
              <a:rPr spc="70" dirty="0"/>
              <a:t>H</a:t>
            </a:r>
            <a:r>
              <a:rPr spc="-110" dirty="0"/>
              <a:t>a</a:t>
            </a:r>
            <a:r>
              <a:rPr spc="-25" dirty="0"/>
              <a:t>rsh</a:t>
            </a:r>
            <a:r>
              <a:rPr spc="-100" dirty="0"/>
              <a:t>a</a:t>
            </a:r>
            <a:r>
              <a:rPr spc="-25" dirty="0"/>
              <a:t> </a:t>
            </a:r>
            <a:r>
              <a:rPr spc="75" dirty="0"/>
              <a:t>A</a:t>
            </a:r>
            <a:r>
              <a:rPr spc="-30" dirty="0"/>
              <a:t> Bh</a:t>
            </a:r>
            <a:r>
              <a:rPr spc="-50" dirty="0"/>
              <a:t>u</a:t>
            </a:r>
            <a:r>
              <a:rPr spc="-65" dirty="0"/>
              <a:t>t</a:t>
            </a:r>
            <a:r>
              <a:rPr spc="-110" dirty="0"/>
              <a:t>e,</a:t>
            </a:r>
            <a:r>
              <a:rPr dirty="0"/>
              <a:t> </a:t>
            </a:r>
            <a:r>
              <a:rPr spc="-55" dirty="0"/>
              <a:t> </a:t>
            </a:r>
            <a:r>
              <a:rPr spc="55" dirty="0"/>
              <a:t>UNI</a:t>
            </a:r>
            <a:r>
              <a:rPr spc="20" dirty="0"/>
              <a:t>T</a:t>
            </a:r>
            <a:r>
              <a:rPr spc="-45" dirty="0"/>
              <a:t> </a:t>
            </a:r>
            <a:r>
              <a:rPr spc="-30" dirty="0"/>
              <a:t>II</a:t>
            </a:r>
            <a:r>
              <a:rPr spc="-90" dirty="0"/>
              <a:t>I,</a:t>
            </a:r>
            <a:r>
              <a:rPr spc="-25" dirty="0"/>
              <a:t> </a:t>
            </a:r>
            <a:r>
              <a:rPr spc="-30" dirty="0"/>
              <a:t>S</a:t>
            </a:r>
            <a:r>
              <a:rPr spc="-55" dirty="0"/>
              <a:t>P</a:t>
            </a:r>
            <a:r>
              <a:rPr spc="135" dirty="0"/>
              <a:t>O</a:t>
            </a:r>
            <a:r>
              <a:rPr spc="-90" dirty="0"/>
              <a:t>S,</a:t>
            </a:r>
            <a:r>
              <a:rPr spc="15" dirty="0"/>
              <a:t> </a:t>
            </a:r>
            <a:r>
              <a:rPr spc="-35" dirty="0"/>
              <a:t>S</a:t>
            </a:r>
            <a:r>
              <a:rPr spc="-50" dirty="0"/>
              <a:t>P</a:t>
            </a:r>
            <a:r>
              <a:rPr spc="-55" dirty="0"/>
              <a:t>P</a:t>
            </a:r>
            <a:r>
              <a:rPr spc="55" dirty="0"/>
              <a:t>U</a:t>
            </a:r>
            <a:r>
              <a:rPr spc="-5" dirty="0"/>
              <a:t> </a:t>
            </a:r>
            <a:r>
              <a:rPr spc="-40" dirty="0"/>
              <a:t>S</a:t>
            </a:r>
            <a:r>
              <a:rPr spc="-55" dirty="0"/>
              <a:t>y</a:t>
            </a:r>
            <a:r>
              <a:rPr spc="-85" dirty="0"/>
              <a:t>l</a:t>
            </a:r>
            <a:r>
              <a:rPr spc="-90" dirty="0"/>
              <a:t>l</a:t>
            </a:r>
            <a:r>
              <a:rPr spc="-110" dirty="0"/>
              <a:t>a</a:t>
            </a:r>
            <a:r>
              <a:rPr spc="-60" dirty="0"/>
              <a:t>b</a:t>
            </a:r>
            <a:r>
              <a:rPr spc="-50" dirty="0"/>
              <a:t>u</a:t>
            </a:r>
            <a:r>
              <a:rPr spc="-25" dirty="0"/>
              <a:t>s</a:t>
            </a:r>
            <a:r>
              <a:rPr spc="-5" dirty="0"/>
              <a:t> </a:t>
            </a:r>
            <a:r>
              <a:rPr spc="-50" dirty="0"/>
              <a:t>Imp</a:t>
            </a:r>
            <a:r>
              <a:rPr spc="-70" dirty="0"/>
              <a:t>leme</a:t>
            </a:r>
            <a:r>
              <a:rPr spc="-65" dirty="0"/>
              <a:t>nt</a:t>
            </a:r>
            <a:r>
              <a:rPr spc="-110" dirty="0"/>
              <a:t>a</a:t>
            </a:r>
            <a:r>
              <a:rPr spc="-65" dirty="0"/>
              <a:t>t</a:t>
            </a:r>
            <a:r>
              <a:rPr spc="-35" dirty="0"/>
              <a:t>io</a:t>
            </a:r>
            <a:r>
              <a:rPr spc="-40" dirty="0"/>
              <a:t>n</a:t>
            </a:r>
            <a:r>
              <a:rPr spc="-15" dirty="0"/>
              <a:t> </a:t>
            </a:r>
            <a:r>
              <a:rPr spc="30" dirty="0"/>
              <a:t>FD</a:t>
            </a:r>
            <a:r>
              <a:rPr spc="-50" dirty="0"/>
              <a:t>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E8E77FC4-F4EC-4545-8BA1-3E3069EE9F6B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B71E4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3260"/>
              </a:lnSpc>
            </a:pPr>
            <a:fld id="{81D60167-4931-47E6-BA6A-407CBD079E47}" type="slidenum">
              <a:rPr spc="-75" dirty="0"/>
              <a:pPr marL="38100">
                <a:lnSpc>
                  <a:spcPts val="3260"/>
                </a:lnSpc>
              </a:pPr>
              <a:t>‹#›</a:t>
            </a:fld>
            <a:endParaRPr spc="-7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130" dirty="0"/>
              <a:t>D</a:t>
            </a:r>
            <a:r>
              <a:rPr spc="-75" dirty="0"/>
              <a:t>r.</a:t>
            </a:r>
            <a:r>
              <a:rPr spc="-20" dirty="0"/>
              <a:t> </a:t>
            </a:r>
            <a:r>
              <a:rPr spc="70" dirty="0"/>
              <a:t>H</a:t>
            </a:r>
            <a:r>
              <a:rPr spc="-110" dirty="0"/>
              <a:t>a</a:t>
            </a:r>
            <a:r>
              <a:rPr spc="-25" dirty="0"/>
              <a:t>rsh</a:t>
            </a:r>
            <a:r>
              <a:rPr spc="-100" dirty="0"/>
              <a:t>a</a:t>
            </a:r>
            <a:r>
              <a:rPr spc="-25" dirty="0"/>
              <a:t> </a:t>
            </a:r>
            <a:r>
              <a:rPr spc="75" dirty="0"/>
              <a:t>A</a:t>
            </a:r>
            <a:r>
              <a:rPr spc="-30" dirty="0"/>
              <a:t> Bh</a:t>
            </a:r>
            <a:r>
              <a:rPr spc="-50" dirty="0"/>
              <a:t>u</a:t>
            </a:r>
            <a:r>
              <a:rPr spc="-65" dirty="0"/>
              <a:t>t</a:t>
            </a:r>
            <a:r>
              <a:rPr spc="-110" dirty="0"/>
              <a:t>e,</a:t>
            </a:r>
            <a:r>
              <a:rPr dirty="0"/>
              <a:t> </a:t>
            </a:r>
            <a:r>
              <a:rPr spc="-55" dirty="0"/>
              <a:t> </a:t>
            </a:r>
            <a:r>
              <a:rPr spc="55" dirty="0"/>
              <a:t>UNI</a:t>
            </a:r>
            <a:r>
              <a:rPr spc="20" dirty="0"/>
              <a:t>T</a:t>
            </a:r>
            <a:r>
              <a:rPr spc="-45" dirty="0"/>
              <a:t> </a:t>
            </a:r>
            <a:r>
              <a:rPr spc="-30" dirty="0"/>
              <a:t>II</a:t>
            </a:r>
            <a:r>
              <a:rPr spc="-90" dirty="0"/>
              <a:t>I,</a:t>
            </a:r>
            <a:r>
              <a:rPr spc="-25" dirty="0"/>
              <a:t> </a:t>
            </a:r>
            <a:r>
              <a:rPr spc="-30" dirty="0"/>
              <a:t>S</a:t>
            </a:r>
            <a:r>
              <a:rPr spc="-55" dirty="0"/>
              <a:t>P</a:t>
            </a:r>
            <a:r>
              <a:rPr spc="135" dirty="0"/>
              <a:t>O</a:t>
            </a:r>
            <a:r>
              <a:rPr spc="-90" dirty="0"/>
              <a:t>S,</a:t>
            </a:r>
            <a:r>
              <a:rPr spc="15" dirty="0"/>
              <a:t> </a:t>
            </a:r>
            <a:r>
              <a:rPr spc="-35" dirty="0"/>
              <a:t>S</a:t>
            </a:r>
            <a:r>
              <a:rPr spc="-50" dirty="0"/>
              <a:t>P</a:t>
            </a:r>
            <a:r>
              <a:rPr spc="-55" dirty="0"/>
              <a:t>P</a:t>
            </a:r>
            <a:r>
              <a:rPr spc="55" dirty="0"/>
              <a:t>U</a:t>
            </a:r>
            <a:r>
              <a:rPr spc="-5" dirty="0"/>
              <a:t> </a:t>
            </a:r>
            <a:r>
              <a:rPr spc="-40" dirty="0"/>
              <a:t>S</a:t>
            </a:r>
            <a:r>
              <a:rPr spc="-55" dirty="0"/>
              <a:t>y</a:t>
            </a:r>
            <a:r>
              <a:rPr spc="-85" dirty="0"/>
              <a:t>l</a:t>
            </a:r>
            <a:r>
              <a:rPr spc="-90" dirty="0"/>
              <a:t>l</a:t>
            </a:r>
            <a:r>
              <a:rPr spc="-110" dirty="0"/>
              <a:t>a</a:t>
            </a:r>
            <a:r>
              <a:rPr spc="-60" dirty="0"/>
              <a:t>b</a:t>
            </a:r>
            <a:r>
              <a:rPr spc="-50" dirty="0"/>
              <a:t>u</a:t>
            </a:r>
            <a:r>
              <a:rPr spc="-25" dirty="0"/>
              <a:t>s</a:t>
            </a:r>
            <a:r>
              <a:rPr spc="-5" dirty="0"/>
              <a:t> </a:t>
            </a:r>
            <a:r>
              <a:rPr spc="-50" dirty="0"/>
              <a:t>Imp</a:t>
            </a:r>
            <a:r>
              <a:rPr spc="-70" dirty="0"/>
              <a:t>leme</a:t>
            </a:r>
            <a:r>
              <a:rPr spc="-65" dirty="0"/>
              <a:t>nt</a:t>
            </a:r>
            <a:r>
              <a:rPr spc="-110" dirty="0"/>
              <a:t>a</a:t>
            </a:r>
            <a:r>
              <a:rPr spc="-65" dirty="0"/>
              <a:t>t</a:t>
            </a:r>
            <a:r>
              <a:rPr spc="-35" dirty="0"/>
              <a:t>io</a:t>
            </a:r>
            <a:r>
              <a:rPr spc="-40" dirty="0"/>
              <a:t>n</a:t>
            </a:r>
            <a:r>
              <a:rPr spc="-15" dirty="0"/>
              <a:t> </a:t>
            </a:r>
            <a:r>
              <a:rPr spc="30" dirty="0"/>
              <a:t>FD</a:t>
            </a:r>
            <a:r>
              <a:rPr spc="-50" dirty="0"/>
              <a:t>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AA2E8E93-3D80-4C07-B5A8-05D9C645EDF9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B71E4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3260"/>
              </a:lnSpc>
            </a:pPr>
            <a:fld id="{81D60167-4931-47E6-BA6A-407CBD079E47}" type="slidenum">
              <a:rPr spc="-75" dirty="0"/>
              <a:pPr marL="38100">
                <a:lnSpc>
                  <a:spcPts val="3260"/>
                </a:lnSpc>
              </a:pPr>
              <a:t>‹#›</a:t>
            </a:fld>
            <a:endParaRPr spc="-7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130" dirty="0"/>
              <a:t>D</a:t>
            </a:r>
            <a:r>
              <a:rPr spc="-75" dirty="0"/>
              <a:t>r.</a:t>
            </a:r>
            <a:r>
              <a:rPr spc="-20" dirty="0"/>
              <a:t> </a:t>
            </a:r>
            <a:r>
              <a:rPr spc="70" dirty="0"/>
              <a:t>H</a:t>
            </a:r>
            <a:r>
              <a:rPr spc="-110" dirty="0"/>
              <a:t>a</a:t>
            </a:r>
            <a:r>
              <a:rPr spc="-25" dirty="0"/>
              <a:t>rsh</a:t>
            </a:r>
            <a:r>
              <a:rPr spc="-100" dirty="0"/>
              <a:t>a</a:t>
            </a:r>
            <a:r>
              <a:rPr spc="-25" dirty="0"/>
              <a:t> </a:t>
            </a:r>
            <a:r>
              <a:rPr spc="75" dirty="0"/>
              <a:t>A</a:t>
            </a:r>
            <a:r>
              <a:rPr spc="-30" dirty="0"/>
              <a:t> Bh</a:t>
            </a:r>
            <a:r>
              <a:rPr spc="-50" dirty="0"/>
              <a:t>u</a:t>
            </a:r>
            <a:r>
              <a:rPr spc="-65" dirty="0"/>
              <a:t>t</a:t>
            </a:r>
            <a:r>
              <a:rPr spc="-110" dirty="0"/>
              <a:t>e,</a:t>
            </a:r>
            <a:r>
              <a:rPr dirty="0"/>
              <a:t> </a:t>
            </a:r>
            <a:r>
              <a:rPr spc="-55" dirty="0"/>
              <a:t> </a:t>
            </a:r>
            <a:r>
              <a:rPr spc="55" dirty="0"/>
              <a:t>UNI</a:t>
            </a:r>
            <a:r>
              <a:rPr spc="20" dirty="0"/>
              <a:t>T</a:t>
            </a:r>
            <a:r>
              <a:rPr spc="-45" dirty="0"/>
              <a:t> </a:t>
            </a:r>
            <a:r>
              <a:rPr spc="-30" dirty="0"/>
              <a:t>II</a:t>
            </a:r>
            <a:r>
              <a:rPr spc="-90" dirty="0"/>
              <a:t>I,</a:t>
            </a:r>
            <a:r>
              <a:rPr spc="-25" dirty="0"/>
              <a:t> </a:t>
            </a:r>
            <a:r>
              <a:rPr spc="-30" dirty="0"/>
              <a:t>S</a:t>
            </a:r>
            <a:r>
              <a:rPr spc="-55" dirty="0"/>
              <a:t>P</a:t>
            </a:r>
            <a:r>
              <a:rPr spc="135" dirty="0"/>
              <a:t>O</a:t>
            </a:r>
            <a:r>
              <a:rPr spc="-90" dirty="0"/>
              <a:t>S,</a:t>
            </a:r>
            <a:r>
              <a:rPr spc="15" dirty="0"/>
              <a:t> </a:t>
            </a:r>
            <a:r>
              <a:rPr spc="-35" dirty="0"/>
              <a:t>S</a:t>
            </a:r>
            <a:r>
              <a:rPr spc="-50" dirty="0"/>
              <a:t>P</a:t>
            </a:r>
            <a:r>
              <a:rPr spc="-55" dirty="0"/>
              <a:t>P</a:t>
            </a:r>
            <a:r>
              <a:rPr spc="55" dirty="0"/>
              <a:t>U</a:t>
            </a:r>
            <a:r>
              <a:rPr spc="-5" dirty="0"/>
              <a:t> </a:t>
            </a:r>
            <a:r>
              <a:rPr spc="-40" dirty="0"/>
              <a:t>S</a:t>
            </a:r>
            <a:r>
              <a:rPr spc="-55" dirty="0"/>
              <a:t>y</a:t>
            </a:r>
            <a:r>
              <a:rPr spc="-85" dirty="0"/>
              <a:t>l</a:t>
            </a:r>
            <a:r>
              <a:rPr spc="-90" dirty="0"/>
              <a:t>l</a:t>
            </a:r>
            <a:r>
              <a:rPr spc="-110" dirty="0"/>
              <a:t>a</a:t>
            </a:r>
            <a:r>
              <a:rPr spc="-60" dirty="0"/>
              <a:t>b</a:t>
            </a:r>
            <a:r>
              <a:rPr spc="-50" dirty="0"/>
              <a:t>u</a:t>
            </a:r>
            <a:r>
              <a:rPr spc="-25" dirty="0"/>
              <a:t>s</a:t>
            </a:r>
            <a:r>
              <a:rPr spc="-5" dirty="0"/>
              <a:t> </a:t>
            </a:r>
            <a:r>
              <a:rPr spc="-50" dirty="0"/>
              <a:t>Imp</a:t>
            </a:r>
            <a:r>
              <a:rPr spc="-70" dirty="0"/>
              <a:t>leme</a:t>
            </a:r>
            <a:r>
              <a:rPr spc="-65" dirty="0"/>
              <a:t>nt</a:t>
            </a:r>
            <a:r>
              <a:rPr spc="-110" dirty="0"/>
              <a:t>a</a:t>
            </a:r>
            <a:r>
              <a:rPr spc="-65" dirty="0"/>
              <a:t>t</a:t>
            </a:r>
            <a:r>
              <a:rPr spc="-35" dirty="0"/>
              <a:t>io</a:t>
            </a:r>
            <a:r>
              <a:rPr spc="-40" dirty="0"/>
              <a:t>n</a:t>
            </a:r>
            <a:r>
              <a:rPr spc="-15" dirty="0"/>
              <a:t> </a:t>
            </a:r>
            <a:r>
              <a:rPr spc="30" dirty="0"/>
              <a:t>FD</a:t>
            </a:r>
            <a:r>
              <a:rPr spc="-50" dirty="0"/>
              <a:t>P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743C2A79-57F4-49D4-B9ED-1A871C1E4DE0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B71E4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3260"/>
              </a:lnSpc>
            </a:pPr>
            <a:fld id="{81D60167-4931-47E6-BA6A-407CBD079E47}" type="slidenum">
              <a:rPr spc="-75" dirty="0"/>
              <a:pPr marL="38100">
                <a:lnSpc>
                  <a:spcPts val="3260"/>
                </a:lnSpc>
              </a:pPr>
              <a:t>‹#›</a:t>
            </a:fld>
            <a:endParaRPr spc="-7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130" dirty="0"/>
              <a:t>D</a:t>
            </a:r>
            <a:r>
              <a:rPr spc="-75" dirty="0"/>
              <a:t>r.</a:t>
            </a:r>
            <a:r>
              <a:rPr spc="-20" dirty="0"/>
              <a:t> </a:t>
            </a:r>
            <a:r>
              <a:rPr spc="70" dirty="0"/>
              <a:t>H</a:t>
            </a:r>
            <a:r>
              <a:rPr spc="-110" dirty="0"/>
              <a:t>a</a:t>
            </a:r>
            <a:r>
              <a:rPr spc="-25" dirty="0"/>
              <a:t>rsh</a:t>
            </a:r>
            <a:r>
              <a:rPr spc="-100" dirty="0"/>
              <a:t>a</a:t>
            </a:r>
            <a:r>
              <a:rPr spc="-25" dirty="0"/>
              <a:t> </a:t>
            </a:r>
            <a:r>
              <a:rPr spc="75" dirty="0"/>
              <a:t>A</a:t>
            </a:r>
            <a:r>
              <a:rPr spc="-30" dirty="0"/>
              <a:t> Bh</a:t>
            </a:r>
            <a:r>
              <a:rPr spc="-50" dirty="0"/>
              <a:t>u</a:t>
            </a:r>
            <a:r>
              <a:rPr spc="-65" dirty="0"/>
              <a:t>t</a:t>
            </a:r>
            <a:r>
              <a:rPr spc="-110" dirty="0"/>
              <a:t>e,</a:t>
            </a:r>
            <a:r>
              <a:rPr dirty="0"/>
              <a:t> </a:t>
            </a:r>
            <a:r>
              <a:rPr spc="-55" dirty="0"/>
              <a:t> </a:t>
            </a:r>
            <a:r>
              <a:rPr spc="55" dirty="0"/>
              <a:t>UNI</a:t>
            </a:r>
            <a:r>
              <a:rPr spc="20" dirty="0"/>
              <a:t>T</a:t>
            </a:r>
            <a:r>
              <a:rPr spc="-45" dirty="0"/>
              <a:t> </a:t>
            </a:r>
            <a:r>
              <a:rPr spc="-30" dirty="0"/>
              <a:t>II</a:t>
            </a:r>
            <a:r>
              <a:rPr spc="-90" dirty="0"/>
              <a:t>I,</a:t>
            </a:r>
            <a:r>
              <a:rPr spc="-25" dirty="0"/>
              <a:t> </a:t>
            </a:r>
            <a:r>
              <a:rPr spc="-30" dirty="0"/>
              <a:t>S</a:t>
            </a:r>
            <a:r>
              <a:rPr spc="-55" dirty="0"/>
              <a:t>P</a:t>
            </a:r>
            <a:r>
              <a:rPr spc="135" dirty="0"/>
              <a:t>O</a:t>
            </a:r>
            <a:r>
              <a:rPr spc="-90" dirty="0"/>
              <a:t>S,</a:t>
            </a:r>
            <a:r>
              <a:rPr spc="15" dirty="0"/>
              <a:t> </a:t>
            </a:r>
            <a:r>
              <a:rPr spc="-35" dirty="0"/>
              <a:t>S</a:t>
            </a:r>
            <a:r>
              <a:rPr spc="-50" dirty="0"/>
              <a:t>P</a:t>
            </a:r>
            <a:r>
              <a:rPr spc="-55" dirty="0"/>
              <a:t>P</a:t>
            </a:r>
            <a:r>
              <a:rPr spc="55" dirty="0"/>
              <a:t>U</a:t>
            </a:r>
            <a:r>
              <a:rPr spc="-5" dirty="0"/>
              <a:t> </a:t>
            </a:r>
            <a:r>
              <a:rPr spc="-40" dirty="0"/>
              <a:t>S</a:t>
            </a:r>
            <a:r>
              <a:rPr spc="-55" dirty="0"/>
              <a:t>y</a:t>
            </a:r>
            <a:r>
              <a:rPr spc="-85" dirty="0"/>
              <a:t>l</a:t>
            </a:r>
            <a:r>
              <a:rPr spc="-90" dirty="0"/>
              <a:t>l</a:t>
            </a:r>
            <a:r>
              <a:rPr spc="-110" dirty="0"/>
              <a:t>a</a:t>
            </a:r>
            <a:r>
              <a:rPr spc="-60" dirty="0"/>
              <a:t>b</a:t>
            </a:r>
            <a:r>
              <a:rPr spc="-50" dirty="0"/>
              <a:t>u</a:t>
            </a:r>
            <a:r>
              <a:rPr spc="-25" dirty="0"/>
              <a:t>s</a:t>
            </a:r>
            <a:r>
              <a:rPr spc="-5" dirty="0"/>
              <a:t> </a:t>
            </a:r>
            <a:r>
              <a:rPr spc="-50" dirty="0"/>
              <a:t>Imp</a:t>
            </a:r>
            <a:r>
              <a:rPr spc="-70" dirty="0"/>
              <a:t>leme</a:t>
            </a:r>
            <a:r>
              <a:rPr spc="-65" dirty="0"/>
              <a:t>nt</a:t>
            </a:r>
            <a:r>
              <a:rPr spc="-110" dirty="0"/>
              <a:t>a</a:t>
            </a:r>
            <a:r>
              <a:rPr spc="-65" dirty="0"/>
              <a:t>t</a:t>
            </a:r>
            <a:r>
              <a:rPr spc="-35" dirty="0"/>
              <a:t>io</a:t>
            </a:r>
            <a:r>
              <a:rPr spc="-40" dirty="0"/>
              <a:t>n</a:t>
            </a:r>
            <a:r>
              <a:rPr spc="-15" dirty="0"/>
              <a:t> </a:t>
            </a:r>
            <a:r>
              <a:rPr spc="30" dirty="0"/>
              <a:t>FD</a:t>
            </a:r>
            <a:r>
              <a:rPr spc="-50" dirty="0"/>
              <a:t>P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0D2B54-7A0E-490B-87D3-50800B3B6DC2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B71E4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3260"/>
              </a:lnSpc>
            </a:pPr>
            <a:fld id="{81D60167-4931-47E6-BA6A-407CBD079E47}" type="slidenum">
              <a:rPr spc="-75" dirty="0"/>
              <a:pPr marL="38100">
                <a:lnSpc>
                  <a:spcPts val="3260"/>
                </a:lnSpc>
              </a:pPr>
              <a:t>‹#›</a:t>
            </a:fld>
            <a:endParaRPr spc="-7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130" dirty="0"/>
              <a:t>D</a:t>
            </a:r>
            <a:r>
              <a:rPr spc="-75" dirty="0"/>
              <a:t>r.</a:t>
            </a:r>
            <a:r>
              <a:rPr spc="-20" dirty="0"/>
              <a:t> </a:t>
            </a:r>
            <a:r>
              <a:rPr spc="70" dirty="0"/>
              <a:t>H</a:t>
            </a:r>
            <a:r>
              <a:rPr spc="-110" dirty="0"/>
              <a:t>a</a:t>
            </a:r>
            <a:r>
              <a:rPr spc="-25" dirty="0"/>
              <a:t>rsh</a:t>
            </a:r>
            <a:r>
              <a:rPr spc="-100" dirty="0"/>
              <a:t>a</a:t>
            </a:r>
            <a:r>
              <a:rPr spc="-25" dirty="0"/>
              <a:t> </a:t>
            </a:r>
            <a:r>
              <a:rPr spc="75" dirty="0"/>
              <a:t>A</a:t>
            </a:r>
            <a:r>
              <a:rPr spc="-30" dirty="0"/>
              <a:t> Bh</a:t>
            </a:r>
            <a:r>
              <a:rPr spc="-50" dirty="0"/>
              <a:t>u</a:t>
            </a:r>
            <a:r>
              <a:rPr spc="-65" dirty="0"/>
              <a:t>t</a:t>
            </a:r>
            <a:r>
              <a:rPr spc="-110" dirty="0"/>
              <a:t>e,</a:t>
            </a:r>
            <a:r>
              <a:rPr dirty="0"/>
              <a:t> </a:t>
            </a:r>
            <a:r>
              <a:rPr spc="-55" dirty="0"/>
              <a:t> </a:t>
            </a:r>
            <a:r>
              <a:rPr spc="55" dirty="0"/>
              <a:t>UNI</a:t>
            </a:r>
            <a:r>
              <a:rPr spc="20" dirty="0"/>
              <a:t>T</a:t>
            </a:r>
            <a:r>
              <a:rPr spc="-45" dirty="0"/>
              <a:t> </a:t>
            </a:r>
            <a:r>
              <a:rPr spc="-30" dirty="0"/>
              <a:t>II</a:t>
            </a:r>
            <a:r>
              <a:rPr spc="-90" dirty="0"/>
              <a:t>I,</a:t>
            </a:r>
            <a:r>
              <a:rPr spc="-25" dirty="0"/>
              <a:t> </a:t>
            </a:r>
            <a:r>
              <a:rPr spc="-30" dirty="0"/>
              <a:t>S</a:t>
            </a:r>
            <a:r>
              <a:rPr spc="-55" dirty="0"/>
              <a:t>P</a:t>
            </a:r>
            <a:r>
              <a:rPr spc="135" dirty="0"/>
              <a:t>O</a:t>
            </a:r>
            <a:r>
              <a:rPr spc="-90" dirty="0"/>
              <a:t>S,</a:t>
            </a:r>
            <a:r>
              <a:rPr spc="15" dirty="0"/>
              <a:t> </a:t>
            </a:r>
            <a:r>
              <a:rPr spc="-35" dirty="0"/>
              <a:t>S</a:t>
            </a:r>
            <a:r>
              <a:rPr spc="-50" dirty="0"/>
              <a:t>P</a:t>
            </a:r>
            <a:r>
              <a:rPr spc="-55" dirty="0"/>
              <a:t>P</a:t>
            </a:r>
            <a:r>
              <a:rPr spc="55" dirty="0"/>
              <a:t>U</a:t>
            </a:r>
            <a:r>
              <a:rPr spc="-5" dirty="0"/>
              <a:t> </a:t>
            </a:r>
            <a:r>
              <a:rPr spc="-40" dirty="0"/>
              <a:t>S</a:t>
            </a:r>
            <a:r>
              <a:rPr spc="-55" dirty="0"/>
              <a:t>y</a:t>
            </a:r>
            <a:r>
              <a:rPr spc="-85" dirty="0"/>
              <a:t>l</a:t>
            </a:r>
            <a:r>
              <a:rPr spc="-90" dirty="0"/>
              <a:t>l</a:t>
            </a:r>
            <a:r>
              <a:rPr spc="-110" dirty="0"/>
              <a:t>a</a:t>
            </a:r>
            <a:r>
              <a:rPr spc="-60" dirty="0"/>
              <a:t>b</a:t>
            </a:r>
            <a:r>
              <a:rPr spc="-50" dirty="0"/>
              <a:t>u</a:t>
            </a:r>
            <a:r>
              <a:rPr spc="-25" dirty="0"/>
              <a:t>s</a:t>
            </a:r>
            <a:r>
              <a:rPr spc="-5" dirty="0"/>
              <a:t> </a:t>
            </a:r>
            <a:r>
              <a:rPr spc="-50" dirty="0"/>
              <a:t>Imp</a:t>
            </a:r>
            <a:r>
              <a:rPr spc="-70" dirty="0"/>
              <a:t>leme</a:t>
            </a:r>
            <a:r>
              <a:rPr spc="-65" dirty="0"/>
              <a:t>nt</a:t>
            </a:r>
            <a:r>
              <a:rPr spc="-110" dirty="0"/>
              <a:t>a</a:t>
            </a:r>
            <a:r>
              <a:rPr spc="-65" dirty="0"/>
              <a:t>t</a:t>
            </a:r>
            <a:r>
              <a:rPr spc="-35" dirty="0"/>
              <a:t>io</a:t>
            </a:r>
            <a:r>
              <a:rPr spc="-40" dirty="0"/>
              <a:t>n</a:t>
            </a:r>
            <a:r>
              <a:rPr spc="-15" dirty="0"/>
              <a:t> </a:t>
            </a:r>
            <a:r>
              <a:rPr spc="30" dirty="0"/>
              <a:t>FD</a:t>
            </a:r>
            <a:r>
              <a:rPr spc="-50" dirty="0"/>
              <a:t>P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3A686629-86AC-47D2-A150-D7966D6DD573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B71E4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3260"/>
              </a:lnSpc>
            </a:pPr>
            <a:fld id="{81D60167-4931-47E6-BA6A-407CBD079E47}" type="slidenum">
              <a:rPr spc="-75" dirty="0"/>
              <a:pPr marL="38100">
                <a:lnSpc>
                  <a:spcPts val="3260"/>
                </a:lnSpc>
              </a:pPr>
              <a:t>‹#›</a:t>
            </a:fld>
            <a:endParaRPr spc="-7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019300"/>
            <a:ext cx="12192000" cy="410565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126483"/>
            <a:ext cx="12192000" cy="73151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6128003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051" y="0"/>
            <a:ext cx="1033272" cy="146456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988040" y="0"/>
            <a:ext cx="1203959" cy="8199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30477" y="771855"/>
            <a:ext cx="3386454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0180" y="1422653"/>
            <a:ext cx="9616440" cy="3362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30477" y="5712191"/>
            <a:ext cx="3801745" cy="17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130" dirty="0"/>
              <a:t>D</a:t>
            </a:r>
            <a:r>
              <a:rPr spc="-75" dirty="0"/>
              <a:t>r.</a:t>
            </a:r>
            <a:r>
              <a:rPr spc="-20" dirty="0"/>
              <a:t> </a:t>
            </a:r>
            <a:r>
              <a:rPr spc="70" dirty="0"/>
              <a:t>H</a:t>
            </a:r>
            <a:r>
              <a:rPr spc="-110" dirty="0"/>
              <a:t>a</a:t>
            </a:r>
            <a:r>
              <a:rPr spc="-25" dirty="0"/>
              <a:t>rsh</a:t>
            </a:r>
            <a:r>
              <a:rPr spc="-100" dirty="0"/>
              <a:t>a</a:t>
            </a:r>
            <a:r>
              <a:rPr spc="-25" dirty="0"/>
              <a:t> </a:t>
            </a:r>
            <a:r>
              <a:rPr spc="75" dirty="0"/>
              <a:t>A</a:t>
            </a:r>
            <a:r>
              <a:rPr spc="-30" dirty="0"/>
              <a:t> Bh</a:t>
            </a:r>
            <a:r>
              <a:rPr spc="-50" dirty="0"/>
              <a:t>u</a:t>
            </a:r>
            <a:r>
              <a:rPr spc="-65" dirty="0"/>
              <a:t>t</a:t>
            </a:r>
            <a:r>
              <a:rPr spc="-110" dirty="0"/>
              <a:t>e,</a:t>
            </a:r>
            <a:r>
              <a:rPr dirty="0"/>
              <a:t> </a:t>
            </a:r>
            <a:r>
              <a:rPr spc="-55" dirty="0"/>
              <a:t> </a:t>
            </a:r>
            <a:r>
              <a:rPr spc="55" dirty="0"/>
              <a:t>UNI</a:t>
            </a:r>
            <a:r>
              <a:rPr spc="20" dirty="0"/>
              <a:t>T</a:t>
            </a:r>
            <a:r>
              <a:rPr spc="-45" dirty="0"/>
              <a:t> </a:t>
            </a:r>
            <a:r>
              <a:rPr spc="-30" dirty="0"/>
              <a:t>II</a:t>
            </a:r>
            <a:r>
              <a:rPr spc="-90" dirty="0"/>
              <a:t>I,</a:t>
            </a:r>
            <a:r>
              <a:rPr spc="-25" dirty="0"/>
              <a:t> </a:t>
            </a:r>
            <a:r>
              <a:rPr spc="-30" dirty="0"/>
              <a:t>S</a:t>
            </a:r>
            <a:r>
              <a:rPr spc="-55" dirty="0"/>
              <a:t>P</a:t>
            </a:r>
            <a:r>
              <a:rPr spc="135" dirty="0"/>
              <a:t>O</a:t>
            </a:r>
            <a:r>
              <a:rPr spc="-90" dirty="0"/>
              <a:t>S,</a:t>
            </a:r>
            <a:r>
              <a:rPr spc="15" dirty="0"/>
              <a:t> </a:t>
            </a:r>
            <a:r>
              <a:rPr spc="-35" dirty="0"/>
              <a:t>S</a:t>
            </a:r>
            <a:r>
              <a:rPr spc="-50" dirty="0"/>
              <a:t>P</a:t>
            </a:r>
            <a:r>
              <a:rPr spc="-55" dirty="0"/>
              <a:t>P</a:t>
            </a:r>
            <a:r>
              <a:rPr spc="55" dirty="0"/>
              <a:t>U</a:t>
            </a:r>
            <a:r>
              <a:rPr spc="-5" dirty="0"/>
              <a:t> </a:t>
            </a:r>
            <a:r>
              <a:rPr spc="-40" dirty="0"/>
              <a:t>S</a:t>
            </a:r>
            <a:r>
              <a:rPr spc="-55" dirty="0"/>
              <a:t>y</a:t>
            </a:r>
            <a:r>
              <a:rPr spc="-85" dirty="0"/>
              <a:t>l</a:t>
            </a:r>
            <a:r>
              <a:rPr spc="-90" dirty="0"/>
              <a:t>l</a:t>
            </a:r>
            <a:r>
              <a:rPr spc="-110" dirty="0"/>
              <a:t>a</a:t>
            </a:r>
            <a:r>
              <a:rPr spc="-60" dirty="0"/>
              <a:t>b</a:t>
            </a:r>
            <a:r>
              <a:rPr spc="-50" dirty="0"/>
              <a:t>u</a:t>
            </a:r>
            <a:r>
              <a:rPr spc="-25" dirty="0"/>
              <a:t>s</a:t>
            </a:r>
            <a:r>
              <a:rPr spc="-5" dirty="0"/>
              <a:t> </a:t>
            </a:r>
            <a:r>
              <a:rPr spc="-50" dirty="0"/>
              <a:t>Imp</a:t>
            </a:r>
            <a:r>
              <a:rPr spc="-70" dirty="0"/>
              <a:t>leme</a:t>
            </a:r>
            <a:r>
              <a:rPr spc="-65" dirty="0"/>
              <a:t>nt</a:t>
            </a:r>
            <a:r>
              <a:rPr spc="-110" dirty="0"/>
              <a:t>a</a:t>
            </a:r>
            <a:r>
              <a:rPr spc="-65" dirty="0"/>
              <a:t>t</a:t>
            </a:r>
            <a:r>
              <a:rPr spc="-35" dirty="0"/>
              <a:t>io</a:t>
            </a:r>
            <a:r>
              <a:rPr spc="-40" dirty="0"/>
              <a:t>n</a:t>
            </a:r>
            <a:r>
              <a:rPr spc="-15" dirty="0"/>
              <a:t> </a:t>
            </a:r>
            <a:r>
              <a:rPr spc="30" dirty="0"/>
              <a:t>FD</a:t>
            </a:r>
            <a:r>
              <a:rPr spc="-50" dirty="0"/>
              <a:t>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300843" y="5712191"/>
            <a:ext cx="606425" cy="17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C6171B52-81B4-4E8F-8AA4-0BBB99BAE384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08409" y="5511947"/>
            <a:ext cx="433070" cy="4375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B71E4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3260"/>
              </a:lnSpc>
            </a:pPr>
            <a:fld id="{81D60167-4931-47E6-BA6A-407CBD079E47}" type="slidenum">
              <a:rPr spc="-75" dirty="0"/>
              <a:pPr marL="38100">
                <a:lnSpc>
                  <a:spcPts val="3260"/>
                </a:lnSpc>
              </a:pPr>
              <a:t>‹#›</a:t>
            </a:fld>
            <a:endParaRPr spc="-7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java-classloaders" TargetMode="External"/><Relationship Id="rId2" Type="http://schemas.openxmlformats.org/officeDocument/2006/relationships/hyperlink" Target="https://javarevisited.blogspot.com/2012/12/how-classloader-works-in-java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s.inf.ethz.ch/ssw/slides/SSW04_9_JVM_1x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69057" y="2472689"/>
            <a:ext cx="8637270" cy="0"/>
          </a:xfrm>
          <a:custGeom>
            <a:avLst/>
            <a:gdLst/>
            <a:ahLst/>
            <a:cxnLst/>
            <a:rect l="l" t="t" r="r" b="b"/>
            <a:pathLst>
              <a:path w="8637270">
                <a:moveTo>
                  <a:pt x="0" y="0"/>
                </a:moveTo>
                <a:lnTo>
                  <a:pt x="8637016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01467" y="1150111"/>
            <a:ext cx="70148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14" dirty="0">
                <a:solidFill>
                  <a:srgbClr val="000000"/>
                </a:solidFill>
              </a:rPr>
              <a:t>LINKER</a:t>
            </a:r>
            <a:r>
              <a:rPr sz="6000" spc="110" dirty="0">
                <a:solidFill>
                  <a:srgbClr val="000000"/>
                </a:solidFill>
              </a:rPr>
              <a:t>S</a:t>
            </a:r>
            <a:r>
              <a:rPr sz="6000" spc="-130" dirty="0">
                <a:solidFill>
                  <a:srgbClr val="000000"/>
                </a:solidFill>
              </a:rPr>
              <a:t> </a:t>
            </a:r>
            <a:r>
              <a:rPr sz="6000" spc="-490" dirty="0">
                <a:solidFill>
                  <a:srgbClr val="000000"/>
                </a:solidFill>
              </a:rPr>
              <a:t>&amp;</a:t>
            </a:r>
            <a:r>
              <a:rPr sz="6000" spc="-145" dirty="0">
                <a:solidFill>
                  <a:srgbClr val="000000"/>
                </a:solidFill>
              </a:rPr>
              <a:t> </a:t>
            </a:r>
            <a:r>
              <a:rPr sz="6000" spc="-105" dirty="0">
                <a:solidFill>
                  <a:srgbClr val="000000"/>
                </a:solidFill>
              </a:rPr>
              <a:t>L</a:t>
            </a:r>
            <a:r>
              <a:rPr sz="6000" spc="655" dirty="0">
                <a:solidFill>
                  <a:srgbClr val="000000"/>
                </a:solidFill>
              </a:rPr>
              <a:t>O</a:t>
            </a:r>
            <a:r>
              <a:rPr sz="6000" spc="210" dirty="0">
                <a:solidFill>
                  <a:srgbClr val="000000"/>
                </a:solidFill>
              </a:rPr>
              <a:t>ADERS</a:t>
            </a:r>
            <a:endParaRPr sz="6000"/>
          </a:p>
        </p:txBody>
      </p:sp>
      <p:sp>
        <p:nvSpPr>
          <p:cNvPr id="4" name="object 4"/>
          <p:cNvSpPr txBox="1"/>
          <p:nvPr/>
        </p:nvSpPr>
        <p:spPr>
          <a:xfrm>
            <a:off x="8687180" y="4853685"/>
            <a:ext cx="304761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52475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latin typeface="Trebuchet MS"/>
                <a:cs typeface="Trebuchet MS"/>
              </a:rPr>
              <a:t>P</a:t>
            </a:r>
            <a:r>
              <a:rPr sz="2400" spc="-90" dirty="0">
                <a:latin typeface="Trebuchet MS"/>
                <a:cs typeface="Trebuchet MS"/>
              </a:rPr>
              <a:t>r</a:t>
            </a:r>
            <a:r>
              <a:rPr sz="2400" spc="-135" dirty="0">
                <a:latin typeface="Trebuchet MS"/>
                <a:cs typeface="Trebuchet MS"/>
              </a:rPr>
              <a:t>esen</a:t>
            </a:r>
            <a:r>
              <a:rPr sz="2400" spc="-100" dirty="0">
                <a:latin typeface="Trebuchet MS"/>
                <a:cs typeface="Trebuchet MS"/>
              </a:rPr>
              <a:t>t</a:t>
            </a:r>
            <a:r>
              <a:rPr sz="2400" spc="-140" dirty="0">
                <a:latin typeface="Trebuchet MS"/>
                <a:cs typeface="Trebuchet MS"/>
              </a:rPr>
              <a:t>ed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55">
                <a:latin typeface="Trebuchet MS"/>
                <a:cs typeface="Trebuchet MS"/>
              </a:rPr>
              <a:t>By  </a:t>
            </a:r>
            <a:r>
              <a:rPr lang="en-US" sz="2400" spc="325" dirty="0" err="1" smtClean="0">
                <a:latin typeface="Times New Roman" pitchFamily="18" charset="0"/>
                <a:cs typeface="Times New Roman" pitchFamily="18" charset="0"/>
              </a:rPr>
              <a:t>Adsure</a:t>
            </a:r>
            <a:r>
              <a:rPr lang="en-US" sz="2400" spc="3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325" dirty="0" err="1" smtClean="0">
                <a:latin typeface="Times New Roman" pitchFamily="18" charset="0"/>
                <a:cs typeface="Times New Roman" pitchFamily="18" charset="0"/>
              </a:rPr>
              <a:t>Sharad</a:t>
            </a:r>
            <a:r>
              <a:rPr lang="en-US" sz="2400" spc="325" dirty="0" smtClean="0">
                <a:latin typeface="Times New Roman" pitchFamily="18" charset="0"/>
                <a:cs typeface="Times New Roman" pitchFamily="18" charset="0"/>
              </a:rPr>
              <a:t> S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A6D93F0D-F7BD-44B9-B834-DBA53E583E0E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lang="en-US" spc="-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36315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5" dirty="0">
                <a:solidFill>
                  <a:srgbClr val="000000"/>
                </a:solidFill>
              </a:rPr>
              <a:t>SYLLABUS</a:t>
            </a:r>
            <a:r>
              <a:rPr spc="-110" dirty="0">
                <a:solidFill>
                  <a:srgbClr val="000000"/>
                </a:solidFill>
              </a:rPr>
              <a:t> </a:t>
            </a:r>
            <a:r>
              <a:rPr spc="425" dirty="0">
                <a:solidFill>
                  <a:srgbClr val="000000"/>
                </a:solidFill>
              </a:rPr>
              <a:t>–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155" dirty="0">
                <a:solidFill>
                  <a:srgbClr val="000000"/>
                </a:solidFill>
              </a:rPr>
              <a:t>UNIT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spc="-90" dirty="0">
                <a:solidFill>
                  <a:srgbClr val="000000"/>
                </a:solidFill>
              </a:rPr>
              <a:t>III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586718" y="5511947"/>
            <a:ext cx="254000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60"/>
              </a:lnSpc>
            </a:pPr>
            <a:fld id="{81D60167-4931-47E6-BA6A-407CBD079E47}" type="slidenum">
              <a:rPr sz="2800" spc="-75" dirty="0">
                <a:solidFill>
                  <a:srgbClr val="B71E42"/>
                </a:solidFill>
                <a:latin typeface="Trebuchet MS"/>
                <a:cs typeface="Trebuchet MS"/>
              </a:rPr>
              <a:pPr marL="38100">
                <a:lnSpc>
                  <a:spcPts val="3260"/>
                </a:lnSpc>
              </a:pPr>
              <a:t>2</a:t>
            </a:fld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A23F365E-1DF7-421C-B714-8A426E14B80A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2040127"/>
            <a:ext cx="9470390" cy="894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 algn="just">
              <a:lnSpc>
                <a:spcPct val="100000"/>
              </a:lnSpc>
              <a:spcBef>
                <a:spcPts val="95"/>
              </a:spcBef>
              <a:buClr>
                <a:srgbClr val="B71E42"/>
              </a:buClr>
              <a:buFont typeface="Arial MT"/>
              <a:buChar char="•"/>
              <a:tabLst>
                <a:tab pos="241300" algn="l"/>
              </a:tabLst>
            </a:pPr>
            <a:r>
              <a:rPr sz="1900" spc="-90" dirty="0">
                <a:latin typeface="Trebuchet MS"/>
                <a:cs typeface="Trebuchet MS"/>
              </a:rPr>
              <a:t>Introduction, </a:t>
            </a:r>
            <a:r>
              <a:rPr sz="1900" spc="-70" dirty="0">
                <a:latin typeface="Trebuchet MS"/>
                <a:cs typeface="Trebuchet MS"/>
              </a:rPr>
              <a:t>Loader </a:t>
            </a:r>
            <a:r>
              <a:rPr sz="1900" spc="-120" dirty="0">
                <a:latin typeface="Trebuchet MS"/>
                <a:cs typeface="Trebuchet MS"/>
              </a:rPr>
              <a:t>schemes: </a:t>
            </a:r>
            <a:r>
              <a:rPr sz="1900" spc="-60" dirty="0">
                <a:latin typeface="Trebuchet MS"/>
                <a:cs typeface="Trebuchet MS"/>
              </a:rPr>
              <a:t>Compile </a:t>
            </a:r>
            <a:r>
              <a:rPr sz="1900" spc="-125" dirty="0">
                <a:latin typeface="Trebuchet MS"/>
                <a:cs typeface="Trebuchet MS"/>
              </a:rPr>
              <a:t>and </a:t>
            </a:r>
            <a:r>
              <a:rPr sz="1900" spc="-70" dirty="0">
                <a:latin typeface="Trebuchet MS"/>
                <a:cs typeface="Trebuchet MS"/>
              </a:rPr>
              <a:t>Go, </a:t>
            </a:r>
            <a:r>
              <a:rPr sz="1900" spc="-80" dirty="0">
                <a:latin typeface="Trebuchet MS"/>
                <a:cs typeface="Trebuchet MS"/>
              </a:rPr>
              <a:t>General </a:t>
            </a:r>
            <a:r>
              <a:rPr sz="1900" spc="-70" dirty="0">
                <a:latin typeface="Trebuchet MS"/>
                <a:cs typeface="Trebuchet MS"/>
              </a:rPr>
              <a:t>Loader </a:t>
            </a:r>
            <a:r>
              <a:rPr sz="1900" spc="-125" dirty="0">
                <a:latin typeface="Trebuchet MS"/>
                <a:cs typeface="Trebuchet MS"/>
              </a:rPr>
              <a:t>Scheme, </a:t>
            </a:r>
            <a:r>
              <a:rPr sz="1900" spc="-60" dirty="0">
                <a:latin typeface="Trebuchet MS"/>
                <a:cs typeface="Trebuchet MS"/>
              </a:rPr>
              <a:t>Absolute </a:t>
            </a:r>
            <a:r>
              <a:rPr sz="1900" spc="-95" dirty="0">
                <a:latin typeface="Trebuchet MS"/>
                <a:cs typeface="Trebuchet MS"/>
              </a:rPr>
              <a:t>Loaders, </a:t>
            </a:r>
            <a:r>
              <a:rPr sz="1900" spc="-9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Subroutine </a:t>
            </a:r>
            <a:r>
              <a:rPr sz="1900" spc="-125" dirty="0">
                <a:latin typeface="Trebuchet MS"/>
                <a:cs typeface="Trebuchet MS"/>
              </a:rPr>
              <a:t>Linkages, </a:t>
            </a:r>
            <a:r>
              <a:rPr sz="1900" spc="-100" dirty="0">
                <a:latin typeface="Trebuchet MS"/>
                <a:cs typeface="Trebuchet MS"/>
              </a:rPr>
              <a:t>Relocating </a:t>
            </a:r>
            <a:r>
              <a:rPr sz="1900" spc="-90" dirty="0">
                <a:latin typeface="Trebuchet MS"/>
                <a:cs typeface="Trebuchet MS"/>
              </a:rPr>
              <a:t>Loaders, </a:t>
            </a:r>
            <a:r>
              <a:rPr sz="1900" spc="-50" dirty="0">
                <a:latin typeface="Trebuchet MS"/>
                <a:cs typeface="Trebuchet MS"/>
              </a:rPr>
              <a:t>Direct </a:t>
            </a:r>
            <a:r>
              <a:rPr sz="1900" spc="-110" dirty="0">
                <a:latin typeface="Trebuchet MS"/>
                <a:cs typeface="Trebuchet MS"/>
              </a:rPr>
              <a:t>linking </a:t>
            </a:r>
            <a:r>
              <a:rPr sz="1900" spc="-95" dirty="0">
                <a:latin typeface="Trebuchet MS"/>
                <a:cs typeface="Trebuchet MS"/>
              </a:rPr>
              <a:t>Loaders, </a:t>
            </a:r>
            <a:r>
              <a:rPr sz="1900" spc="-75" dirty="0">
                <a:latin typeface="Trebuchet MS"/>
                <a:cs typeface="Trebuchet MS"/>
              </a:rPr>
              <a:t>Overlay </a:t>
            </a:r>
            <a:r>
              <a:rPr sz="1900" spc="-95" dirty="0">
                <a:latin typeface="Trebuchet MS"/>
                <a:cs typeface="Trebuchet MS"/>
              </a:rPr>
              <a:t>structure, </a:t>
            </a:r>
            <a:r>
              <a:rPr sz="1900" spc="-50" dirty="0">
                <a:latin typeface="Trebuchet MS"/>
                <a:cs typeface="Trebuchet MS"/>
              </a:rPr>
              <a:t>Design </a:t>
            </a:r>
            <a:r>
              <a:rPr sz="1900" spc="-110" dirty="0">
                <a:latin typeface="Trebuchet MS"/>
                <a:cs typeface="Trebuchet MS"/>
              </a:rPr>
              <a:t>of </a:t>
            </a:r>
            <a:r>
              <a:rPr sz="1900" spc="-105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an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Absolute</a:t>
            </a:r>
            <a:r>
              <a:rPr sz="1900" spc="44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Loader,</a:t>
            </a:r>
            <a:r>
              <a:rPr sz="1900" spc="24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Design</a:t>
            </a:r>
            <a:r>
              <a:rPr sz="1900" spc="42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of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Direct</a:t>
            </a:r>
            <a:r>
              <a:rPr sz="1900" spc="434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linking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Loader,</a:t>
            </a:r>
            <a:r>
              <a:rPr sz="1900" spc="23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Self-relocating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programs,</a:t>
            </a:r>
            <a:r>
              <a:rPr sz="1900" spc="24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Static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and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0477" y="2780436"/>
            <a:ext cx="9150350" cy="86106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105"/>
              </a:spcBef>
              <a:tabLst>
                <a:tab pos="8309609" algn="l"/>
              </a:tabLst>
            </a:pPr>
            <a:r>
              <a:rPr sz="1900" spc="254" dirty="0">
                <a:latin typeface="Trebuchet MS"/>
                <a:cs typeface="Trebuchet MS"/>
              </a:rPr>
              <a:t>D</a:t>
            </a:r>
            <a:r>
              <a:rPr sz="1900" spc="-130" dirty="0">
                <a:latin typeface="Trebuchet MS"/>
                <a:cs typeface="Trebuchet MS"/>
              </a:rPr>
              <a:t>yn</a:t>
            </a:r>
            <a:r>
              <a:rPr sz="1900" spc="-140" dirty="0">
                <a:latin typeface="Trebuchet MS"/>
                <a:cs typeface="Trebuchet MS"/>
              </a:rPr>
              <a:t>a</a:t>
            </a:r>
            <a:r>
              <a:rPr sz="1900" spc="-180" dirty="0">
                <a:latin typeface="Trebuchet MS"/>
                <a:cs typeface="Trebuchet MS"/>
              </a:rPr>
              <a:t>m</a:t>
            </a:r>
            <a:r>
              <a:rPr sz="1900" spc="-60" dirty="0">
                <a:latin typeface="Trebuchet MS"/>
                <a:cs typeface="Trebuchet MS"/>
              </a:rPr>
              <a:t>i</a:t>
            </a:r>
            <a:r>
              <a:rPr sz="1900" spc="-114" dirty="0">
                <a:latin typeface="Trebuchet MS"/>
                <a:cs typeface="Trebuchet MS"/>
              </a:rPr>
              <a:t>c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l</a:t>
            </a:r>
            <a:r>
              <a:rPr sz="1900" spc="-130" dirty="0">
                <a:latin typeface="Trebuchet MS"/>
                <a:cs typeface="Trebuchet MS"/>
              </a:rPr>
              <a:t>i</a:t>
            </a:r>
            <a:r>
              <a:rPr sz="1900" spc="-105" dirty="0">
                <a:latin typeface="Trebuchet MS"/>
                <a:cs typeface="Trebuchet MS"/>
              </a:rPr>
              <a:t>nk</a:t>
            </a:r>
            <a:r>
              <a:rPr sz="1900" spc="-55" dirty="0">
                <a:latin typeface="Trebuchet MS"/>
                <a:cs typeface="Trebuchet MS"/>
              </a:rPr>
              <a:t>i</a:t>
            </a:r>
            <a:r>
              <a:rPr sz="1900" spc="-120" dirty="0">
                <a:latin typeface="Trebuchet MS"/>
                <a:cs typeface="Trebuchet MS"/>
              </a:rPr>
              <a:t>ng</a:t>
            </a:r>
            <a:r>
              <a:rPr sz="1900" spc="-285" dirty="0">
                <a:latin typeface="Trebuchet MS"/>
                <a:cs typeface="Trebuchet MS"/>
              </a:rPr>
              <a:t>.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90" dirty="0">
                <a:latin typeface="Trebuchet MS"/>
                <a:cs typeface="Trebuchet MS"/>
              </a:rPr>
              <a:t>(</a:t>
            </a:r>
            <a:r>
              <a:rPr sz="1900" spc="-50" dirty="0">
                <a:latin typeface="Trebuchet MS"/>
                <a:cs typeface="Trebuchet MS"/>
              </a:rPr>
              <a:t>07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5" dirty="0">
                <a:latin typeface="Trebuchet MS"/>
                <a:cs typeface="Trebuchet MS"/>
              </a:rPr>
              <a:t>Hrs)</a:t>
            </a:r>
            <a:endParaRPr sz="19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01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  <a:tab pos="2830830" algn="l"/>
              </a:tabLst>
            </a:pPr>
            <a:r>
              <a:rPr sz="1900" spc="-95" dirty="0">
                <a:latin typeface="Trebuchet MS"/>
                <a:cs typeface="Trebuchet MS"/>
              </a:rPr>
              <a:t>#Exemplar/Case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Studies:	</a:t>
            </a:r>
            <a:r>
              <a:rPr sz="1900" spc="-95" dirty="0">
                <a:latin typeface="Trebuchet MS"/>
                <a:cs typeface="Trebuchet MS"/>
              </a:rPr>
              <a:t>Study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concepts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of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Class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loading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in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260" dirty="0">
                <a:latin typeface="Trebuchet MS"/>
                <a:cs typeface="Trebuchet MS"/>
              </a:rPr>
              <a:t>Java.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0477" y="3616053"/>
            <a:ext cx="9147175" cy="1691639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9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75" dirty="0">
                <a:latin typeface="Trebuchet MS"/>
                <a:cs typeface="Trebuchet MS"/>
              </a:rPr>
              <a:t>*Mapping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of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5" dirty="0">
                <a:latin typeface="Trebuchet MS"/>
                <a:cs typeface="Trebuchet MS"/>
              </a:rPr>
              <a:t>Course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285" dirty="0">
                <a:latin typeface="Trebuchet MS"/>
                <a:cs typeface="Trebuchet MS"/>
              </a:rPr>
              <a:t>:</a:t>
            </a:r>
            <a:r>
              <a:rPr sz="1900" spc="-245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Outcomes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for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Unit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III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285" dirty="0">
                <a:latin typeface="Trebuchet MS"/>
                <a:cs typeface="Trebuchet MS"/>
              </a:rPr>
              <a:t>:</a:t>
            </a:r>
            <a:r>
              <a:rPr sz="1900" spc="-245" dirty="0">
                <a:latin typeface="Trebuchet MS"/>
                <a:cs typeface="Trebuchet MS"/>
              </a:rPr>
              <a:t> </a:t>
            </a:r>
            <a:r>
              <a:rPr sz="1900" spc="35" dirty="0">
                <a:latin typeface="Trebuchet MS"/>
                <a:cs typeface="Trebuchet MS"/>
              </a:rPr>
              <a:t>CO1,</a:t>
            </a:r>
            <a:r>
              <a:rPr sz="1900" spc="-225" dirty="0">
                <a:latin typeface="Trebuchet MS"/>
                <a:cs typeface="Trebuchet MS"/>
              </a:rPr>
              <a:t> </a:t>
            </a:r>
            <a:r>
              <a:rPr sz="1900" spc="35" dirty="0">
                <a:latin typeface="Trebuchet MS"/>
                <a:cs typeface="Trebuchet MS"/>
              </a:rPr>
              <a:t>CO2,</a:t>
            </a:r>
            <a:r>
              <a:rPr sz="1900" spc="-229" dirty="0">
                <a:latin typeface="Trebuchet MS"/>
                <a:cs typeface="Trebuchet MS"/>
              </a:rPr>
              <a:t> </a:t>
            </a:r>
            <a:r>
              <a:rPr sz="1900" spc="140" dirty="0">
                <a:latin typeface="Trebuchet MS"/>
                <a:cs typeface="Trebuchet MS"/>
              </a:rPr>
              <a:t>CO3</a:t>
            </a:r>
            <a:endParaRPr sz="19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35" dirty="0">
                <a:latin typeface="Trebuchet MS"/>
                <a:cs typeface="Trebuchet MS"/>
              </a:rPr>
              <a:t>CO1:Analyze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and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synthesize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basic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System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Software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and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its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functionality.</a:t>
            </a:r>
            <a:endParaRPr sz="19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01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35" dirty="0">
                <a:latin typeface="Trebuchet MS"/>
                <a:cs typeface="Trebuchet MS"/>
              </a:rPr>
              <a:t>CO2:</a:t>
            </a:r>
            <a:r>
              <a:rPr sz="1900" spc="-23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Identify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suitable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data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structures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and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Design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60" dirty="0">
                <a:latin typeface="Trebuchet MS"/>
                <a:cs typeface="Trebuchet MS"/>
              </a:rPr>
              <a:t>&amp;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Implement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various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System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Software</a:t>
            </a:r>
            <a:endParaRPr sz="19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35" dirty="0">
                <a:latin typeface="Trebuchet MS"/>
                <a:cs typeface="Trebuchet MS"/>
              </a:rPr>
              <a:t>CO3:</a:t>
            </a:r>
            <a:r>
              <a:rPr sz="1900" spc="-229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Compare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different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loading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schemes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and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analyze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performance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of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linker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and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loader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46285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5" dirty="0">
                <a:solidFill>
                  <a:srgbClr val="000000"/>
                </a:solidFill>
              </a:rPr>
              <a:t>PRESENTATION</a:t>
            </a:r>
            <a:r>
              <a:rPr spc="-125" dirty="0">
                <a:solidFill>
                  <a:srgbClr val="000000"/>
                </a:solidFill>
              </a:rPr>
              <a:t> </a:t>
            </a:r>
            <a:r>
              <a:rPr spc="130" dirty="0">
                <a:solidFill>
                  <a:srgbClr val="000000"/>
                </a:solidFill>
              </a:rPr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586718" y="5511947"/>
            <a:ext cx="254000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60"/>
              </a:lnSpc>
            </a:pPr>
            <a:fld id="{81D60167-4931-47E6-BA6A-407CBD079E47}" type="slidenum">
              <a:rPr sz="2800" spc="-75" dirty="0">
                <a:solidFill>
                  <a:srgbClr val="B71E42"/>
                </a:solidFill>
                <a:latin typeface="Trebuchet MS"/>
                <a:cs typeface="Trebuchet MS"/>
              </a:rPr>
              <a:pPr marL="38100">
                <a:lnSpc>
                  <a:spcPts val="3260"/>
                </a:lnSpc>
              </a:pPr>
              <a:t>3</a:t>
            </a:fld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31E9D28B-EFD2-4568-A135-E10AED5CCC67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11300" y="1273234"/>
            <a:ext cx="9058910" cy="5230919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1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70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01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65" dirty="0">
                <a:latin typeface="Times New Roman" pitchFamily="18" charset="0"/>
                <a:cs typeface="Times New Roman" pitchFamily="18" charset="0"/>
              </a:rPr>
              <a:t>Loade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schemes: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500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400" spc="-50" dirty="0">
                <a:latin typeface="Times New Roman" pitchFamily="18" charset="0"/>
                <a:cs typeface="Times New Roman" pitchFamily="18" charset="0"/>
              </a:rPr>
              <a:t>Compile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Go,</a:t>
            </a:r>
            <a:r>
              <a:rPr sz="2400" spc="-1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General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Loader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Scheme,</a:t>
            </a:r>
            <a:r>
              <a:rPr sz="2400" spc="-3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Absolute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Loaders,</a:t>
            </a:r>
            <a:r>
              <a:rPr sz="2400" spc="-1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Subroutine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Linkages,</a:t>
            </a:r>
            <a:r>
              <a:rPr sz="2400" spc="-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Relocating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Loaders,</a:t>
            </a:r>
            <a:r>
              <a:rPr sz="2400" spc="-1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Direct </a:t>
            </a:r>
            <a:r>
              <a:rPr sz="2400" spc="-4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linking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Loaders,</a:t>
            </a:r>
            <a:r>
              <a:rPr sz="2400" spc="-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Overlay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structure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24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esi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an</a:t>
            </a:r>
            <a:r>
              <a:rPr sz="2400" spc="-2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Ab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ute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Loader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40" dirty="0">
                <a:latin typeface="Times New Roman" pitchFamily="18" charset="0"/>
                <a:cs typeface="Times New Roman" pitchFamily="18" charset="0"/>
              </a:rPr>
              <a:t>Design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Direct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linking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Loader,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30" dirty="0">
                <a:latin typeface="Times New Roman" pitchFamily="18" charset="0"/>
                <a:cs typeface="Times New Roman" pitchFamily="18" charset="0"/>
              </a:rPr>
              <a:t>Sel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el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cating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ograms,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01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65" dirty="0">
                <a:latin typeface="Times New Roman" pitchFamily="18" charset="0"/>
                <a:cs typeface="Times New Roman" pitchFamily="18" charset="0"/>
              </a:rPr>
              <a:t>Linkers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98500" lvl="1" indent="-228600">
              <a:lnSpc>
                <a:spcPct val="100000"/>
              </a:lnSpc>
              <a:spcBef>
                <a:spcPts val="500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400" spc="-95" dirty="0">
                <a:latin typeface="Times New Roman" pitchFamily="18" charset="0"/>
                <a:cs typeface="Times New Roman" pitchFamily="18" charset="0"/>
              </a:rPr>
              <a:t>Static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60" dirty="0">
                <a:latin typeface="Times New Roman" pitchFamily="18" charset="0"/>
                <a:cs typeface="Times New Roman" pitchFamily="18" charset="0"/>
              </a:rPr>
              <a:t>Dy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spc="-15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li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king</a:t>
            </a:r>
            <a:r>
              <a:rPr sz="2400" spc="-225" dirty="0">
                <a:latin typeface="Times New Roman" pitchFamily="18" charset="0"/>
                <a:cs typeface="Times New Roman" pitchFamily="18" charset="0"/>
              </a:rPr>
              <a:t>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185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Stu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dy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sz="2400" spc="-2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6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45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si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ent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on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24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LL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32369" y="729995"/>
            <a:ext cx="9639935" cy="709295"/>
            <a:chOff x="1432369" y="729995"/>
            <a:chExt cx="9639935" cy="709295"/>
          </a:xfrm>
        </p:grpSpPr>
        <p:sp>
          <p:nvSpPr>
            <p:cNvPr id="3" name="object 3"/>
            <p:cNvSpPr/>
            <p:nvPr/>
          </p:nvSpPr>
          <p:spPr>
            <a:xfrm>
              <a:off x="1448562" y="1422654"/>
              <a:ext cx="9607550" cy="0"/>
            </a:xfrm>
            <a:custGeom>
              <a:avLst/>
              <a:gdLst/>
              <a:ahLst/>
              <a:cxnLst/>
              <a:rect l="l" t="t" r="r" b="b"/>
              <a:pathLst>
                <a:path w="9607550">
                  <a:moveTo>
                    <a:pt x="0" y="0"/>
                  </a:moveTo>
                  <a:lnTo>
                    <a:pt x="9607550" y="0"/>
                  </a:lnTo>
                </a:path>
              </a:pathLst>
            </a:custGeom>
            <a:ln w="32004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042" y="749045"/>
              <a:ext cx="3733800" cy="454659"/>
            </a:xfrm>
            <a:custGeom>
              <a:avLst/>
              <a:gdLst/>
              <a:ahLst/>
              <a:cxnLst/>
              <a:rect l="l" t="t" r="r" b="b"/>
              <a:pathLst>
                <a:path w="3733800" h="454659">
                  <a:moveTo>
                    <a:pt x="0" y="454151"/>
                  </a:moveTo>
                  <a:lnTo>
                    <a:pt x="3733800" y="454151"/>
                  </a:lnTo>
                  <a:lnTo>
                    <a:pt x="3733800" y="0"/>
                  </a:lnTo>
                  <a:lnTo>
                    <a:pt x="0" y="0"/>
                  </a:lnTo>
                  <a:lnTo>
                    <a:pt x="0" y="4541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30477" y="48590"/>
            <a:ext cx="18802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40" dirty="0">
                <a:solidFill>
                  <a:srgbClr val="000000"/>
                </a:solidFill>
              </a:rPr>
              <a:t>B</a:t>
            </a:r>
            <a:r>
              <a:rPr spc="75" dirty="0">
                <a:solidFill>
                  <a:srgbClr val="000000"/>
                </a:solidFill>
              </a:rPr>
              <a:t>ASIC</a:t>
            </a:r>
            <a:r>
              <a:rPr spc="55" dirty="0">
                <a:solidFill>
                  <a:srgbClr val="000000"/>
                </a:solidFill>
              </a:rPr>
              <a:t>S</a:t>
            </a:r>
            <a:r>
              <a:rPr spc="-30" dirty="0">
                <a:solidFill>
                  <a:srgbClr val="000000"/>
                </a:solidFill>
              </a:rPr>
              <a:t>…..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25290" y="778256"/>
            <a:ext cx="20085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20" dirty="0">
                <a:latin typeface="Trebuchet MS"/>
                <a:cs typeface="Trebuchet MS"/>
              </a:rPr>
              <a:t>C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</a:t>
            </a:r>
            <a:r>
              <a:rPr sz="2000" spc="-85" dirty="0">
                <a:latin typeface="Trebuchet MS"/>
                <a:cs typeface="Trebuchet MS"/>
              </a:rPr>
              <a:t>r</a:t>
            </a:r>
            <a:r>
              <a:rPr sz="2000" spc="-40" dirty="0">
                <a:latin typeface="Trebuchet MS"/>
                <a:cs typeface="Trebuchet MS"/>
              </a:rPr>
              <a:t>ogr</a:t>
            </a:r>
            <a:r>
              <a:rPr sz="2000" spc="-125" dirty="0">
                <a:latin typeface="Trebuchet MS"/>
                <a:cs typeface="Trebuchet MS"/>
              </a:rPr>
              <a:t>a</a:t>
            </a:r>
            <a:r>
              <a:rPr sz="2000" spc="-210" dirty="0">
                <a:latin typeface="Trebuchet MS"/>
                <a:cs typeface="Trebuchet MS"/>
              </a:rPr>
              <a:t>m</a:t>
            </a:r>
            <a:r>
              <a:rPr sz="2000" spc="-295" dirty="0">
                <a:latin typeface="Trebuchet MS"/>
                <a:cs typeface="Trebuchet MS"/>
              </a:rPr>
              <a:t>:</a:t>
            </a:r>
            <a:r>
              <a:rPr sz="2000" spc="-29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ABC.c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74392" y="957072"/>
            <a:ext cx="7200900" cy="3237230"/>
            <a:chOff x="2374392" y="957072"/>
            <a:chExt cx="7200900" cy="3237230"/>
          </a:xfrm>
        </p:grpSpPr>
        <p:sp>
          <p:nvSpPr>
            <p:cNvPr id="8" name="object 8"/>
            <p:cNvSpPr/>
            <p:nvPr/>
          </p:nvSpPr>
          <p:spPr>
            <a:xfrm>
              <a:off x="4603242" y="1358646"/>
              <a:ext cx="2286000" cy="454659"/>
            </a:xfrm>
            <a:custGeom>
              <a:avLst/>
              <a:gdLst/>
              <a:ahLst/>
              <a:cxnLst/>
              <a:rect l="l" t="t" r="r" b="b"/>
              <a:pathLst>
                <a:path w="2286000" h="454660">
                  <a:moveTo>
                    <a:pt x="0" y="454151"/>
                  </a:moveTo>
                  <a:lnTo>
                    <a:pt x="2286000" y="454151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454151"/>
                  </a:lnTo>
                  <a:close/>
                </a:path>
              </a:pathLst>
            </a:custGeom>
            <a:ln w="38100">
              <a:solidFill>
                <a:srgbClr val="F92B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61005" y="957071"/>
              <a:ext cx="5067300" cy="1341755"/>
            </a:xfrm>
            <a:custGeom>
              <a:avLst/>
              <a:gdLst/>
              <a:ahLst/>
              <a:cxnLst/>
              <a:rect l="l" t="t" r="r" b="b"/>
              <a:pathLst>
                <a:path w="5067300" h="1341755">
                  <a:moveTo>
                    <a:pt x="37985" y="1144701"/>
                  </a:moveTo>
                  <a:close/>
                </a:path>
                <a:path w="5067300" h="1341755">
                  <a:moveTo>
                    <a:pt x="39255" y="1143088"/>
                  </a:moveTo>
                  <a:lnTo>
                    <a:pt x="38404" y="1144181"/>
                  </a:lnTo>
                  <a:lnTo>
                    <a:pt x="38176" y="1144816"/>
                  </a:lnTo>
                  <a:lnTo>
                    <a:pt x="39255" y="1143088"/>
                  </a:lnTo>
                  <a:close/>
                </a:path>
                <a:path w="5067300" h="1341755">
                  <a:moveTo>
                    <a:pt x="2704668" y="877951"/>
                  </a:moveTo>
                  <a:lnTo>
                    <a:pt x="2678163" y="872363"/>
                  </a:lnTo>
                  <a:lnTo>
                    <a:pt x="2667711" y="870165"/>
                  </a:lnTo>
                  <a:lnTo>
                    <a:pt x="2668422" y="868426"/>
                  </a:lnTo>
                  <a:lnTo>
                    <a:pt x="2668892" y="867270"/>
                  </a:lnTo>
                  <a:lnTo>
                    <a:pt x="2669717" y="866254"/>
                  </a:lnTo>
                  <a:lnTo>
                    <a:pt x="2670886" y="865251"/>
                  </a:lnTo>
                  <a:lnTo>
                    <a:pt x="2670073" y="865822"/>
                  </a:lnTo>
                  <a:lnTo>
                    <a:pt x="2670632" y="865124"/>
                  </a:lnTo>
                  <a:lnTo>
                    <a:pt x="2669641" y="866114"/>
                  </a:lnTo>
                  <a:lnTo>
                    <a:pt x="2669260" y="866381"/>
                  </a:lnTo>
                  <a:lnTo>
                    <a:pt x="2669362" y="866140"/>
                  </a:lnTo>
                  <a:lnTo>
                    <a:pt x="2669184" y="866432"/>
                  </a:lnTo>
                  <a:lnTo>
                    <a:pt x="2669184" y="866571"/>
                  </a:lnTo>
                  <a:lnTo>
                    <a:pt x="2669095" y="866787"/>
                  </a:lnTo>
                  <a:lnTo>
                    <a:pt x="2669184" y="866571"/>
                  </a:lnTo>
                  <a:lnTo>
                    <a:pt x="2669184" y="866432"/>
                  </a:lnTo>
                  <a:lnTo>
                    <a:pt x="2625801" y="880618"/>
                  </a:lnTo>
                  <a:lnTo>
                    <a:pt x="2581478" y="889254"/>
                  </a:lnTo>
                  <a:lnTo>
                    <a:pt x="2524582" y="897763"/>
                  </a:lnTo>
                  <a:lnTo>
                    <a:pt x="2474544" y="903859"/>
                  </a:lnTo>
                  <a:lnTo>
                    <a:pt x="2418537" y="909828"/>
                  </a:lnTo>
                  <a:lnTo>
                    <a:pt x="2313508" y="919226"/>
                  </a:lnTo>
                  <a:lnTo>
                    <a:pt x="2220036" y="926084"/>
                  </a:lnTo>
                  <a:lnTo>
                    <a:pt x="2012010" y="938022"/>
                  </a:lnTo>
                  <a:lnTo>
                    <a:pt x="1841322" y="945007"/>
                  </a:lnTo>
                  <a:lnTo>
                    <a:pt x="1600657" y="951230"/>
                  </a:lnTo>
                  <a:lnTo>
                    <a:pt x="1227531" y="954405"/>
                  </a:lnTo>
                  <a:lnTo>
                    <a:pt x="1103325" y="957326"/>
                  </a:lnTo>
                  <a:lnTo>
                    <a:pt x="981151" y="961898"/>
                  </a:lnTo>
                  <a:lnTo>
                    <a:pt x="803478" y="971931"/>
                  </a:lnTo>
                  <a:lnTo>
                    <a:pt x="690448" y="980567"/>
                  </a:lnTo>
                  <a:lnTo>
                    <a:pt x="582752" y="990346"/>
                  </a:lnTo>
                  <a:lnTo>
                    <a:pt x="531317" y="995807"/>
                  </a:lnTo>
                  <a:lnTo>
                    <a:pt x="433400" y="1007364"/>
                  </a:lnTo>
                  <a:lnTo>
                    <a:pt x="387299" y="1013587"/>
                  </a:lnTo>
                  <a:lnTo>
                    <a:pt x="343230" y="1020064"/>
                  </a:lnTo>
                  <a:lnTo>
                    <a:pt x="301320" y="1026795"/>
                  </a:lnTo>
                  <a:lnTo>
                    <a:pt x="242887" y="1037082"/>
                  </a:lnTo>
                  <a:lnTo>
                    <a:pt x="189941" y="1048004"/>
                  </a:lnTo>
                  <a:lnTo>
                    <a:pt x="142824" y="1059307"/>
                  </a:lnTo>
                  <a:lnTo>
                    <a:pt x="102184" y="1070864"/>
                  </a:lnTo>
                  <a:lnTo>
                    <a:pt x="57861" y="1087120"/>
                  </a:lnTo>
                  <a:lnTo>
                    <a:pt x="38455" y="1096632"/>
                  </a:lnTo>
                  <a:lnTo>
                    <a:pt x="38455" y="1144016"/>
                  </a:lnTo>
                  <a:lnTo>
                    <a:pt x="38265" y="1144346"/>
                  </a:lnTo>
                  <a:lnTo>
                    <a:pt x="38265" y="1144181"/>
                  </a:lnTo>
                  <a:lnTo>
                    <a:pt x="38176" y="1144358"/>
                  </a:lnTo>
                  <a:lnTo>
                    <a:pt x="38277" y="1144016"/>
                  </a:lnTo>
                  <a:lnTo>
                    <a:pt x="38265" y="1144181"/>
                  </a:lnTo>
                  <a:lnTo>
                    <a:pt x="38328" y="1144028"/>
                  </a:lnTo>
                  <a:lnTo>
                    <a:pt x="38239" y="1144346"/>
                  </a:lnTo>
                  <a:lnTo>
                    <a:pt x="38455" y="1144016"/>
                  </a:lnTo>
                  <a:lnTo>
                    <a:pt x="38455" y="1096632"/>
                  </a:lnTo>
                  <a:lnTo>
                    <a:pt x="8712" y="1120394"/>
                  </a:lnTo>
                  <a:lnTo>
                    <a:pt x="7950" y="1121156"/>
                  </a:lnTo>
                  <a:lnTo>
                    <a:pt x="6934" y="1122934"/>
                  </a:lnTo>
                  <a:lnTo>
                    <a:pt x="3886" y="1127887"/>
                  </a:lnTo>
                  <a:lnTo>
                    <a:pt x="3378" y="1129030"/>
                  </a:lnTo>
                  <a:lnTo>
                    <a:pt x="2997" y="1130173"/>
                  </a:lnTo>
                  <a:lnTo>
                    <a:pt x="1473" y="1134237"/>
                  </a:lnTo>
                  <a:lnTo>
                    <a:pt x="711" y="1137031"/>
                  </a:lnTo>
                  <a:lnTo>
                    <a:pt x="584" y="1138428"/>
                  </a:lnTo>
                  <a:lnTo>
                    <a:pt x="88" y="1142365"/>
                  </a:lnTo>
                  <a:lnTo>
                    <a:pt x="0" y="1147064"/>
                  </a:lnTo>
                  <a:lnTo>
                    <a:pt x="11506" y="1199134"/>
                  </a:lnTo>
                  <a:lnTo>
                    <a:pt x="30429" y="1233043"/>
                  </a:lnTo>
                  <a:lnTo>
                    <a:pt x="56591" y="1263650"/>
                  </a:lnTo>
                  <a:lnTo>
                    <a:pt x="88214" y="1289939"/>
                  </a:lnTo>
                  <a:lnTo>
                    <a:pt x="110693" y="1303274"/>
                  </a:lnTo>
                  <a:lnTo>
                    <a:pt x="113461" y="1304137"/>
                  </a:lnTo>
                  <a:lnTo>
                    <a:pt x="123609" y="1267739"/>
                  </a:lnTo>
                  <a:lnTo>
                    <a:pt x="113461" y="1304137"/>
                  </a:lnTo>
                  <a:lnTo>
                    <a:pt x="103073" y="1341374"/>
                  </a:lnTo>
                  <a:lnTo>
                    <a:pt x="228536" y="1316863"/>
                  </a:lnTo>
                  <a:lnTo>
                    <a:pt x="220535" y="1309624"/>
                  </a:lnTo>
                  <a:lnTo>
                    <a:pt x="133807" y="1231265"/>
                  </a:lnTo>
                  <a:lnTo>
                    <a:pt x="126974" y="1255737"/>
                  </a:lnTo>
                  <a:lnTo>
                    <a:pt x="126974" y="1268514"/>
                  </a:lnTo>
                  <a:lnTo>
                    <a:pt x="124421" y="1267739"/>
                  </a:lnTo>
                  <a:lnTo>
                    <a:pt x="126974" y="1268514"/>
                  </a:lnTo>
                  <a:lnTo>
                    <a:pt x="126974" y="1255737"/>
                  </a:lnTo>
                  <a:lnTo>
                    <a:pt x="123736" y="1267320"/>
                  </a:lnTo>
                  <a:lnTo>
                    <a:pt x="123164" y="1266952"/>
                  </a:lnTo>
                  <a:lnTo>
                    <a:pt x="111328" y="1259586"/>
                  </a:lnTo>
                  <a:lnTo>
                    <a:pt x="72593" y="1225296"/>
                  </a:lnTo>
                  <a:lnTo>
                    <a:pt x="47320" y="1186180"/>
                  </a:lnTo>
                  <a:lnTo>
                    <a:pt x="38138" y="1147064"/>
                  </a:lnTo>
                  <a:lnTo>
                    <a:pt x="38138" y="1146937"/>
                  </a:lnTo>
                  <a:lnTo>
                    <a:pt x="38087" y="1145540"/>
                  </a:lnTo>
                  <a:lnTo>
                    <a:pt x="37998" y="1146289"/>
                  </a:lnTo>
                  <a:lnTo>
                    <a:pt x="38074" y="1145120"/>
                  </a:lnTo>
                  <a:lnTo>
                    <a:pt x="37985" y="1145400"/>
                  </a:lnTo>
                  <a:lnTo>
                    <a:pt x="37934" y="1145540"/>
                  </a:lnTo>
                  <a:lnTo>
                    <a:pt x="37998" y="1145146"/>
                  </a:lnTo>
                  <a:lnTo>
                    <a:pt x="38011" y="1144727"/>
                  </a:lnTo>
                  <a:lnTo>
                    <a:pt x="37909" y="1145019"/>
                  </a:lnTo>
                  <a:lnTo>
                    <a:pt x="37795" y="1145463"/>
                  </a:lnTo>
                  <a:lnTo>
                    <a:pt x="37592" y="1146302"/>
                  </a:lnTo>
                  <a:lnTo>
                    <a:pt x="37795" y="1145463"/>
                  </a:lnTo>
                  <a:lnTo>
                    <a:pt x="37934" y="1144879"/>
                  </a:lnTo>
                  <a:lnTo>
                    <a:pt x="37287" y="1146302"/>
                  </a:lnTo>
                  <a:lnTo>
                    <a:pt x="37947" y="1144816"/>
                  </a:lnTo>
                  <a:lnTo>
                    <a:pt x="38036" y="1144079"/>
                  </a:lnTo>
                  <a:lnTo>
                    <a:pt x="38049" y="1144397"/>
                  </a:lnTo>
                  <a:lnTo>
                    <a:pt x="38150" y="1144016"/>
                  </a:lnTo>
                  <a:lnTo>
                    <a:pt x="38061" y="1144587"/>
                  </a:lnTo>
                  <a:lnTo>
                    <a:pt x="38138" y="1144447"/>
                  </a:lnTo>
                  <a:lnTo>
                    <a:pt x="38074" y="1145019"/>
                  </a:lnTo>
                  <a:lnTo>
                    <a:pt x="38188" y="1144701"/>
                  </a:lnTo>
                  <a:lnTo>
                    <a:pt x="38392" y="1144181"/>
                  </a:lnTo>
                  <a:lnTo>
                    <a:pt x="39306" y="1143000"/>
                  </a:lnTo>
                  <a:lnTo>
                    <a:pt x="39827" y="1142365"/>
                  </a:lnTo>
                  <a:lnTo>
                    <a:pt x="72720" y="1122299"/>
                  </a:lnTo>
                  <a:lnTo>
                    <a:pt x="113360" y="1107313"/>
                  </a:lnTo>
                  <a:lnTo>
                    <a:pt x="166700" y="1092454"/>
                  </a:lnTo>
                  <a:lnTo>
                    <a:pt x="231838" y="1078103"/>
                  </a:lnTo>
                  <a:lnTo>
                    <a:pt x="307416" y="1064387"/>
                  </a:lnTo>
                  <a:lnTo>
                    <a:pt x="348691" y="1057783"/>
                  </a:lnTo>
                  <a:lnTo>
                    <a:pt x="438099" y="1045210"/>
                  </a:lnTo>
                  <a:lnTo>
                    <a:pt x="535254" y="1033653"/>
                  </a:lnTo>
                  <a:lnTo>
                    <a:pt x="639267" y="1023239"/>
                  </a:lnTo>
                  <a:lnTo>
                    <a:pt x="749122" y="1014095"/>
                  </a:lnTo>
                  <a:lnTo>
                    <a:pt x="922858" y="1002919"/>
                  </a:lnTo>
                  <a:lnTo>
                    <a:pt x="1104214" y="995426"/>
                  </a:lnTo>
                  <a:lnTo>
                    <a:pt x="1227785" y="992505"/>
                  </a:lnTo>
                  <a:lnTo>
                    <a:pt x="1601546" y="989330"/>
                  </a:lnTo>
                  <a:lnTo>
                    <a:pt x="1842719" y="983107"/>
                  </a:lnTo>
                  <a:lnTo>
                    <a:pt x="2013915" y="976122"/>
                  </a:lnTo>
                  <a:lnTo>
                    <a:pt x="2173046" y="967359"/>
                  </a:lnTo>
                  <a:lnTo>
                    <a:pt x="2316683" y="957199"/>
                  </a:lnTo>
                  <a:lnTo>
                    <a:pt x="2402281" y="949706"/>
                  </a:lnTo>
                  <a:lnTo>
                    <a:pt x="2478862" y="941705"/>
                  </a:lnTo>
                  <a:lnTo>
                    <a:pt x="2529662" y="935482"/>
                  </a:lnTo>
                  <a:lnTo>
                    <a:pt x="2574493" y="929005"/>
                  </a:lnTo>
                  <a:lnTo>
                    <a:pt x="2612847" y="922274"/>
                  </a:lnTo>
                  <a:lnTo>
                    <a:pt x="2653614" y="913003"/>
                  </a:lnTo>
                  <a:lnTo>
                    <a:pt x="2689174" y="898906"/>
                  </a:lnTo>
                  <a:lnTo>
                    <a:pt x="2692476" y="896620"/>
                  </a:lnTo>
                  <a:lnTo>
                    <a:pt x="2693492" y="895985"/>
                  </a:lnTo>
                  <a:lnTo>
                    <a:pt x="2694381" y="895223"/>
                  </a:lnTo>
                  <a:lnTo>
                    <a:pt x="2698572" y="891032"/>
                  </a:lnTo>
                  <a:lnTo>
                    <a:pt x="2699461" y="889889"/>
                  </a:lnTo>
                  <a:lnTo>
                    <a:pt x="2701620" y="886333"/>
                  </a:lnTo>
                  <a:lnTo>
                    <a:pt x="2702890" y="884428"/>
                  </a:lnTo>
                  <a:lnTo>
                    <a:pt x="2703652" y="882396"/>
                  </a:lnTo>
                  <a:lnTo>
                    <a:pt x="2704668" y="877951"/>
                  </a:lnTo>
                  <a:close/>
                </a:path>
                <a:path w="5067300" h="1341755">
                  <a:moveTo>
                    <a:pt x="5067249" y="323469"/>
                  </a:moveTo>
                  <a:lnTo>
                    <a:pt x="5064455" y="278384"/>
                  </a:lnTo>
                  <a:lnTo>
                    <a:pt x="5056200" y="234061"/>
                  </a:lnTo>
                  <a:lnTo>
                    <a:pt x="5038039" y="177927"/>
                  </a:lnTo>
                  <a:lnTo>
                    <a:pt x="5012893" y="126492"/>
                  </a:lnTo>
                  <a:lnTo>
                    <a:pt x="4981651" y="81153"/>
                  </a:lnTo>
                  <a:lnTo>
                    <a:pt x="4955108" y="52705"/>
                  </a:lnTo>
                  <a:lnTo>
                    <a:pt x="4915611" y="22733"/>
                  </a:lnTo>
                  <a:lnTo>
                    <a:pt x="4872177" y="4318"/>
                  </a:lnTo>
                  <a:lnTo>
                    <a:pt x="4839538" y="0"/>
                  </a:lnTo>
                  <a:lnTo>
                    <a:pt x="4837760" y="38100"/>
                  </a:lnTo>
                  <a:lnTo>
                    <a:pt x="4847539" y="38608"/>
                  </a:lnTo>
                  <a:lnTo>
                    <a:pt x="4855921" y="39624"/>
                  </a:lnTo>
                  <a:lnTo>
                    <a:pt x="4896942" y="56007"/>
                  </a:lnTo>
                  <a:lnTo>
                    <a:pt x="4929835" y="81026"/>
                  </a:lnTo>
                  <a:lnTo>
                    <a:pt x="4967554" y="125730"/>
                  </a:lnTo>
                  <a:lnTo>
                    <a:pt x="4992700" y="169418"/>
                  </a:lnTo>
                  <a:lnTo>
                    <a:pt x="5012258" y="218440"/>
                  </a:lnTo>
                  <a:lnTo>
                    <a:pt x="5024831" y="270764"/>
                  </a:lnTo>
                  <a:lnTo>
                    <a:pt x="5028895" y="310769"/>
                  </a:lnTo>
                  <a:lnTo>
                    <a:pt x="5029149" y="324231"/>
                  </a:lnTo>
                  <a:lnTo>
                    <a:pt x="5028768" y="329692"/>
                  </a:lnTo>
                  <a:lnTo>
                    <a:pt x="5006924" y="368173"/>
                  </a:lnTo>
                  <a:lnTo>
                    <a:pt x="4977460" y="393192"/>
                  </a:lnTo>
                  <a:lnTo>
                    <a:pt x="4935677" y="419227"/>
                  </a:lnTo>
                  <a:lnTo>
                    <a:pt x="4897069" y="438404"/>
                  </a:lnTo>
                  <a:lnTo>
                    <a:pt x="4852746" y="457200"/>
                  </a:lnTo>
                  <a:lnTo>
                    <a:pt x="4785182" y="481330"/>
                  </a:lnTo>
                  <a:lnTo>
                    <a:pt x="4748225" y="492887"/>
                  </a:lnTo>
                  <a:lnTo>
                    <a:pt x="4709236" y="504190"/>
                  </a:lnTo>
                  <a:lnTo>
                    <a:pt x="4668215" y="514985"/>
                  </a:lnTo>
                  <a:lnTo>
                    <a:pt x="4625543" y="525399"/>
                  </a:lnTo>
                  <a:lnTo>
                    <a:pt x="4581220" y="535305"/>
                  </a:lnTo>
                  <a:lnTo>
                    <a:pt x="4535246" y="544703"/>
                  </a:lnTo>
                  <a:lnTo>
                    <a:pt x="4488002" y="553593"/>
                  </a:lnTo>
                  <a:lnTo>
                    <a:pt x="4439234" y="562102"/>
                  </a:lnTo>
                  <a:lnTo>
                    <a:pt x="4389323" y="569849"/>
                  </a:lnTo>
                  <a:lnTo>
                    <a:pt x="4338269" y="576961"/>
                  </a:lnTo>
                  <a:lnTo>
                    <a:pt x="4286326" y="583565"/>
                  </a:lnTo>
                  <a:lnTo>
                    <a:pt x="4233367" y="589407"/>
                  </a:lnTo>
                  <a:lnTo>
                    <a:pt x="4179773" y="594614"/>
                  </a:lnTo>
                  <a:lnTo>
                    <a:pt x="4125417" y="599059"/>
                  </a:lnTo>
                  <a:lnTo>
                    <a:pt x="4070553" y="602742"/>
                  </a:lnTo>
                  <a:lnTo>
                    <a:pt x="4015308" y="605663"/>
                  </a:lnTo>
                  <a:lnTo>
                    <a:pt x="3961917" y="607441"/>
                  </a:lnTo>
                  <a:lnTo>
                    <a:pt x="3961333" y="569722"/>
                  </a:lnTo>
                  <a:lnTo>
                    <a:pt x="3847922" y="628650"/>
                  </a:lnTo>
                  <a:lnTo>
                    <a:pt x="3963111" y="684022"/>
                  </a:lnTo>
                  <a:lnTo>
                    <a:pt x="3962514" y="646176"/>
                  </a:lnTo>
                  <a:lnTo>
                    <a:pt x="3962501" y="645566"/>
                  </a:lnTo>
                  <a:lnTo>
                    <a:pt x="4017213" y="643763"/>
                  </a:lnTo>
                  <a:lnTo>
                    <a:pt x="4073093" y="640842"/>
                  </a:lnTo>
                  <a:lnTo>
                    <a:pt x="4128465" y="637032"/>
                  </a:lnTo>
                  <a:lnTo>
                    <a:pt x="4183456" y="632587"/>
                  </a:lnTo>
                  <a:lnTo>
                    <a:pt x="4237685" y="627253"/>
                  </a:lnTo>
                  <a:lnTo>
                    <a:pt x="4291025" y="621411"/>
                  </a:lnTo>
                  <a:lnTo>
                    <a:pt x="4343603" y="614807"/>
                  </a:lnTo>
                  <a:lnTo>
                    <a:pt x="4395330" y="607441"/>
                  </a:lnTo>
                  <a:lnTo>
                    <a:pt x="4445711" y="599567"/>
                  </a:lnTo>
                  <a:lnTo>
                    <a:pt x="4494987" y="591058"/>
                  </a:lnTo>
                  <a:lnTo>
                    <a:pt x="4542866" y="582041"/>
                  </a:lnTo>
                  <a:lnTo>
                    <a:pt x="4589602" y="572516"/>
                  </a:lnTo>
                  <a:lnTo>
                    <a:pt x="4634560" y="562356"/>
                  </a:lnTo>
                  <a:lnTo>
                    <a:pt x="4677994" y="551815"/>
                  </a:lnTo>
                  <a:lnTo>
                    <a:pt x="4719650" y="540766"/>
                  </a:lnTo>
                  <a:lnTo>
                    <a:pt x="4759528" y="529336"/>
                  </a:lnTo>
                  <a:lnTo>
                    <a:pt x="4797501" y="517398"/>
                  </a:lnTo>
                  <a:lnTo>
                    <a:pt x="4867097" y="492506"/>
                  </a:lnTo>
                  <a:lnTo>
                    <a:pt x="4913325" y="472821"/>
                  </a:lnTo>
                  <a:lnTo>
                    <a:pt x="4954346" y="452374"/>
                  </a:lnTo>
                  <a:lnTo>
                    <a:pt x="4989906" y="431038"/>
                  </a:lnTo>
                  <a:lnTo>
                    <a:pt x="5027879" y="401193"/>
                  </a:lnTo>
                  <a:lnTo>
                    <a:pt x="5054295" y="368554"/>
                  </a:lnTo>
                  <a:lnTo>
                    <a:pt x="5066741" y="332232"/>
                  </a:lnTo>
                  <a:lnTo>
                    <a:pt x="5067249" y="323469"/>
                  </a:lnTo>
                  <a:close/>
                </a:path>
              </a:pathLst>
            </a:custGeom>
            <a:solidFill>
              <a:srgbClr val="F92B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93442" y="3720845"/>
              <a:ext cx="7162800" cy="454659"/>
            </a:xfrm>
            <a:custGeom>
              <a:avLst/>
              <a:gdLst/>
              <a:ahLst/>
              <a:cxnLst/>
              <a:rect l="l" t="t" r="r" b="b"/>
              <a:pathLst>
                <a:path w="7162800" h="454660">
                  <a:moveTo>
                    <a:pt x="0" y="454151"/>
                  </a:moveTo>
                  <a:lnTo>
                    <a:pt x="7162800" y="454151"/>
                  </a:lnTo>
                  <a:lnTo>
                    <a:pt x="7162800" y="0"/>
                  </a:lnTo>
                  <a:lnTo>
                    <a:pt x="0" y="0"/>
                  </a:lnTo>
                  <a:lnTo>
                    <a:pt x="0" y="4541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79442" y="2961894"/>
              <a:ext cx="2286000" cy="454659"/>
            </a:xfrm>
            <a:custGeom>
              <a:avLst/>
              <a:gdLst/>
              <a:ahLst/>
              <a:cxnLst/>
              <a:rect l="l" t="t" r="r" b="b"/>
              <a:pathLst>
                <a:path w="2286000" h="454660">
                  <a:moveTo>
                    <a:pt x="0" y="454151"/>
                  </a:moveTo>
                  <a:lnTo>
                    <a:pt x="2286000" y="454151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454151"/>
                  </a:lnTo>
                  <a:close/>
                </a:path>
              </a:pathLst>
            </a:custGeom>
            <a:ln w="38100">
              <a:solidFill>
                <a:srgbClr val="F92B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93233" y="2841447"/>
            <a:ext cx="10585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25" dirty="0">
                <a:solidFill>
                  <a:srgbClr val="DE468E"/>
                </a:solidFill>
                <a:latin typeface="Trebuchet MS"/>
                <a:cs typeface="Trebuchet MS"/>
              </a:rPr>
              <a:t>Li</a:t>
            </a:r>
            <a:r>
              <a:rPr sz="3200" spc="-160" dirty="0">
                <a:solidFill>
                  <a:srgbClr val="DE468E"/>
                </a:solidFill>
                <a:latin typeface="Trebuchet MS"/>
                <a:cs typeface="Trebuchet MS"/>
              </a:rPr>
              <a:t>n</a:t>
            </a:r>
            <a:r>
              <a:rPr sz="3200" spc="-180" dirty="0">
                <a:solidFill>
                  <a:srgbClr val="DE468E"/>
                </a:solidFill>
                <a:latin typeface="Trebuchet MS"/>
                <a:cs typeface="Trebuchet MS"/>
              </a:rPr>
              <a:t>k</a:t>
            </a:r>
            <a:r>
              <a:rPr sz="3200" spc="-95" dirty="0">
                <a:solidFill>
                  <a:srgbClr val="DE468E"/>
                </a:solidFill>
                <a:latin typeface="Trebuchet MS"/>
                <a:cs typeface="Trebuchet MS"/>
              </a:rPr>
              <a:t>er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46807" y="2481072"/>
            <a:ext cx="7658100" cy="3088005"/>
            <a:chOff x="2146807" y="2481072"/>
            <a:chExt cx="7658100" cy="3088005"/>
          </a:xfrm>
        </p:grpSpPr>
        <p:sp>
          <p:nvSpPr>
            <p:cNvPr id="14" name="object 14"/>
            <p:cNvSpPr/>
            <p:nvPr/>
          </p:nvSpPr>
          <p:spPr>
            <a:xfrm>
              <a:off x="2146808" y="2481071"/>
              <a:ext cx="7505700" cy="1466850"/>
            </a:xfrm>
            <a:custGeom>
              <a:avLst/>
              <a:gdLst/>
              <a:ahLst/>
              <a:cxnLst/>
              <a:rect l="l" t="t" r="r" b="b"/>
              <a:pathLst>
                <a:path w="7505700" h="1466850">
                  <a:moveTo>
                    <a:pt x="2514473" y="726948"/>
                  </a:moveTo>
                  <a:lnTo>
                    <a:pt x="2514219" y="688848"/>
                  </a:lnTo>
                  <a:lnTo>
                    <a:pt x="2280539" y="691007"/>
                  </a:lnTo>
                  <a:lnTo>
                    <a:pt x="2048383" y="697357"/>
                  </a:lnTo>
                  <a:lnTo>
                    <a:pt x="1819910" y="707644"/>
                  </a:lnTo>
                  <a:lnTo>
                    <a:pt x="1707388" y="714121"/>
                  </a:lnTo>
                  <a:lnTo>
                    <a:pt x="1487805" y="729615"/>
                  </a:lnTo>
                  <a:lnTo>
                    <a:pt x="1276477" y="748411"/>
                  </a:lnTo>
                  <a:lnTo>
                    <a:pt x="1174369" y="758952"/>
                  </a:lnTo>
                  <a:lnTo>
                    <a:pt x="978789" y="782066"/>
                  </a:lnTo>
                  <a:lnTo>
                    <a:pt x="885571" y="794512"/>
                  </a:lnTo>
                  <a:lnTo>
                    <a:pt x="795909" y="807593"/>
                  </a:lnTo>
                  <a:lnTo>
                    <a:pt x="709803" y="821309"/>
                  </a:lnTo>
                  <a:lnTo>
                    <a:pt x="627507" y="835406"/>
                  </a:lnTo>
                  <a:lnTo>
                    <a:pt x="549402" y="850138"/>
                  </a:lnTo>
                  <a:lnTo>
                    <a:pt x="475615" y="865251"/>
                  </a:lnTo>
                  <a:lnTo>
                    <a:pt x="406273" y="880872"/>
                  </a:lnTo>
                  <a:lnTo>
                    <a:pt x="341757" y="896747"/>
                  </a:lnTo>
                  <a:lnTo>
                    <a:pt x="282067" y="913130"/>
                  </a:lnTo>
                  <a:lnTo>
                    <a:pt x="227711" y="929767"/>
                  </a:lnTo>
                  <a:lnTo>
                    <a:pt x="178562" y="946912"/>
                  </a:lnTo>
                  <a:lnTo>
                    <a:pt x="135128" y="964184"/>
                  </a:lnTo>
                  <a:lnTo>
                    <a:pt x="97028" y="982091"/>
                  </a:lnTo>
                  <a:lnTo>
                    <a:pt x="51181" y="1009650"/>
                  </a:lnTo>
                  <a:lnTo>
                    <a:pt x="18923" y="1039114"/>
                  </a:lnTo>
                  <a:lnTo>
                    <a:pt x="4191" y="1064133"/>
                  </a:lnTo>
                  <a:lnTo>
                    <a:pt x="1524" y="1073035"/>
                  </a:lnTo>
                  <a:lnTo>
                    <a:pt x="1143" y="1074166"/>
                  </a:lnTo>
                  <a:lnTo>
                    <a:pt x="889" y="1075309"/>
                  </a:lnTo>
                  <a:lnTo>
                    <a:pt x="12" y="1083945"/>
                  </a:lnTo>
                  <a:lnTo>
                    <a:pt x="0" y="1105547"/>
                  </a:lnTo>
                  <a:lnTo>
                    <a:pt x="1016" y="1123950"/>
                  </a:lnTo>
                  <a:lnTo>
                    <a:pt x="10414" y="1195959"/>
                  </a:lnTo>
                  <a:lnTo>
                    <a:pt x="28067" y="1264666"/>
                  </a:lnTo>
                  <a:lnTo>
                    <a:pt x="52705" y="1327912"/>
                  </a:lnTo>
                  <a:lnTo>
                    <a:pt x="75184" y="1370584"/>
                  </a:lnTo>
                  <a:lnTo>
                    <a:pt x="100838" y="1408176"/>
                  </a:lnTo>
                  <a:lnTo>
                    <a:pt x="119748" y="1426933"/>
                  </a:lnTo>
                  <a:lnTo>
                    <a:pt x="100711" y="1461389"/>
                  </a:lnTo>
                  <a:lnTo>
                    <a:pt x="228346" y="1466723"/>
                  </a:lnTo>
                  <a:lnTo>
                    <a:pt x="207645" y="1436624"/>
                  </a:lnTo>
                  <a:lnTo>
                    <a:pt x="155956" y="1361440"/>
                  </a:lnTo>
                  <a:lnTo>
                    <a:pt x="138264" y="1393444"/>
                  </a:lnTo>
                  <a:lnTo>
                    <a:pt x="137426" y="1392897"/>
                  </a:lnTo>
                  <a:lnTo>
                    <a:pt x="136131" y="1391285"/>
                  </a:lnTo>
                  <a:lnTo>
                    <a:pt x="131318" y="1385316"/>
                  </a:lnTo>
                  <a:lnTo>
                    <a:pt x="108331" y="1351788"/>
                  </a:lnTo>
                  <a:lnTo>
                    <a:pt x="87757" y="1312926"/>
                  </a:lnTo>
                  <a:lnTo>
                    <a:pt x="64643" y="1254125"/>
                  </a:lnTo>
                  <a:lnTo>
                    <a:pt x="48006" y="1189736"/>
                  </a:lnTo>
                  <a:lnTo>
                    <a:pt x="40513" y="1138936"/>
                  </a:lnTo>
                  <a:lnTo>
                    <a:pt x="37719" y="1089406"/>
                  </a:lnTo>
                  <a:lnTo>
                    <a:pt x="38341" y="1083945"/>
                  </a:lnTo>
                  <a:lnTo>
                    <a:pt x="38569" y="1081963"/>
                  </a:lnTo>
                  <a:lnTo>
                    <a:pt x="39001" y="1080516"/>
                  </a:lnTo>
                  <a:lnTo>
                    <a:pt x="39725" y="1078103"/>
                  </a:lnTo>
                  <a:lnTo>
                    <a:pt x="40195" y="1076502"/>
                  </a:lnTo>
                  <a:lnTo>
                    <a:pt x="40957" y="1075055"/>
                  </a:lnTo>
                  <a:lnTo>
                    <a:pt x="42748" y="1071626"/>
                  </a:lnTo>
                  <a:lnTo>
                    <a:pt x="43446" y="1070279"/>
                  </a:lnTo>
                  <a:lnTo>
                    <a:pt x="44081" y="1069340"/>
                  </a:lnTo>
                  <a:lnTo>
                    <a:pt x="72644" y="1041146"/>
                  </a:lnTo>
                  <a:lnTo>
                    <a:pt x="113919" y="1016254"/>
                  </a:lnTo>
                  <a:lnTo>
                    <a:pt x="149225" y="999617"/>
                  </a:lnTo>
                  <a:lnTo>
                    <a:pt x="191135" y="982853"/>
                  </a:lnTo>
                  <a:lnTo>
                    <a:pt x="238887" y="966216"/>
                  </a:lnTo>
                  <a:lnTo>
                    <a:pt x="292227" y="949960"/>
                  </a:lnTo>
                  <a:lnTo>
                    <a:pt x="350774" y="933704"/>
                  </a:lnTo>
                  <a:lnTo>
                    <a:pt x="414655" y="918083"/>
                  </a:lnTo>
                  <a:lnTo>
                    <a:pt x="483235" y="902589"/>
                  </a:lnTo>
                  <a:lnTo>
                    <a:pt x="556514" y="887603"/>
                  </a:lnTo>
                  <a:lnTo>
                    <a:pt x="633984" y="872998"/>
                  </a:lnTo>
                  <a:lnTo>
                    <a:pt x="715772" y="858901"/>
                  </a:lnTo>
                  <a:lnTo>
                    <a:pt x="801497" y="845312"/>
                  </a:lnTo>
                  <a:lnTo>
                    <a:pt x="890651" y="832358"/>
                  </a:lnTo>
                  <a:lnTo>
                    <a:pt x="983488" y="819912"/>
                  </a:lnTo>
                  <a:lnTo>
                    <a:pt x="1178306" y="796798"/>
                  </a:lnTo>
                  <a:lnTo>
                    <a:pt x="1384300" y="776732"/>
                  </a:lnTo>
                  <a:lnTo>
                    <a:pt x="1599311" y="759460"/>
                  </a:lnTo>
                  <a:lnTo>
                    <a:pt x="1821561" y="745744"/>
                  </a:lnTo>
                  <a:lnTo>
                    <a:pt x="2049399" y="735457"/>
                  </a:lnTo>
                  <a:lnTo>
                    <a:pt x="2280920" y="729107"/>
                  </a:lnTo>
                  <a:lnTo>
                    <a:pt x="2514473" y="726948"/>
                  </a:lnTo>
                  <a:close/>
                </a:path>
                <a:path w="7505700" h="1466850">
                  <a:moveTo>
                    <a:pt x="7505446" y="363220"/>
                  </a:moveTo>
                  <a:lnTo>
                    <a:pt x="7502652" y="312928"/>
                  </a:lnTo>
                  <a:lnTo>
                    <a:pt x="7494524" y="263271"/>
                  </a:lnTo>
                  <a:lnTo>
                    <a:pt x="7476617" y="200406"/>
                  </a:lnTo>
                  <a:lnTo>
                    <a:pt x="7451598" y="142621"/>
                  </a:lnTo>
                  <a:lnTo>
                    <a:pt x="7420864" y="92075"/>
                  </a:lnTo>
                  <a:lnTo>
                    <a:pt x="7394194" y="59817"/>
                  </a:lnTo>
                  <a:lnTo>
                    <a:pt x="7364857" y="33147"/>
                  </a:lnTo>
                  <a:lnTo>
                    <a:pt x="7322058" y="8763"/>
                  </a:lnTo>
                  <a:lnTo>
                    <a:pt x="7277735" y="0"/>
                  </a:lnTo>
                  <a:lnTo>
                    <a:pt x="7275957" y="38100"/>
                  </a:lnTo>
                  <a:lnTo>
                    <a:pt x="7285736" y="38608"/>
                  </a:lnTo>
                  <a:lnTo>
                    <a:pt x="7293483" y="39878"/>
                  </a:lnTo>
                  <a:lnTo>
                    <a:pt x="7334250" y="58166"/>
                  </a:lnTo>
                  <a:lnTo>
                    <a:pt x="7367143" y="86487"/>
                  </a:lnTo>
                  <a:lnTo>
                    <a:pt x="7405116" y="137160"/>
                  </a:lnTo>
                  <a:lnTo>
                    <a:pt x="7430516" y="187071"/>
                  </a:lnTo>
                  <a:lnTo>
                    <a:pt x="7450201" y="242951"/>
                  </a:lnTo>
                  <a:lnTo>
                    <a:pt x="7463028" y="302641"/>
                  </a:lnTo>
                  <a:lnTo>
                    <a:pt x="7467092" y="348615"/>
                  </a:lnTo>
                  <a:lnTo>
                    <a:pt x="7467346" y="363855"/>
                  </a:lnTo>
                  <a:lnTo>
                    <a:pt x="7466939" y="366750"/>
                  </a:lnTo>
                  <a:lnTo>
                    <a:pt x="7440803" y="396875"/>
                  </a:lnTo>
                  <a:lnTo>
                    <a:pt x="7402830" y="418846"/>
                  </a:lnTo>
                  <a:lnTo>
                    <a:pt x="7348728" y="441579"/>
                  </a:lnTo>
                  <a:lnTo>
                    <a:pt x="7304278" y="456692"/>
                  </a:lnTo>
                  <a:lnTo>
                    <a:pt x="7253478" y="471805"/>
                  </a:lnTo>
                  <a:lnTo>
                    <a:pt x="7196836" y="486537"/>
                  </a:lnTo>
                  <a:lnTo>
                    <a:pt x="7134606" y="501269"/>
                  </a:lnTo>
                  <a:lnTo>
                    <a:pt x="7066915" y="515493"/>
                  </a:lnTo>
                  <a:lnTo>
                    <a:pt x="6994017" y="529590"/>
                  </a:lnTo>
                  <a:lnTo>
                    <a:pt x="6916420" y="543179"/>
                  </a:lnTo>
                  <a:lnTo>
                    <a:pt x="6833997" y="556387"/>
                  </a:lnTo>
                  <a:lnTo>
                    <a:pt x="6747256" y="569214"/>
                  </a:lnTo>
                  <a:lnTo>
                    <a:pt x="6656451" y="581533"/>
                  </a:lnTo>
                  <a:lnTo>
                    <a:pt x="6561582" y="593344"/>
                  </a:lnTo>
                  <a:lnTo>
                    <a:pt x="6361303" y="615442"/>
                  </a:lnTo>
                  <a:lnTo>
                    <a:pt x="6256274" y="625475"/>
                  </a:lnTo>
                  <a:lnTo>
                    <a:pt x="6037707" y="643890"/>
                  </a:lnTo>
                  <a:lnTo>
                    <a:pt x="5809488" y="659511"/>
                  </a:lnTo>
                  <a:lnTo>
                    <a:pt x="5573522" y="671957"/>
                  </a:lnTo>
                  <a:lnTo>
                    <a:pt x="5331587" y="681355"/>
                  </a:lnTo>
                  <a:lnTo>
                    <a:pt x="5085969" y="687070"/>
                  </a:lnTo>
                  <a:lnTo>
                    <a:pt x="4952568" y="688073"/>
                  </a:lnTo>
                  <a:lnTo>
                    <a:pt x="4952238" y="649986"/>
                  </a:lnTo>
                  <a:lnTo>
                    <a:pt x="4838446" y="708025"/>
                  </a:lnTo>
                  <a:lnTo>
                    <a:pt x="4953254" y="764286"/>
                  </a:lnTo>
                  <a:lnTo>
                    <a:pt x="4952911" y="726313"/>
                  </a:lnTo>
                  <a:lnTo>
                    <a:pt x="4952911" y="726173"/>
                  </a:lnTo>
                  <a:lnTo>
                    <a:pt x="5086858" y="725170"/>
                  </a:lnTo>
                  <a:lnTo>
                    <a:pt x="5333111" y="719455"/>
                  </a:lnTo>
                  <a:lnTo>
                    <a:pt x="5575427" y="710057"/>
                  </a:lnTo>
                  <a:lnTo>
                    <a:pt x="5812028" y="697484"/>
                  </a:lnTo>
                  <a:lnTo>
                    <a:pt x="6040755" y="681863"/>
                  </a:lnTo>
                  <a:lnTo>
                    <a:pt x="6259830" y="663448"/>
                  </a:lnTo>
                  <a:lnTo>
                    <a:pt x="6467475" y="642493"/>
                  </a:lnTo>
                  <a:lnTo>
                    <a:pt x="6661531" y="619379"/>
                  </a:lnTo>
                  <a:lnTo>
                    <a:pt x="6752844" y="606933"/>
                  </a:lnTo>
                  <a:lnTo>
                    <a:pt x="6839966" y="593979"/>
                  </a:lnTo>
                  <a:lnTo>
                    <a:pt x="6922897" y="580771"/>
                  </a:lnTo>
                  <a:lnTo>
                    <a:pt x="7001256" y="566928"/>
                  </a:lnTo>
                  <a:lnTo>
                    <a:pt x="7074789" y="552831"/>
                  </a:lnTo>
                  <a:lnTo>
                    <a:pt x="7143242" y="538353"/>
                  </a:lnTo>
                  <a:lnTo>
                    <a:pt x="7206488" y="523494"/>
                  </a:lnTo>
                  <a:lnTo>
                    <a:pt x="7264273" y="508381"/>
                  </a:lnTo>
                  <a:lnTo>
                    <a:pt x="7316089" y="492887"/>
                  </a:lnTo>
                  <a:lnTo>
                    <a:pt x="7362317" y="477012"/>
                  </a:lnTo>
                  <a:lnTo>
                    <a:pt x="7402449" y="461010"/>
                  </a:lnTo>
                  <a:lnTo>
                    <a:pt x="7451090" y="435737"/>
                  </a:lnTo>
                  <a:lnTo>
                    <a:pt x="7486015" y="407924"/>
                  </a:lnTo>
                  <a:lnTo>
                    <a:pt x="7500493" y="386080"/>
                  </a:lnTo>
                  <a:lnTo>
                    <a:pt x="7503401" y="378079"/>
                  </a:lnTo>
                  <a:lnTo>
                    <a:pt x="7503922" y="376682"/>
                  </a:lnTo>
                  <a:lnTo>
                    <a:pt x="7504074" y="375793"/>
                  </a:lnTo>
                  <a:lnTo>
                    <a:pt x="7504176" y="375285"/>
                  </a:lnTo>
                  <a:lnTo>
                    <a:pt x="7504366" y="373253"/>
                  </a:lnTo>
                  <a:lnTo>
                    <a:pt x="7504722" y="369951"/>
                  </a:lnTo>
                  <a:lnTo>
                    <a:pt x="7504773" y="369443"/>
                  </a:lnTo>
                  <a:lnTo>
                    <a:pt x="7505217" y="365252"/>
                  </a:lnTo>
                  <a:lnTo>
                    <a:pt x="7505446" y="363220"/>
                  </a:lnTo>
                  <a:close/>
                </a:path>
              </a:pathLst>
            </a:custGeom>
            <a:solidFill>
              <a:srgbClr val="F92B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79441" y="4406645"/>
              <a:ext cx="2286000" cy="454659"/>
            </a:xfrm>
            <a:custGeom>
              <a:avLst/>
              <a:gdLst/>
              <a:ahLst/>
              <a:cxnLst/>
              <a:rect l="l" t="t" r="r" b="b"/>
              <a:pathLst>
                <a:path w="2286000" h="454660">
                  <a:moveTo>
                    <a:pt x="0" y="454151"/>
                  </a:moveTo>
                  <a:lnTo>
                    <a:pt x="2286000" y="454151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454151"/>
                  </a:lnTo>
                  <a:close/>
                </a:path>
              </a:pathLst>
            </a:custGeom>
            <a:ln w="38100">
              <a:solidFill>
                <a:srgbClr val="F92B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32554" y="3928871"/>
              <a:ext cx="5372100" cy="1428750"/>
            </a:xfrm>
            <a:custGeom>
              <a:avLst/>
              <a:gdLst/>
              <a:ahLst/>
              <a:cxnLst/>
              <a:rect l="l" t="t" r="r" b="b"/>
              <a:pathLst>
                <a:path w="5372100" h="1428750">
                  <a:moveTo>
                    <a:pt x="381000" y="1393825"/>
                  </a:moveTo>
                  <a:lnTo>
                    <a:pt x="279400" y="1316482"/>
                  </a:lnTo>
                  <a:lnTo>
                    <a:pt x="272415" y="1353235"/>
                  </a:lnTo>
                  <a:lnTo>
                    <a:pt x="269824" y="1352664"/>
                  </a:lnTo>
                  <a:lnTo>
                    <a:pt x="268973" y="1352296"/>
                  </a:lnTo>
                  <a:lnTo>
                    <a:pt x="256286" y="1346962"/>
                  </a:lnTo>
                  <a:lnTo>
                    <a:pt x="241300" y="1339977"/>
                  </a:lnTo>
                  <a:lnTo>
                    <a:pt x="197866" y="1314704"/>
                  </a:lnTo>
                  <a:lnTo>
                    <a:pt x="145542" y="1272540"/>
                  </a:lnTo>
                  <a:lnTo>
                    <a:pt x="111506" y="1236091"/>
                  </a:lnTo>
                  <a:lnTo>
                    <a:pt x="83058" y="1195959"/>
                  </a:lnTo>
                  <a:lnTo>
                    <a:pt x="60833" y="1153541"/>
                  </a:lnTo>
                  <a:lnTo>
                    <a:pt x="45720" y="1109726"/>
                  </a:lnTo>
                  <a:lnTo>
                    <a:pt x="38608" y="1064768"/>
                  </a:lnTo>
                  <a:lnTo>
                    <a:pt x="38100" y="1049655"/>
                  </a:lnTo>
                  <a:lnTo>
                    <a:pt x="38354" y="1034415"/>
                  </a:lnTo>
                  <a:lnTo>
                    <a:pt x="42418" y="988441"/>
                  </a:lnTo>
                  <a:lnTo>
                    <a:pt x="55245" y="928751"/>
                  </a:lnTo>
                  <a:lnTo>
                    <a:pt x="74930" y="872871"/>
                  </a:lnTo>
                  <a:lnTo>
                    <a:pt x="100330" y="822960"/>
                  </a:lnTo>
                  <a:lnTo>
                    <a:pt x="122555" y="790702"/>
                  </a:lnTo>
                  <a:lnTo>
                    <a:pt x="154559" y="756666"/>
                  </a:lnTo>
                  <a:lnTo>
                    <a:pt x="187706" y="734314"/>
                  </a:lnTo>
                  <a:lnTo>
                    <a:pt x="229489" y="723900"/>
                  </a:lnTo>
                  <a:lnTo>
                    <a:pt x="227711" y="685800"/>
                  </a:lnTo>
                  <a:lnTo>
                    <a:pt x="183388" y="694563"/>
                  </a:lnTo>
                  <a:lnTo>
                    <a:pt x="140589" y="718947"/>
                  </a:lnTo>
                  <a:lnTo>
                    <a:pt x="111252" y="745617"/>
                  </a:lnTo>
                  <a:lnTo>
                    <a:pt x="84582" y="777875"/>
                  </a:lnTo>
                  <a:lnTo>
                    <a:pt x="53848" y="828421"/>
                  </a:lnTo>
                  <a:lnTo>
                    <a:pt x="28829" y="886206"/>
                  </a:lnTo>
                  <a:lnTo>
                    <a:pt x="10922" y="949071"/>
                  </a:lnTo>
                  <a:lnTo>
                    <a:pt x="2794" y="998728"/>
                  </a:lnTo>
                  <a:lnTo>
                    <a:pt x="0" y="1049020"/>
                  </a:lnTo>
                  <a:lnTo>
                    <a:pt x="635" y="1066165"/>
                  </a:lnTo>
                  <a:lnTo>
                    <a:pt x="8509" y="1117600"/>
                  </a:lnTo>
                  <a:lnTo>
                    <a:pt x="25400" y="1167638"/>
                  </a:lnTo>
                  <a:lnTo>
                    <a:pt x="50165" y="1215136"/>
                  </a:lnTo>
                  <a:lnTo>
                    <a:pt x="81407" y="1259459"/>
                  </a:lnTo>
                  <a:lnTo>
                    <a:pt x="118872" y="1299718"/>
                  </a:lnTo>
                  <a:lnTo>
                    <a:pt x="161036" y="1335278"/>
                  </a:lnTo>
                  <a:lnTo>
                    <a:pt x="207264" y="1365123"/>
                  </a:lnTo>
                  <a:lnTo>
                    <a:pt x="256794" y="1388491"/>
                  </a:lnTo>
                  <a:lnTo>
                    <a:pt x="257810" y="1388999"/>
                  </a:lnTo>
                  <a:lnTo>
                    <a:pt x="258826" y="1389253"/>
                  </a:lnTo>
                  <a:lnTo>
                    <a:pt x="265290" y="1390713"/>
                  </a:lnTo>
                  <a:lnTo>
                    <a:pt x="258064" y="1428750"/>
                  </a:lnTo>
                  <a:lnTo>
                    <a:pt x="377863" y="1394714"/>
                  </a:lnTo>
                  <a:lnTo>
                    <a:pt x="381000" y="1393825"/>
                  </a:lnTo>
                  <a:close/>
                </a:path>
                <a:path w="5372100" h="1428750">
                  <a:moveTo>
                    <a:pt x="5372100" y="362331"/>
                  </a:moveTo>
                  <a:lnTo>
                    <a:pt x="5369306" y="311404"/>
                  </a:lnTo>
                  <a:lnTo>
                    <a:pt x="5361178" y="262001"/>
                  </a:lnTo>
                  <a:lnTo>
                    <a:pt x="5343271" y="199390"/>
                  </a:lnTo>
                  <a:lnTo>
                    <a:pt x="5318252" y="141986"/>
                  </a:lnTo>
                  <a:lnTo>
                    <a:pt x="5287391" y="91694"/>
                  </a:lnTo>
                  <a:lnTo>
                    <a:pt x="5260848" y="59436"/>
                  </a:lnTo>
                  <a:lnTo>
                    <a:pt x="5231384" y="32893"/>
                  </a:lnTo>
                  <a:lnTo>
                    <a:pt x="5188712" y="8763"/>
                  </a:lnTo>
                  <a:lnTo>
                    <a:pt x="5144389" y="0"/>
                  </a:lnTo>
                  <a:lnTo>
                    <a:pt x="5142611" y="38100"/>
                  </a:lnTo>
                  <a:lnTo>
                    <a:pt x="5152390" y="38608"/>
                  </a:lnTo>
                  <a:lnTo>
                    <a:pt x="5160137" y="39878"/>
                  </a:lnTo>
                  <a:lnTo>
                    <a:pt x="5200904" y="58039"/>
                  </a:lnTo>
                  <a:lnTo>
                    <a:pt x="5233797" y="86233"/>
                  </a:lnTo>
                  <a:lnTo>
                    <a:pt x="5271770" y="136779"/>
                  </a:lnTo>
                  <a:lnTo>
                    <a:pt x="5297170" y="186309"/>
                  </a:lnTo>
                  <a:lnTo>
                    <a:pt x="5316855" y="241808"/>
                  </a:lnTo>
                  <a:lnTo>
                    <a:pt x="5329682" y="301498"/>
                  </a:lnTo>
                  <a:lnTo>
                    <a:pt x="5333746" y="346964"/>
                  </a:lnTo>
                  <a:lnTo>
                    <a:pt x="5333962" y="360756"/>
                  </a:lnTo>
                  <a:lnTo>
                    <a:pt x="5334127" y="359537"/>
                  </a:lnTo>
                  <a:lnTo>
                    <a:pt x="5334000" y="362331"/>
                  </a:lnTo>
                  <a:lnTo>
                    <a:pt x="5333962" y="360756"/>
                  </a:lnTo>
                  <a:lnTo>
                    <a:pt x="5333416" y="365112"/>
                  </a:lnTo>
                  <a:lnTo>
                    <a:pt x="5305933" y="394716"/>
                  </a:lnTo>
                  <a:lnTo>
                    <a:pt x="5265547" y="416687"/>
                  </a:lnTo>
                  <a:lnTo>
                    <a:pt x="5229098" y="431800"/>
                  </a:lnTo>
                  <a:lnTo>
                    <a:pt x="5185537" y="446913"/>
                  </a:lnTo>
                  <a:lnTo>
                    <a:pt x="5135118" y="461899"/>
                  </a:lnTo>
                  <a:lnTo>
                    <a:pt x="5078222" y="476885"/>
                  </a:lnTo>
                  <a:lnTo>
                    <a:pt x="4981448" y="498856"/>
                  </a:lnTo>
                  <a:lnTo>
                    <a:pt x="4909820" y="513080"/>
                  </a:lnTo>
                  <a:lnTo>
                    <a:pt x="4832858" y="527050"/>
                  </a:lnTo>
                  <a:lnTo>
                    <a:pt x="4750562" y="540639"/>
                  </a:lnTo>
                  <a:lnTo>
                    <a:pt x="4663440" y="553847"/>
                  </a:lnTo>
                  <a:lnTo>
                    <a:pt x="4571619" y="566547"/>
                  </a:lnTo>
                  <a:lnTo>
                    <a:pt x="4475607" y="578739"/>
                  </a:lnTo>
                  <a:lnTo>
                    <a:pt x="4271137" y="601853"/>
                  </a:lnTo>
                  <a:lnTo>
                    <a:pt x="4052316" y="622681"/>
                  </a:lnTo>
                  <a:lnTo>
                    <a:pt x="3821176" y="640842"/>
                  </a:lnTo>
                  <a:lnTo>
                    <a:pt x="3579749" y="656463"/>
                  </a:lnTo>
                  <a:lnTo>
                    <a:pt x="3330194" y="668909"/>
                  </a:lnTo>
                  <a:lnTo>
                    <a:pt x="3074416" y="678053"/>
                  </a:lnTo>
                  <a:lnTo>
                    <a:pt x="2814447" y="683768"/>
                  </a:lnTo>
                  <a:lnTo>
                    <a:pt x="2666860" y="684898"/>
                  </a:lnTo>
                  <a:lnTo>
                    <a:pt x="2666619" y="646811"/>
                  </a:lnTo>
                  <a:lnTo>
                    <a:pt x="2552700" y="704850"/>
                  </a:lnTo>
                  <a:lnTo>
                    <a:pt x="2667381" y="761111"/>
                  </a:lnTo>
                  <a:lnTo>
                    <a:pt x="2667127" y="723138"/>
                  </a:lnTo>
                  <a:lnTo>
                    <a:pt x="2667114" y="722998"/>
                  </a:lnTo>
                  <a:lnTo>
                    <a:pt x="2815336" y="721868"/>
                  </a:lnTo>
                  <a:lnTo>
                    <a:pt x="3075686" y="716153"/>
                  </a:lnTo>
                  <a:lnTo>
                    <a:pt x="3331972" y="706882"/>
                  </a:lnTo>
                  <a:lnTo>
                    <a:pt x="3582035" y="694436"/>
                  </a:lnTo>
                  <a:lnTo>
                    <a:pt x="3824097" y="678942"/>
                  </a:lnTo>
                  <a:lnTo>
                    <a:pt x="4055745" y="660527"/>
                  </a:lnTo>
                  <a:lnTo>
                    <a:pt x="4275201" y="639699"/>
                  </a:lnTo>
                  <a:lnTo>
                    <a:pt x="4480433" y="616585"/>
                  </a:lnTo>
                  <a:lnTo>
                    <a:pt x="4576953" y="604266"/>
                  </a:lnTo>
                  <a:lnTo>
                    <a:pt x="4669155" y="591439"/>
                  </a:lnTo>
                  <a:lnTo>
                    <a:pt x="4756785" y="578231"/>
                  </a:lnTo>
                  <a:lnTo>
                    <a:pt x="4839589" y="564515"/>
                  </a:lnTo>
                  <a:lnTo>
                    <a:pt x="4917313" y="550418"/>
                  </a:lnTo>
                  <a:lnTo>
                    <a:pt x="4989703" y="536067"/>
                  </a:lnTo>
                  <a:lnTo>
                    <a:pt x="5056378" y="521335"/>
                  </a:lnTo>
                  <a:lnTo>
                    <a:pt x="5117338" y="506222"/>
                  </a:lnTo>
                  <a:lnTo>
                    <a:pt x="5172329" y="490855"/>
                  </a:lnTo>
                  <a:lnTo>
                    <a:pt x="5221224" y="475234"/>
                  </a:lnTo>
                  <a:lnTo>
                    <a:pt x="5263388" y="459105"/>
                  </a:lnTo>
                  <a:lnTo>
                    <a:pt x="5299329" y="442595"/>
                  </a:lnTo>
                  <a:lnTo>
                    <a:pt x="5340858" y="416179"/>
                  </a:lnTo>
                  <a:lnTo>
                    <a:pt x="5358257" y="398653"/>
                  </a:lnTo>
                  <a:lnTo>
                    <a:pt x="5359019" y="397891"/>
                  </a:lnTo>
                  <a:lnTo>
                    <a:pt x="5359654" y="397002"/>
                  </a:lnTo>
                  <a:lnTo>
                    <a:pt x="5360162" y="396113"/>
                  </a:lnTo>
                  <a:lnTo>
                    <a:pt x="5365115" y="388112"/>
                  </a:lnTo>
                  <a:lnTo>
                    <a:pt x="5365750" y="386969"/>
                  </a:lnTo>
                  <a:lnTo>
                    <a:pt x="5366385" y="385953"/>
                  </a:lnTo>
                  <a:lnTo>
                    <a:pt x="5366766" y="384810"/>
                  </a:lnTo>
                  <a:lnTo>
                    <a:pt x="5370030" y="376047"/>
                  </a:lnTo>
                  <a:lnTo>
                    <a:pt x="5370322" y="375285"/>
                  </a:lnTo>
                  <a:lnTo>
                    <a:pt x="5370703" y="373888"/>
                  </a:lnTo>
                  <a:lnTo>
                    <a:pt x="5371516" y="367538"/>
                  </a:lnTo>
                  <a:lnTo>
                    <a:pt x="5372100" y="363474"/>
                  </a:lnTo>
                  <a:lnTo>
                    <a:pt x="5372100" y="363220"/>
                  </a:lnTo>
                  <a:lnTo>
                    <a:pt x="5372100" y="362331"/>
                  </a:lnTo>
                  <a:close/>
                </a:path>
              </a:pathLst>
            </a:custGeom>
            <a:solidFill>
              <a:srgbClr val="F92B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31841" y="5095494"/>
              <a:ext cx="1905000" cy="454659"/>
            </a:xfrm>
            <a:custGeom>
              <a:avLst/>
              <a:gdLst/>
              <a:ahLst/>
              <a:cxnLst/>
              <a:rect l="l" t="t" r="r" b="b"/>
              <a:pathLst>
                <a:path w="1905000" h="454660">
                  <a:moveTo>
                    <a:pt x="0" y="454151"/>
                  </a:moveTo>
                  <a:lnTo>
                    <a:pt x="1905000" y="454151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454151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44242" y="3402547"/>
            <a:ext cx="5855335" cy="2087245"/>
          </a:xfrm>
          <a:prstGeom prst="rect">
            <a:avLst/>
          </a:prstGeom>
        </p:spPr>
        <p:txBody>
          <a:bodyPr vert="horz" wrap="square" lIns="0" tIns="211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5"/>
              </a:spcBef>
            </a:pPr>
            <a:r>
              <a:rPr sz="3200" spc="-195" dirty="0">
                <a:latin typeface="Trebuchet MS"/>
                <a:cs typeface="Trebuchet MS"/>
              </a:rPr>
              <a:t>Executable(mach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240" dirty="0">
                <a:latin typeface="Trebuchet MS"/>
                <a:cs typeface="Trebuchet MS"/>
              </a:rPr>
              <a:t>lang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pgm):</a:t>
            </a:r>
            <a:r>
              <a:rPr sz="3200" spc="-415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a.out</a:t>
            </a:r>
            <a:endParaRPr sz="3200">
              <a:latin typeface="Courier New"/>
              <a:cs typeface="Courier New"/>
            </a:endParaRPr>
          </a:p>
          <a:p>
            <a:pPr marL="2639060" marR="1806575" indent="158115">
              <a:lnSpc>
                <a:spcPts val="5430"/>
              </a:lnSpc>
              <a:spcBef>
                <a:spcPts val="215"/>
              </a:spcBef>
            </a:pPr>
            <a:r>
              <a:rPr sz="3200" spc="-114" dirty="0">
                <a:solidFill>
                  <a:srgbClr val="DE468E"/>
                </a:solidFill>
                <a:latin typeface="Trebuchet MS"/>
                <a:cs typeface="Trebuchet MS"/>
              </a:rPr>
              <a:t>Loader </a:t>
            </a:r>
            <a:r>
              <a:rPr sz="3200" spc="-950" dirty="0">
                <a:solidFill>
                  <a:srgbClr val="DE468E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Memo</a:t>
            </a:r>
            <a:r>
              <a:rPr sz="3200" spc="70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26792" y="2253995"/>
            <a:ext cx="6896100" cy="492759"/>
            <a:chOff x="2526792" y="2253995"/>
            <a:chExt cx="6896100" cy="492759"/>
          </a:xfrm>
        </p:grpSpPr>
        <p:sp>
          <p:nvSpPr>
            <p:cNvPr id="20" name="object 20"/>
            <p:cNvSpPr/>
            <p:nvPr/>
          </p:nvSpPr>
          <p:spPr>
            <a:xfrm>
              <a:off x="2545842" y="2273045"/>
              <a:ext cx="6858000" cy="454659"/>
            </a:xfrm>
            <a:custGeom>
              <a:avLst/>
              <a:gdLst/>
              <a:ahLst/>
              <a:cxnLst/>
              <a:rect l="l" t="t" r="r" b="b"/>
              <a:pathLst>
                <a:path w="6858000" h="454660">
                  <a:moveTo>
                    <a:pt x="6858000" y="0"/>
                  </a:moveTo>
                  <a:lnTo>
                    <a:pt x="0" y="0"/>
                  </a:lnTo>
                  <a:lnTo>
                    <a:pt x="0" y="454151"/>
                  </a:lnTo>
                  <a:lnTo>
                    <a:pt x="6858000" y="454151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45842" y="2273045"/>
              <a:ext cx="6858000" cy="454659"/>
            </a:xfrm>
            <a:custGeom>
              <a:avLst/>
              <a:gdLst/>
              <a:ahLst/>
              <a:cxnLst/>
              <a:rect l="l" t="t" r="r" b="b"/>
              <a:pathLst>
                <a:path w="6858000" h="454660">
                  <a:moveTo>
                    <a:pt x="0" y="454151"/>
                  </a:moveTo>
                  <a:lnTo>
                    <a:pt x="6858000" y="454151"/>
                  </a:lnTo>
                  <a:lnTo>
                    <a:pt x="6858000" y="0"/>
                  </a:lnTo>
                  <a:lnTo>
                    <a:pt x="0" y="0"/>
                  </a:lnTo>
                  <a:lnTo>
                    <a:pt x="0" y="4541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596642" y="1238250"/>
            <a:ext cx="5767070" cy="1428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34670" algn="ctr">
              <a:lnSpc>
                <a:spcPct val="100000"/>
              </a:lnSpc>
              <a:spcBef>
                <a:spcPts val="105"/>
              </a:spcBef>
            </a:pPr>
            <a:r>
              <a:rPr sz="3200" spc="-75" dirty="0">
                <a:solidFill>
                  <a:srgbClr val="DE468E"/>
                </a:solidFill>
                <a:latin typeface="Trebuchet MS"/>
                <a:cs typeface="Trebuchet MS"/>
              </a:rPr>
              <a:t>Compiler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160" dirty="0">
                <a:latin typeface="Trebuchet MS"/>
                <a:cs typeface="Trebuchet MS"/>
              </a:rPr>
              <a:t>O</a:t>
            </a:r>
            <a:r>
              <a:rPr sz="3200" spc="140" dirty="0">
                <a:latin typeface="Trebuchet MS"/>
                <a:cs typeface="Trebuchet MS"/>
              </a:rPr>
              <a:t>b</a:t>
            </a:r>
            <a:r>
              <a:rPr sz="3200" spc="-285" dirty="0">
                <a:latin typeface="Trebuchet MS"/>
                <a:cs typeface="Trebuchet MS"/>
              </a:rPr>
              <a:t>je</a:t>
            </a:r>
            <a:r>
              <a:rPr sz="3200" spc="-300" dirty="0">
                <a:latin typeface="Trebuchet MS"/>
                <a:cs typeface="Trebuchet MS"/>
              </a:rPr>
              <a:t>c</a:t>
            </a:r>
            <a:r>
              <a:rPr sz="3200" spc="-200" dirty="0">
                <a:latin typeface="Trebuchet MS"/>
                <a:cs typeface="Trebuchet MS"/>
              </a:rPr>
              <a:t>t(mac</a:t>
            </a:r>
            <a:r>
              <a:rPr sz="3200" spc="-204" dirty="0">
                <a:latin typeface="Trebuchet MS"/>
                <a:cs typeface="Trebuchet MS"/>
              </a:rPr>
              <a:t>h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lan</a:t>
            </a:r>
            <a:r>
              <a:rPr sz="3200" spc="-254" dirty="0">
                <a:latin typeface="Trebuchet MS"/>
                <a:cs typeface="Trebuchet MS"/>
              </a:rPr>
              <a:t>g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module):</a:t>
            </a:r>
            <a:r>
              <a:rPr sz="3200" spc="-425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ABC.o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75142" y="3111245"/>
            <a:ext cx="1409700" cy="454659"/>
          </a:xfrm>
          <a:custGeom>
            <a:avLst/>
            <a:gdLst/>
            <a:ahLst/>
            <a:cxnLst/>
            <a:rect l="l" t="t" r="r" b="b"/>
            <a:pathLst>
              <a:path w="1409700" h="454660">
                <a:moveTo>
                  <a:pt x="0" y="454151"/>
                </a:moveTo>
                <a:lnTo>
                  <a:pt x="1409700" y="454151"/>
                </a:lnTo>
                <a:lnTo>
                  <a:pt x="1409700" y="0"/>
                </a:lnTo>
                <a:lnTo>
                  <a:pt x="0" y="0"/>
                </a:lnTo>
                <a:lnTo>
                  <a:pt x="0" y="454151"/>
                </a:lnTo>
                <a:close/>
              </a:path>
            </a:pathLst>
          </a:custGeom>
          <a:ln w="38100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426957" y="2991104"/>
            <a:ext cx="12465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3333CC"/>
                </a:solidFill>
                <a:latin typeface="Courier New"/>
                <a:cs typeface="Courier New"/>
              </a:rPr>
              <a:t>lib.o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965442" y="3282696"/>
            <a:ext cx="1358265" cy="114300"/>
          </a:xfrm>
          <a:custGeom>
            <a:avLst/>
            <a:gdLst/>
            <a:ahLst/>
            <a:cxnLst/>
            <a:rect l="l" t="t" r="r" b="b"/>
            <a:pathLst>
              <a:path w="1358265" h="114300">
                <a:moveTo>
                  <a:pt x="1357883" y="38100"/>
                </a:moveTo>
                <a:lnTo>
                  <a:pt x="1205483" y="38100"/>
                </a:lnTo>
                <a:lnTo>
                  <a:pt x="1205483" y="76200"/>
                </a:lnTo>
                <a:lnTo>
                  <a:pt x="1357883" y="76200"/>
                </a:lnTo>
                <a:lnTo>
                  <a:pt x="1357883" y="38100"/>
                </a:lnTo>
                <a:close/>
              </a:path>
              <a:path w="1358265" h="114300">
                <a:moveTo>
                  <a:pt x="1091183" y="38100"/>
                </a:moveTo>
                <a:lnTo>
                  <a:pt x="938783" y="38100"/>
                </a:lnTo>
                <a:lnTo>
                  <a:pt x="938783" y="76200"/>
                </a:lnTo>
                <a:lnTo>
                  <a:pt x="1091183" y="76200"/>
                </a:lnTo>
                <a:lnTo>
                  <a:pt x="1091183" y="38100"/>
                </a:lnTo>
                <a:close/>
              </a:path>
              <a:path w="1358265" h="114300">
                <a:moveTo>
                  <a:pt x="824483" y="38100"/>
                </a:moveTo>
                <a:lnTo>
                  <a:pt x="672083" y="38100"/>
                </a:lnTo>
                <a:lnTo>
                  <a:pt x="672083" y="76200"/>
                </a:lnTo>
                <a:lnTo>
                  <a:pt x="824483" y="76200"/>
                </a:lnTo>
                <a:lnTo>
                  <a:pt x="824483" y="38100"/>
                </a:lnTo>
                <a:close/>
              </a:path>
              <a:path w="1358265" h="114300">
                <a:moveTo>
                  <a:pt x="557783" y="38100"/>
                </a:moveTo>
                <a:lnTo>
                  <a:pt x="405383" y="38100"/>
                </a:lnTo>
                <a:lnTo>
                  <a:pt x="405383" y="76200"/>
                </a:lnTo>
                <a:lnTo>
                  <a:pt x="557783" y="76200"/>
                </a:lnTo>
                <a:lnTo>
                  <a:pt x="557783" y="38100"/>
                </a:lnTo>
                <a:close/>
              </a:path>
              <a:path w="1358265" h="114300">
                <a:moveTo>
                  <a:pt x="291083" y="38100"/>
                </a:moveTo>
                <a:lnTo>
                  <a:pt x="138683" y="38100"/>
                </a:lnTo>
                <a:lnTo>
                  <a:pt x="138683" y="76200"/>
                </a:lnTo>
                <a:lnTo>
                  <a:pt x="291083" y="76200"/>
                </a:lnTo>
                <a:lnTo>
                  <a:pt x="291083" y="38100"/>
                </a:lnTo>
                <a:close/>
              </a:path>
              <a:path w="135826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586718" y="5511947"/>
            <a:ext cx="254000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60"/>
              </a:lnSpc>
            </a:pPr>
            <a:fld id="{81D60167-4931-47E6-BA6A-407CBD079E47}" type="slidenum">
              <a:rPr sz="2800" spc="-75" dirty="0">
                <a:solidFill>
                  <a:srgbClr val="B71E42"/>
                </a:solidFill>
                <a:latin typeface="Trebuchet MS"/>
                <a:cs typeface="Trebuchet MS"/>
              </a:rPr>
              <a:pPr marL="38100">
                <a:lnSpc>
                  <a:spcPts val="3260"/>
                </a:lnSpc>
              </a:pPr>
              <a:t>4</a:t>
            </a:fld>
            <a:endParaRPr sz="2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CEC4BD3F-8CA8-4C07-B00B-85E2332E001C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51314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>
                <a:solidFill>
                  <a:srgbClr val="000000"/>
                </a:solidFill>
              </a:rPr>
              <a:t>L</a:t>
            </a:r>
            <a:r>
              <a:rPr spc="345" dirty="0">
                <a:solidFill>
                  <a:srgbClr val="000000"/>
                </a:solidFill>
              </a:rPr>
              <a:t>O</a:t>
            </a:r>
            <a:r>
              <a:rPr spc="114" dirty="0">
                <a:solidFill>
                  <a:srgbClr val="000000"/>
                </a:solidFill>
              </a:rPr>
              <a:t>ADERS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:</a:t>
            </a:r>
            <a:r>
              <a:rPr spc="-395" dirty="0">
                <a:solidFill>
                  <a:srgbClr val="000000"/>
                </a:solidFill>
              </a:rPr>
              <a:t> </a:t>
            </a:r>
            <a:r>
              <a:rPr spc="135" dirty="0">
                <a:solidFill>
                  <a:srgbClr val="000000"/>
                </a:solidFill>
              </a:rPr>
              <a:t>IN</a:t>
            </a:r>
            <a:r>
              <a:rPr spc="155" dirty="0">
                <a:solidFill>
                  <a:srgbClr val="000000"/>
                </a:solidFill>
              </a:rPr>
              <a:t>T</a:t>
            </a:r>
            <a:r>
              <a:rPr spc="-130" dirty="0">
                <a:solidFill>
                  <a:srgbClr val="000000"/>
                </a:solidFill>
              </a:rPr>
              <a:t>R</a:t>
            </a:r>
            <a:r>
              <a:rPr spc="310" dirty="0">
                <a:solidFill>
                  <a:srgbClr val="000000"/>
                </a:solidFill>
              </a:rPr>
              <a:t>ODUC</a:t>
            </a:r>
            <a:r>
              <a:rPr spc="275" dirty="0">
                <a:solidFill>
                  <a:srgbClr val="000000"/>
                </a:solidFill>
              </a:rPr>
              <a:t>T</a:t>
            </a:r>
            <a:r>
              <a:rPr spc="285" dirty="0">
                <a:solidFill>
                  <a:srgbClr val="000000"/>
                </a:solidFill>
              </a:rPr>
              <a:t>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30477" y="1631902"/>
            <a:ext cx="9265285" cy="3023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633095" indent="-228600" algn="just">
              <a:lnSpc>
                <a:spcPct val="150000"/>
              </a:lnSpc>
              <a:spcBef>
                <a:spcPts val="95"/>
              </a:spcBef>
              <a:buClr>
                <a:srgbClr val="B71E42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spc="-60" dirty="0">
                <a:latin typeface="Trebuchet MS"/>
                <a:cs typeface="Trebuchet MS"/>
              </a:rPr>
              <a:t>The </a:t>
            </a:r>
            <a:r>
              <a:rPr sz="2000" spc="-65" dirty="0">
                <a:latin typeface="Trebuchet MS"/>
                <a:cs typeface="Trebuchet MS"/>
              </a:rPr>
              <a:t>source </a:t>
            </a:r>
            <a:r>
              <a:rPr sz="2000" spc="-85" dirty="0">
                <a:latin typeface="Trebuchet MS"/>
                <a:cs typeface="Trebuchet MS"/>
              </a:rPr>
              <a:t>program </a:t>
            </a:r>
            <a:r>
              <a:rPr sz="2000" spc="-90" dirty="0">
                <a:latin typeface="Trebuchet MS"/>
                <a:cs typeface="Trebuchet MS"/>
              </a:rPr>
              <a:t>is converted </a:t>
            </a:r>
            <a:r>
              <a:rPr sz="2000" spc="-50" dirty="0">
                <a:latin typeface="Trebuchet MS"/>
                <a:cs typeface="Trebuchet MS"/>
              </a:rPr>
              <a:t>to </a:t>
            </a:r>
            <a:r>
              <a:rPr sz="2000" spc="-125" dirty="0">
                <a:latin typeface="Trebuchet MS"/>
                <a:cs typeface="Trebuchet MS"/>
              </a:rPr>
              <a:t>object </a:t>
            </a:r>
            <a:r>
              <a:rPr sz="2000" spc="-85" dirty="0">
                <a:latin typeface="Trebuchet MS"/>
                <a:cs typeface="Trebuchet MS"/>
              </a:rPr>
              <a:t>program </a:t>
            </a:r>
            <a:r>
              <a:rPr sz="2000" spc="-125" dirty="0">
                <a:latin typeface="Trebuchet MS"/>
                <a:cs typeface="Trebuchet MS"/>
              </a:rPr>
              <a:t>by </a:t>
            </a:r>
            <a:r>
              <a:rPr sz="2000" spc="-114" dirty="0">
                <a:latin typeface="Trebuchet MS"/>
                <a:cs typeface="Trebuchet MS"/>
              </a:rPr>
              <a:t>assembler.The </a:t>
            </a:r>
            <a:r>
              <a:rPr sz="2000" spc="-95" dirty="0">
                <a:latin typeface="Trebuchet MS"/>
                <a:cs typeface="Trebuchet MS"/>
              </a:rPr>
              <a:t>loader </a:t>
            </a:r>
            <a:r>
              <a:rPr sz="2000" spc="-90" dirty="0">
                <a:latin typeface="Trebuchet MS"/>
                <a:cs typeface="Trebuchet MS"/>
              </a:rPr>
              <a:t>is </a:t>
            </a:r>
            <a:r>
              <a:rPr sz="2000" spc="-200" dirty="0">
                <a:latin typeface="Trebuchet MS"/>
                <a:cs typeface="Trebuchet MS"/>
              </a:rPr>
              <a:t>a 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 </a:t>
            </a:r>
            <a:r>
              <a:rPr sz="2000" spc="-100" dirty="0">
                <a:latin typeface="Trebuchet MS"/>
                <a:cs typeface="Trebuchet MS"/>
              </a:rPr>
              <a:t>which </a:t>
            </a:r>
            <a:r>
              <a:rPr sz="2000" spc="-120" dirty="0">
                <a:latin typeface="Trebuchet MS"/>
                <a:cs typeface="Trebuchet MS"/>
              </a:rPr>
              <a:t>takes </a:t>
            </a:r>
            <a:r>
              <a:rPr sz="2000" spc="-100" dirty="0">
                <a:latin typeface="Trebuchet MS"/>
                <a:cs typeface="Trebuchet MS"/>
              </a:rPr>
              <a:t>this </a:t>
            </a:r>
            <a:r>
              <a:rPr sz="2000" spc="-125" dirty="0">
                <a:latin typeface="Trebuchet MS"/>
                <a:cs typeface="Trebuchet MS"/>
              </a:rPr>
              <a:t>object </a:t>
            </a:r>
            <a:r>
              <a:rPr sz="2000" spc="-110" dirty="0">
                <a:latin typeface="Trebuchet MS"/>
                <a:cs typeface="Trebuchet MS"/>
              </a:rPr>
              <a:t>program, </a:t>
            </a:r>
            <a:r>
              <a:rPr sz="2000" spc="-95" dirty="0">
                <a:latin typeface="Trebuchet MS"/>
                <a:cs typeface="Trebuchet MS"/>
              </a:rPr>
              <a:t>prepares </a:t>
            </a:r>
            <a:r>
              <a:rPr sz="2000" spc="-135" dirty="0">
                <a:latin typeface="Trebuchet MS"/>
                <a:cs typeface="Trebuchet MS"/>
              </a:rPr>
              <a:t>it </a:t>
            </a:r>
            <a:r>
              <a:rPr sz="2000" spc="-75" dirty="0">
                <a:latin typeface="Trebuchet MS"/>
                <a:cs typeface="Trebuchet MS"/>
              </a:rPr>
              <a:t>for </a:t>
            </a:r>
            <a:r>
              <a:rPr sz="2000" spc="-114" dirty="0">
                <a:latin typeface="Trebuchet MS"/>
                <a:cs typeface="Trebuchet MS"/>
              </a:rPr>
              <a:t>execution, </a:t>
            </a:r>
            <a:r>
              <a:rPr sz="2000" spc="-130" dirty="0">
                <a:latin typeface="Trebuchet MS"/>
                <a:cs typeface="Trebuchet MS"/>
              </a:rPr>
              <a:t>and </a:t>
            </a:r>
            <a:r>
              <a:rPr sz="2000" spc="-95" dirty="0">
                <a:latin typeface="Trebuchet MS"/>
                <a:cs typeface="Trebuchet MS"/>
              </a:rPr>
              <a:t>loads </a:t>
            </a:r>
            <a:r>
              <a:rPr sz="2000" spc="-100" dirty="0">
                <a:latin typeface="Trebuchet MS"/>
                <a:cs typeface="Trebuchet MS"/>
              </a:rPr>
              <a:t>this </a:t>
            </a:r>
            <a:r>
              <a:rPr sz="2000" spc="-59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executable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code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source </a:t>
            </a:r>
            <a:r>
              <a:rPr sz="2000" spc="-80" dirty="0">
                <a:latin typeface="Trebuchet MS"/>
                <a:cs typeface="Trebuchet MS"/>
              </a:rPr>
              <a:t>into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memory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for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execution.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B71E42"/>
              </a:buClr>
              <a:buFont typeface="Arial MT"/>
              <a:buChar char="•"/>
            </a:pP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rebuchet MS"/>
                <a:cs typeface="Trebuchet MS"/>
              </a:rPr>
              <a:t>Definition</a:t>
            </a:r>
            <a:r>
              <a:rPr sz="2000" b="1" spc="-100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of</a:t>
            </a:r>
            <a:r>
              <a:rPr sz="2000" b="1" spc="-95" dirty="0">
                <a:latin typeface="Trebuchet MS"/>
                <a:cs typeface="Trebuchet MS"/>
              </a:rPr>
              <a:t> </a:t>
            </a:r>
            <a:r>
              <a:rPr sz="2000" b="1" spc="5" dirty="0">
                <a:latin typeface="Trebuchet MS"/>
                <a:cs typeface="Trebuchet MS"/>
              </a:rPr>
              <a:t>Loader:</a:t>
            </a:r>
            <a:endParaRPr sz="2000">
              <a:latin typeface="Trebuchet MS"/>
              <a:cs typeface="Trebuchet MS"/>
            </a:endParaRPr>
          </a:p>
          <a:p>
            <a:pPr marL="240665" marR="5080" indent="-228600">
              <a:lnSpc>
                <a:spcPct val="150000"/>
              </a:lnSpc>
              <a:spcBef>
                <a:spcPts val="101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75" dirty="0">
                <a:latin typeface="Trebuchet MS"/>
                <a:cs typeface="Trebuchet MS"/>
              </a:rPr>
              <a:t>Loader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i="1" spc="-185" dirty="0">
                <a:latin typeface="Trebuchet MS"/>
                <a:cs typeface="Trebuchet MS"/>
              </a:rPr>
              <a:t>system</a:t>
            </a:r>
            <a:r>
              <a:rPr sz="2000" i="1" spc="-55" dirty="0">
                <a:latin typeface="Trebuchet MS"/>
                <a:cs typeface="Trebuchet MS"/>
              </a:rPr>
              <a:t> </a:t>
            </a:r>
            <a:r>
              <a:rPr sz="2000" i="1" spc="-185" dirty="0">
                <a:latin typeface="Trebuchet MS"/>
                <a:cs typeface="Trebuchet MS"/>
              </a:rPr>
              <a:t>program</a:t>
            </a:r>
            <a:r>
              <a:rPr sz="2000" i="1" spc="-8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which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FF0000"/>
                </a:solidFill>
                <a:latin typeface="Trebuchet MS"/>
                <a:cs typeface="Trebuchet MS"/>
              </a:rPr>
              <a:t>takes</a:t>
            </a: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FF0000"/>
                </a:solidFill>
                <a:latin typeface="Trebuchet MS"/>
                <a:cs typeface="Trebuchet MS"/>
              </a:rPr>
              <a:t>object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FF0000"/>
                </a:solidFill>
                <a:latin typeface="Trebuchet MS"/>
                <a:cs typeface="Trebuchet MS"/>
              </a:rPr>
              <a:t>code</a:t>
            </a: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as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input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C00000"/>
                </a:solidFill>
                <a:latin typeface="Trebuchet MS"/>
                <a:cs typeface="Trebuchet MS"/>
              </a:rPr>
              <a:t>prepares</a:t>
            </a:r>
            <a:r>
              <a:rPr sz="2000" spc="-7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C00000"/>
                </a:solidFill>
                <a:latin typeface="Trebuchet MS"/>
                <a:cs typeface="Trebuchet MS"/>
              </a:rPr>
              <a:t>it</a:t>
            </a:r>
            <a:r>
              <a:rPr sz="2000" spc="-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C00000"/>
                </a:solidFill>
                <a:latin typeface="Trebuchet MS"/>
                <a:cs typeface="Trebuchet MS"/>
              </a:rPr>
              <a:t>for</a:t>
            </a:r>
            <a:r>
              <a:rPr sz="2000" spc="-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C00000"/>
                </a:solidFill>
                <a:latin typeface="Trebuchet MS"/>
                <a:cs typeface="Trebuchet MS"/>
              </a:rPr>
              <a:t>execution</a:t>
            </a:r>
            <a:r>
              <a:rPr sz="2000" spc="-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 </a:t>
            </a:r>
            <a:r>
              <a:rPr sz="2000" spc="-585" dirty="0"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00AF50"/>
                </a:solidFill>
                <a:latin typeface="Trebuchet MS"/>
                <a:cs typeface="Trebuchet MS"/>
              </a:rPr>
              <a:t>load</a:t>
            </a:r>
            <a:r>
              <a:rPr sz="2000" spc="-80" dirty="0">
                <a:solidFill>
                  <a:srgbClr val="00AF50"/>
                </a:solidFill>
                <a:latin typeface="Trebuchet MS"/>
                <a:cs typeface="Trebuchet MS"/>
              </a:rPr>
              <a:t>s</a:t>
            </a:r>
            <a:r>
              <a:rPr sz="2000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5" dirty="0">
                <a:latin typeface="Trebuchet MS"/>
                <a:cs typeface="Trebuchet MS"/>
              </a:rPr>
              <a:t>h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00AF50"/>
                </a:solidFill>
                <a:latin typeface="Trebuchet MS"/>
                <a:cs typeface="Trebuchet MS"/>
              </a:rPr>
              <a:t>e</a:t>
            </a:r>
            <a:r>
              <a:rPr sz="2000" spc="-120" dirty="0">
                <a:solidFill>
                  <a:srgbClr val="00AF50"/>
                </a:solidFill>
                <a:latin typeface="Trebuchet MS"/>
                <a:cs typeface="Trebuchet MS"/>
              </a:rPr>
              <a:t>x</a:t>
            </a:r>
            <a:r>
              <a:rPr sz="2000" spc="-125" dirty="0">
                <a:solidFill>
                  <a:srgbClr val="00AF50"/>
                </a:solidFill>
                <a:latin typeface="Trebuchet MS"/>
                <a:cs typeface="Trebuchet MS"/>
              </a:rPr>
              <a:t>ecu</a:t>
            </a:r>
            <a:r>
              <a:rPr sz="2000" spc="-90" dirty="0">
                <a:solidFill>
                  <a:srgbClr val="00AF50"/>
                </a:solidFill>
                <a:latin typeface="Trebuchet MS"/>
                <a:cs typeface="Trebuchet MS"/>
              </a:rPr>
              <a:t>t</a:t>
            </a:r>
            <a:r>
              <a:rPr sz="2000" spc="-185" dirty="0">
                <a:solidFill>
                  <a:srgbClr val="00AF50"/>
                </a:solidFill>
                <a:latin typeface="Trebuchet MS"/>
                <a:cs typeface="Trebuchet MS"/>
              </a:rPr>
              <a:t>ab</a:t>
            </a:r>
            <a:r>
              <a:rPr sz="2000" spc="-95" dirty="0">
                <a:solidFill>
                  <a:srgbClr val="00AF50"/>
                </a:solidFill>
                <a:latin typeface="Trebuchet MS"/>
                <a:cs typeface="Trebuchet MS"/>
              </a:rPr>
              <a:t>l</a:t>
            </a:r>
            <a:r>
              <a:rPr sz="2000" spc="-135" dirty="0">
                <a:solidFill>
                  <a:srgbClr val="00AF50"/>
                </a:solidFill>
                <a:latin typeface="Trebuchet MS"/>
                <a:cs typeface="Trebuchet MS"/>
              </a:rPr>
              <a:t>e</a:t>
            </a:r>
            <a:r>
              <a:rPr sz="2000" spc="-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00AF50"/>
                </a:solidFill>
                <a:latin typeface="Trebuchet MS"/>
                <a:cs typeface="Trebuchet MS"/>
              </a:rPr>
              <a:t>code</a:t>
            </a:r>
            <a:r>
              <a:rPr sz="2000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5" dirty="0">
                <a:latin typeface="Trebuchet MS"/>
                <a:cs typeface="Trebuchet MS"/>
              </a:rPr>
              <a:t>h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00AF50"/>
                </a:solidFill>
                <a:latin typeface="Trebuchet MS"/>
                <a:cs typeface="Trebuchet MS"/>
              </a:rPr>
              <a:t>memo</a:t>
            </a:r>
            <a:r>
              <a:rPr sz="2000" spc="20" dirty="0">
                <a:solidFill>
                  <a:srgbClr val="00AF50"/>
                </a:solidFill>
                <a:latin typeface="Trebuchet MS"/>
                <a:cs typeface="Trebuchet MS"/>
              </a:rPr>
              <a:t>r</a:t>
            </a:r>
            <a:r>
              <a:rPr sz="2000" spc="-270" dirty="0">
                <a:solidFill>
                  <a:srgbClr val="00AF50"/>
                </a:solidFill>
                <a:latin typeface="Trebuchet MS"/>
                <a:cs typeface="Trebuchet MS"/>
              </a:rPr>
              <a:t>y</a:t>
            </a:r>
            <a:r>
              <a:rPr sz="2000" spc="-295" dirty="0">
                <a:solidFill>
                  <a:srgbClr val="00AF50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00843" y="5703214"/>
            <a:ext cx="6064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888888"/>
                </a:solidFill>
                <a:latin typeface="Trebuchet MS"/>
                <a:cs typeface="Trebuchet MS"/>
              </a:rPr>
              <a:t>06</a:t>
            </a:r>
            <a:r>
              <a:rPr sz="1000" spc="-250" dirty="0">
                <a:solidFill>
                  <a:srgbClr val="888888"/>
                </a:solidFill>
                <a:latin typeface="Trebuchet MS"/>
                <a:cs typeface="Trebuchet MS"/>
              </a:rPr>
              <a:t>/</a:t>
            </a:r>
            <a:r>
              <a:rPr sz="1000" spc="-30" dirty="0">
                <a:solidFill>
                  <a:srgbClr val="888888"/>
                </a:solidFill>
                <a:latin typeface="Trebuchet MS"/>
                <a:cs typeface="Trebuchet MS"/>
              </a:rPr>
              <a:t>08</a:t>
            </a:r>
            <a:r>
              <a:rPr sz="1000" spc="-250" dirty="0">
                <a:solidFill>
                  <a:srgbClr val="888888"/>
                </a:solidFill>
                <a:latin typeface="Trebuchet MS"/>
                <a:cs typeface="Trebuchet MS"/>
              </a:rPr>
              <a:t>/</a:t>
            </a:r>
            <a:r>
              <a:rPr sz="1000" spc="-30" dirty="0">
                <a:solidFill>
                  <a:srgbClr val="888888"/>
                </a:solidFill>
                <a:latin typeface="Trebuchet MS"/>
                <a:cs typeface="Trebuchet MS"/>
              </a:rPr>
              <a:t>2021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12118" y="5486806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5" dirty="0">
                <a:solidFill>
                  <a:srgbClr val="B71E42"/>
                </a:solidFill>
                <a:latin typeface="Trebuchet MS"/>
                <a:cs typeface="Trebuchet MS"/>
              </a:rPr>
              <a:t>6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17570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>
                <a:solidFill>
                  <a:srgbClr val="000000"/>
                </a:solidFill>
              </a:rPr>
              <a:t>L</a:t>
            </a:r>
            <a:r>
              <a:rPr spc="345" dirty="0">
                <a:solidFill>
                  <a:srgbClr val="000000"/>
                </a:solidFill>
              </a:rPr>
              <a:t>O</a:t>
            </a:r>
            <a:r>
              <a:rPr spc="114" dirty="0">
                <a:solidFill>
                  <a:srgbClr val="000000"/>
                </a:solidFill>
              </a:rPr>
              <a:t>ADERS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81200" y="2060448"/>
            <a:ext cx="1905000" cy="1143000"/>
          </a:xfrm>
          <a:prstGeom prst="rect">
            <a:avLst/>
          </a:prstGeom>
          <a:solidFill>
            <a:srgbClr val="4B6D79"/>
          </a:solidFill>
          <a:ln w="1524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900">
              <a:latin typeface="Times New Roman"/>
              <a:cs typeface="Times New Roman"/>
            </a:endParaRPr>
          </a:p>
          <a:p>
            <a:pPr marL="20637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So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ce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ogram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0" y="2060448"/>
            <a:ext cx="2133600" cy="1143000"/>
          </a:xfrm>
          <a:prstGeom prst="rect">
            <a:avLst/>
          </a:prstGeom>
          <a:solidFill>
            <a:srgbClr val="4B6D79"/>
          </a:solidFill>
          <a:ln w="1524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900">
              <a:latin typeface="Times New Roman"/>
              <a:cs typeface="Times New Roman"/>
            </a:endParaRPr>
          </a:p>
          <a:p>
            <a:pPr marL="577215">
              <a:lnSpc>
                <a:spcPct val="100000"/>
              </a:lnSpc>
            </a:pP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Assembler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86600" y="2136648"/>
            <a:ext cx="1828800" cy="990600"/>
          </a:xfrm>
          <a:prstGeom prst="rect">
            <a:avLst/>
          </a:prstGeom>
          <a:solidFill>
            <a:srgbClr val="4B6D79"/>
          </a:solidFill>
          <a:ln w="15240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350">
              <a:latin typeface="Times New Roman"/>
              <a:cs typeface="Times New Roman"/>
            </a:endParaRPr>
          </a:p>
          <a:p>
            <a:pPr marL="168910">
              <a:lnSpc>
                <a:spcPct val="100000"/>
              </a:lnSpc>
            </a:pPr>
            <a:r>
              <a:rPr sz="1800" spc="254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-150" dirty="0">
                <a:solidFill>
                  <a:srgbClr val="FFFFFF"/>
                </a:solidFill>
                <a:latin typeface="Trebuchet MS"/>
                <a:cs typeface="Trebuchet MS"/>
              </a:rPr>
              <a:t>bje</a:t>
            </a:r>
            <a:r>
              <a:rPr sz="1800" spc="-14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P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ogram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86600" y="4270247"/>
            <a:ext cx="1905000" cy="1066800"/>
          </a:xfrm>
          <a:prstGeom prst="rect">
            <a:avLst/>
          </a:prstGeom>
          <a:solidFill>
            <a:srgbClr val="4B6D79"/>
          </a:solidFill>
          <a:ln w="1524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650">
              <a:latin typeface="Times New Roman"/>
              <a:cs typeface="Times New Roman"/>
            </a:endParaRPr>
          </a:p>
          <a:p>
            <a:pPr marL="626110">
              <a:lnSpc>
                <a:spcPct val="100000"/>
              </a:lnSpc>
            </a:pP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Loader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910828" y="2513076"/>
            <a:ext cx="466725" cy="2343150"/>
            <a:chOff x="8910828" y="2513076"/>
            <a:chExt cx="466725" cy="2343150"/>
          </a:xfrm>
        </p:grpSpPr>
        <p:sp>
          <p:nvSpPr>
            <p:cNvPr id="9" name="object 9"/>
            <p:cNvSpPr/>
            <p:nvPr/>
          </p:nvSpPr>
          <p:spPr>
            <a:xfrm>
              <a:off x="8915400" y="2517648"/>
              <a:ext cx="457200" cy="1905"/>
            </a:xfrm>
            <a:custGeom>
              <a:avLst/>
              <a:gdLst/>
              <a:ahLst/>
              <a:cxnLst/>
              <a:rect l="l" t="t" r="r" b="b"/>
              <a:pathLst>
                <a:path w="457200" h="1905">
                  <a:moveTo>
                    <a:pt x="0" y="0"/>
                  </a:moveTo>
                  <a:lnTo>
                    <a:pt x="457200" y="165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71076" y="2517648"/>
              <a:ext cx="1905" cy="2286000"/>
            </a:xfrm>
            <a:custGeom>
              <a:avLst/>
              <a:gdLst/>
              <a:ahLst/>
              <a:cxnLst/>
              <a:rect l="l" t="t" r="r" b="b"/>
              <a:pathLst>
                <a:path w="1904" h="2286000">
                  <a:moveTo>
                    <a:pt x="1650" y="0"/>
                  </a:moveTo>
                  <a:lnTo>
                    <a:pt x="0" y="2286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67800" y="4752467"/>
              <a:ext cx="304800" cy="103505"/>
            </a:xfrm>
            <a:custGeom>
              <a:avLst/>
              <a:gdLst/>
              <a:ahLst/>
              <a:cxnLst/>
              <a:rect l="l" t="t" r="r" b="b"/>
              <a:pathLst>
                <a:path w="304800" h="103504">
                  <a:moveTo>
                    <a:pt x="88900" y="0"/>
                  </a:moveTo>
                  <a:lnTo>
                    <a:pt x="85851" y="1650"/>
                  </a:lnTo>
                  <a:lnTo>
                    <a:pt x="0" y="51180"/>
                  </a:lnTo>
                  <a:lnTo>
                    <a:pt x="88392" y="103377"/>
                  </a:lnTo>
                  <a:lnTo>
                    <a:pt x="92201" y="102361"/>
                  </a:lnTo>
                  <a:lnTo>
                    <a:pt x="95757" y="96265"/>
                  </a:lnTo>
                  <a:lnTo>
                    <a:pt x="94742" y="92455"/>
                  </a:lnTo>
                  <a:lnTo>
                    <a:pt x="91821" y="90677"/>
                  </a:lnTo>
                  <a:lnTo>
                    <a:pt x="36138" y="57770"/>
                  </a:lnTo>
                  <a:lnTo>
                    <a:pt x="12573" y="57657"/>
                  </a:lnTo>
                  <a:lnTo>
                    <a:pt x="12573" y="44957"/>
                  </a:lnTo>
                  <a:lnTo>
                    <a:pt x="36238" y="44957"/>
                  </a:lnTo>
                  <a:lnTo>
                    <a:pt x="95250" y="10921"/>
                  </a:lnTo>
                  <a:lnTo>
                    <a:pt x="96266" y="7111"/>
                  </a:lnTo>
                  <a:lnTo>
                    <a:pt x="92709" y="1015"/>
                  </a:lnTo>
                  <a:lnTo>
                    <a:pt x="88900" y="0"/>
                  </a:lnTo>
                  <a:close/>
                </a:path>
                <a:path w="304800" h="103504">
                  <a:moveTo>
                    <a:pt x="36026" y="45080"/>
                  </a:moveTo>
                  <a:lnTo>
                    <a:pt x="25212" y="51313"/>
                  </a:lnTo>
                  <a:lnTo>
                    <a:pt x="36138" y="57770"/>
                  </a:lnTo>
                  <a:lnTo>
                    <a:pt x="304800" y="59054"/>
                  </a:lnTo>
                  <a:lnTo>
                    <a:pt x="304800" y="46481"/>
                  </a:lnTo>
                  <a:lnTo>
                    <a:pt x="36026" y="45080"/>
                  </a:lnTo>
                  <a:close/>
                </a:path>
                <a:path w="304800" h="103504">
                  <a:moveTo>
                    <a:pt x="12573" y="44957"/>
                  </a:moveTo>
                  <a:lnTo>
                    <a:pt x="12573" y="57657"/>
                  </a:lnTo>
                  <a:lnTo>
                    <a:pt x="36138" y="57770"/>
                  </a:lnTo>
                  <a:lnTo>
                    <a:pt x="34443" y="56768"/>
                  </a:lnTo>
                  <a:lnTo>
                    <a:pt x="15748" y="56768"/>
                  </a:lnTo>
                  <a:lnTo>
                    <a:pt x="15748" y="45719"/>
                  </a:lnTo>
                  <a:lnTo>
                    <a:pt x="34916" y="45719"/>
                  </a:lnTo>
                  <a:lnTo>
                    <a:pt x="36026" y="45080"/>
                  </a:lnTo>
                  <a:lnTo>
                    <a:pt x="12573" y="44957"/>
                  </a:lnTo>
                  <a:close/>
                </a:path>
                <a:path w="304800" h="103504">
                  <a:moveTo>
                    <a:pt x="15748" y="45719"/>
                  </a:moveTo>
                  <a:lnTo>
                    <a:pt x="15748" y="56768"/>
                  </a:lnTo>
                  <a:lnTo>
                    <a:pt x="25212" y="51313"/>
                  </a:lnTo>
                  <a:lnTo>
                    <a:pt x="15748" y="45719"/>
                  </a:lnTo>
                  <a:close/>
                </a:path>
                <a:path w="304800" h="103504">
                  <a:moveTo>
                    <a:pt x="25212" y="51313"/>
                  </a:moveTo>
                  <a:lnTo>
                    <a:pt x="15748" y="56768"/>
                  </a:lnTo>
                  <a:lnTo>
                    <a:pt x="34443" y="56768"/>
                  </a:lnTo>
                  <a:lnTo>
                    <a:pt x="25212" y="51313"/>
                  </a:lnTo>
                  <a:close/>
                </a:path>
                <a:path w="304800" h="103504">
                  <a:moveTo>
                    <a:pt x="34916" y="45719"/>
                  </a:moveTo>
                  <a:lnTo>
                    <a:pt x="15748" y="45719"/>
                  </a:lnTo>
                  <a:lnTo>
                    <a:pt x="25212" y="51313"/>
                  </a:lnTo>
                  <a:lnTo>
                    <a:pt x="34916" y="45719"/>
                  </a:lnTo>
                  <a:close/>
                </a:path>
                <a:path w="304800" h="103504">
                  <a:moveTo>
                    <a:pt x="36238" y="44957"/>
                  </a:moveTo>
                  <a:lnTo>
                    <a:pt x="12573" y="44957"/>
                  </a:lnTo>
                  <a:lnTo>
                    <a:pt x="36026" y="45080"/>
                  </a:lnTo>
                  <a:lnTo>
                    <a:pt x="36238" y="449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3886200" y="2581655"/>
            <a:ext cx="685800" cy="103505"/>
          </a:xfrm>
          <a:custGeom>
            <a:avLst/>
            <a:gdLst/>
            <a:ahLst/>
            <a:cxnLst/>
            <a:rect l="l" t="t" r="r" b="b"/>
            <a:pathLst>
              <a:path w="685800" h="103505">
                <a:moveTo>
                  <a:pt x="597280" y="0"/>
                </a:moveTo>
                <a:lnTo>
                  <a:pt x="593471" y="1016"/>
                </a:lnTo>
                <a:lnTo>
                  <a:pt x="591692" y="4064"/>
                </a:lnTo>
                <a:lnTo>
                  <a:pt x="589914" y="6985"/>
                </a:lnTo>
                <a:lnTo>
                  <a:pt x="590930" y="10922"/>
                </a:lnTo>
                <a:lnTo>
                  <a:pt x="649801" y="45412"/>
                </a:lnTo>
                <a:lnTo>
                  <a:pt x="673226" y="45466"/>
                </a:lnTo>
                <a:lnTo>
                  <a:pt x="673226" y="58166"/>
                </a:lnTo>
                <a:lnTo>
                  <a:pt x="649712" y="58166"/>
                </a:lnTo>
                <a:lnTo>
                  <a:pt x="593725" y="90678"/>
                </a:lnTo>
                <a:lnTo>
                  <a:pt x="590676" y="92329"/>
                </a:lnTo>
                <a:lnTo>
                  <a:pt x="589661" y="96266"/>
                </a:lnTo>
                <a:lnTo>
                  <a:pt x="593216" y="102362"/>
                </a:lnTo>
                <a:lnTo>
                  <a:pt x="597026" y="103378"/>
                </a:lnTo>
                <a:lnTo>
                  <a:pt x="674867" y="58166"/>
                </a:lnTo>
                <a:lnTo>
                  <a:pt x="673226" y="58166"/>
                </a:lnTo>
                <a:lnTo>
                  <a:pt x="674958" y="58112"/>
                </a:lnTo>
                <a:lnTo>
                  <a:pt x="685800" y="51816"/>
                </a:lnTo>
                <a:lnTo>
                  <a:pt x="597280" y="0"/>
                </a:lnTo>
                <a:close/>
              </a:path>
              <a:path w="685800" h="103505">
                <a:moveTo>
                  <a:pt x="660689" y="51791"/>
                </a:moveTo>
                <a:lnTo>
                  <a:pt x="649804" y="58112"/>
                </a:lnTo>
                <a:lnTo>
                  <a:pt x="673226" y="58166"/>
                </a:lnTo>
                <a:lnTo>
                  <a:pt x="673226" y="57277"/>
                </a:lnTo>
                <a:lnTo>
                  <a:pt x="670051" y="57277"/>
                </a:lnTo>
                <a:lnTo>
                  <a:pt x="660689" y="51791"/>
                </a:lnTo>
                <a:close/>
              </a:path>
              <a:path w="685800" h="103505">
                <a:moveTo>
                  <a:pt x="0" y="43942"/>
                </a:moveTo>
                <a:lnTo>
                  <a:pt x="0" y="56642"/>
                </a:lnTo>
                <a:lnTo>
                  <a:pt x="649804" y="58112"/>
                </a:lnTo>
                <a:lnTo>
                  <a:pt x="660689" y="51791"/>
                </a:lnTo>
                <a:lnTo>
                  <a:pt x="649801" y="45412"/>
                </a:lnTo>
                <a:lnTo>
                  <a:pt x="0" y="43942"/>
                </a:lnTo>
                <a:close/>
              </a:path>
              <a:path w="685800" h="103505">
                <a:moveTo>
                  <a:pt x="670051" y="46355"/>
                </a:moveTo>
                <a:lnTo>
                  <a:pt x="660689" y="51791"/>
                </a:lnTo>
                <a:lnTo>
                  <a:pt x="670051" y="57277"/>
                </a:lnTo>
                <a:lnTo>
                  <a:pt x="670051" y="46355"/>
                </a:lnTo>
                <a:close/>
              </a:path>
              <a:path w="685800" h="103505">
                <a:moveTo>
                  <a:pt x="673226" y="46355"/>
                </a:moveTo>
                <a:lnTo>
                  <a:pt x="670051" y="46355"/>
                </a:lnTo>
                <a:lnTo>
                  <a:pt x="670051" y="57277"/>
                </a:lnTo>
                <a:lnTo>
                  <a:pt x="673226" y="57277"/>
                </a:lnTo>
                <a:lnTo>
                  <a:pt x="673226" y="46355"/>
                </a:lnTo>
                <a:close/>
              </a:path>
              <a:path w="685800" h="103505">
                <a:moveTo>
                  <a:pt x="649801" y="45412"/>
                </a:moveTo>
                <a:lnTo>
                  <a:pt x="660689" y="51791"/>
                </a:lnTo>
                <a:lnTo>
                  <a:pt x="670051" y="46355"/>
                </a:lnTo>
                <a:lnTo>
                  <a:pt x="673226" y="46355"/>
                </a:lnTo>
                <a:lnTo>
                  <a:pt x="673226" y="45466"/>
                </a:lnTo>
                <a:lnTo>
                  <a:pt x="649801" y="454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05600" y="2581401"/>
            <a:ext cx="381000" cy="103505"/>
          </a:xfrm>
          <a:custGeom>
            <a:avLst/>
            <a:gdLst/>
            <a:ahLst/>
            <a:cxnLst/>
            <a:rect l="l" t="t" r="r" b="b"/>
            <a:pathLst>
              <a:path w="381000" h="103505">
                <a:moveTo>
                  <a:pt x="344963" y="58322"/>
                </a:moveTo>
                <a:lnTo>
                  <a:pt x="285876" y="92456"/>
                </a:lnTo>
                <a:lnTo>
                  <a:pt x="284733" y="96393"/>
                </a:lnTo>
                <a:lnTo>
                  <a:pt x="288290" y="102488"/>
                </a:lnTo>
                <a:lnTo>
                  <a:pt x="292226" y="103505"/>
                </a:lnTo>
                <a:lnTo>
                  <a:pt x="370040" y="58420"/>
                </a:lnTo>
                <a:lnTo>
                  <a:pt x="344963" y="58322"/>
                </a:lnTo>
                <a:close/>
              </a:path>
              <a:path w="381000" h="103505">
                <a:moveTo>
                  <a:pt x="355875" y="52022"/>
                </a:moveTo>
                <a:lnTo>
                  <a:pt x="344963" y="58322"/>
                </a:lnTo>
                <a:lnTo>
                  <a:pt x="368426" y="58420"/>
                </a:lnTo>
                <a:lnTo>
                  <a:pt x="368426" y="57531"/>
                </a:lnTo>
                <a:lnTo>
                  <a:pt x="365251" y="57531"/>
                </a:lnTo>
                <a:lnTo>
                  <a:pt x="355875" y="52022"/>
                </a:lnTo>
                <a:close/>
              </a:path>
              <a:path w="381000" h="103505">
                <a:moveTo>
                  <a:pt x="292607" y="0"/>
                </a:moveTo>
                <a:lnTo>
                  <a:pt x="288671" y="1015"/>
                </a:lnTo>
                <a:lnTo>
                  <a:pt x="285115" y="7112"/>
                </a:lnTo>
                <a:lnTo>
                  <a:pt x="286130" y="11049"/>
                </a:lnTo>
                <a:lnTo>
                  <a:pt x="344982" y="45623"/>
                </a:lnTo>
                <a:lnTo>
                  <a:pt x="368426" y="45720"/>
                </a:lnTo>
                <a:lnTo>
                  <a:pt x="368426" y="58420"/>
                </a:lnTo>
                <a:lnTo>
                  <a:pt x="370040" y="58420"/>
                </a:lnTo>
                <a:lnTo>
                  <a:pt x="381000" y="52070"/>
                </a:lnTo>
                <a:lnTo>
                  <a:pt x="295655" y="1905"/>
                </a:lnTo>
                <a:lnTo>
                  <a:pt x="292607" y="0"/>
                </a:lnTo>
                <a:close/>
              </a:path>
              <a:path w="381000" h="103505">
                <a:moveTo>
                  <a:pt x="0" y="44196"/>
                </a:moveTo>
                <a:lnTo>
                  <a:pt x="0" y="56896"/>
                </a:lnTo>
                <a:lnTo>
                  <a:pt x="344963" y="58322"/>
                </a:lnTo>
                <a:lnTo>
                  <a:pt x="355875" y="52022"/>
                </a:lnTo>
                <a:lnTo>
                  <a:pt x="344982" y="45623"/>
                </a:lnTo>
                <a:lnTo>
                  <a:pt x="0" y="44196"/>
                </a:lnTo>
                <a:close/>
              </a:path>
              <a:path w="381000" h="103505">
                <a:moveTo>
                  <a:pt x="365251" y="46609"/>
                </a:moveTo>
                <a:lnTo>
                  <a:pt x="355875" y="52022"/>
                </a:lnTo>
                <a:lnTo>
                  <a:pt x="365251" y="57531"/>
                </a:lnTo>
                <a:lnTo>
                  <a:pt x="365251" y="46609"/>
                </a:lnTo>
                <a:close/>
              </a:path>
              <a:path w="381000" h="103505">
                <a:moveTo>
                  <a:pt x="368426" y="46609"/>
                </a:moveTo>
                <a:lnTo>
                  <a:pt x="365251" y="46609"/>
                </a:lnTo>
                <a:lnTo>
                  <a:pt x="365251" y="57531"/>
                </a:lnTo>
                <a:lnTo>
                  <a:pt x="368426" y="57531"/>
                </a:lnTo>
                <a:lnTo>
                  <a:pt x="368426" y="46609"/>
                </a:lnTo>
                <a:close/>
              </a:path>
              <a:path w="381000" h="103505">
                <a:moveTo>
                  <a:pt x="344982" y="45623"/>
                </a:moveTo>
                <a:lnTo>
                  <a:pt x="355875" y="52022"/>
                </a:lnTo>
                <a:lnTo>
                  <a:pt x="365251" y="46609"/>
                </a:lnTo>
                <a:lnTo>
                  <a:pt x="368426" y="46609"/>
                </a:lnTo>
                <a:lnTo>
                  <a:pt x="368426" y="45720"/>
                </a:lnTo>
                <a:lnTo>
                  <a:pt x="344982" y="45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57600" y="4194047"/>
            <a:ext cx="2362200" cy="1447800"/>
          </a:xfrm>
          <a:prstGeom prst="rect">
            <a:avLst/>
          </a:prstGeom>
          <a:solidFill>
            <a:srgbClr val="4B6D79"/>
          </a:solidFill>
          <a:ln w="15240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150495" marR="132715" indent="-9525" algn="just">
              <a:lnSpc>
                <a:spcPct val="100000"/>
              </a:lnSpc>
            </a:pP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lace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obje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code  </a:t>
            </a: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800" spc="-13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Main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Mem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and  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nitiate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ecut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19800" y="4752085"/>
            <a:ext cx="1066800" cy="103505"/>
          </a:xfrm>
          <a:custGeom>
            <a:avLst/>
            <a:gdLst/>
            <a:ahLst/>
            <a:cxnLst/>
            <a:rect l="l" t="t" r="r" b="b"/>
            <a:pathLst>
              <a:path w="1066800" h="103504">
                <a:moveTo>
                  <a:pt x="88646" y="0"/>
                </a:moveTo>
                <a:lnTo>
                  <a:pt x="0" y="51562"/>
                </a:lnTo>
                <a:lnTo>
                  <a:pt x="88519" y="103377"/>
                </a:lnTo>
                <a:lnTo>
                  <a:pt x="92455" y="102362"/>
                </a:lnTo>
                <a:lnTo>
                  <a:pt x="96012" y="96265"/>
                </a:lnTo>
                <a:lnTo>
                  <a:pt x="94996" y="92456"/>
                </a:lnTo>
                <a:lnTo>
                  <a:pt x="35997" y="57945"/>
                </a:lnTo>
                <a:lnTo>
                  <a:pt x="12573" y="57912"/>
                </a:lnTo>
                <a:lnTo>
                  <a:pt x="12573" y="45212"/>
                </a:lnTo>
                <a:lnTo>
                  <a:pt x="36083" y="45212"/>
                </a:lnTo>
                <a:lnTo>
                  <a:pt x="95123" y="10921"/>
                </a:lnTo>
                <a:lnTo>
                  <a:pt x="96138" y="7112"/>
                </a:lnTo>
                <a:lnTo>
                  <a:pt x="92583" y="1015"/>
                </a:lnTo>
                <a:lnTo>
                  <a:pt x="88646" y="0"/>
                </a:lnTo>
                <a:close/>
              </a:path>
              <a:path w="1066800" h="103504">
                <a:moveTo>
                  <a:pt x="36020" y="45248"/>
                </a:moveTo>
                <a:lnTo>
                  <a:pt x="25117" y="51581"/>
                </a:lnTo>
                <a:lnTo>
                  <a:pt x="35997" y="57945"/>
                </a:lnTo>
                <a:lnTo>
                  <a:pt x="1066800" y="59436"/>
                </a:lnTo>
                <a:lnTo>
                  <a:pt x="1066800" y="46862"/>
                </a:lnTo>
                <a:lnTo>
                  <a:pt x="36020" y="45248"/>
                </a:lnTo>
                <a:close/>
              </a:path>
              <a:path w="1066800" h="103504">
                <a:moveTo>
                  <a:pt x="12573" y="45212"/>
                </a:moveTo>
                <a:lnTo>
                  <a:pt x="12573" y="57912"/>
                </a:lnTo>
                <a:lnTo>
                  <a:pt x="35997" y="57945"/>
                </a:lnTo>
                <a:lnTo>
                  <a:pt x="34420" y="57022"/>
                </a:lnTo>
                <a:lnTo>
                  <a:pt x="15748" y="57022"/>
                </a:lnTo>
                <a:lnTo>
                  <a:pt x="15748" y="46100"/>
                </a:lnTo>
                <a:lnTo>
                  <a:pt x="34553" y="46100"/>
                </a:lnTo>
                <a:lnTo>
                  <a:pt x="36020" y="45248"/>
                </a:lnTo>
                <a:lnTo>
                  <a:pt x="12573" y="45212"/>
                </a:lnTo>
                <a:close/>
              </a:path>
              <a:path w="1066800" h="103504">
                <a:moveTo>
                  <a:pt x="15748" y="46100"/>
                </a:moveTo>
                <a:lnTo>
                  <a:pt x="15748" y="57022"/>
                </a:lnTo>
                <a:lnTo>
                  <a:pt x="25117" y="51581"/>
                </a:lnTo>
                <a:lnTo>
                  <a:pt x="15748" y="46100"/>
                </a:lnTo>
                <a:close/>
              </a:path>
              <a:path w="1066800" h="103504">
                <a:moveTo>
                  <a:pt x="25117" y="51581"/>
                </a:moveTo>
                <a:lnTo>
                  <a:pt x="15748" y="57022"/>
                </a:lnTo>
                <a:lnTo>
                  <a:pt x="34420" y="57022"/>
                </a:lnTo>
                <a:lnTo>
                  <a:pt x="25117" y="51581"/>
                </a:lnTo>
                <a:close/>
              </a:path>
              <a:path w="1066800" h="103504">
                <a:moveTo>
                  <a:pt x="34553" y="46100"/>
                </a:moveTo>
                <a:lnTo>
                  <a:pt x="15748" y="46100"/>
                </a:lnTo>
                <a:lnTo>
                  <a:pt x="25117" y="51581"/>
                </a:lnTo>
                <a:lnTo>
                  <a:pt x="34553" y="46100"/>
                </a:lnTo>
                <a:close/>
              </a:path>
              <a:path w="1066800" h="103504">
                <a:moveTo>
                  <a:pt x="36083" y="45212"/>
                </a:moveTo>
                <a:lnTo>
                  <a:pt x="12573" y="45212"/>
                </a:lnTo>
                <a:lnTo>
                  <a:pt x="36020" y="45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586718" y="5511947"/>
            <a:ext cx="254000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60"/>
              </a:lnSpc>
            </a:pPr>
            <a:fld id="{81D60167-4931-47E6-BA6A-407CBD079E47}" type="slidenum">
              <a:rPr sz="2800" spc="-75" dirty="0">
                <a:solidFill>
                  <a:srgbClr val="B71E42"/>
                </a:solidFill>
                <a:latin typeface="Trebuchet MS"/>
                <a:cs typeface="Trebuchet MS"/>
              </a:rPr>
              <a:pPr marL="38100">
                <a:lnSpc>
                  <a:spcPts val="3260"/>
                </a:lnSpc>
              </a:pPr>
              <a:t>6</a:t>
            </a:fld>
            <a:endParaRPr sz="2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14D6CA09-251A-4536-A0B2-10221FCEB6FB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49339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0" dirty="0">
                <a:solidFill>
                  <a:srgbClr val="000000"/>
                </a:solidFill>
              </a:rPr>
              <a:t>FUN</a:t>
            </a:r>
            <a:r>
              <a:rPr spc="245" dirty="0">
                <a:solidFill>
                  <a:srgbClr val="000000"/>
                </a:solidFill>
              </a:rPr>
              <a:t>CTIO</a:t>
            </a:r>
            <a:r>
              <a:rPr spc="280" dirty="0">
                <a:solidFill>
                  <a:srgbClr val="000000"/>
                </a:solidFill>
              </a:rPr>
              <a:t>N</a:t>
            </a:r>
            <a:r>
              <a:rPr spc="-75" dirty="0">
                <a:solidFill>
                  <a:srgbClr val="000000"/>
                </a:solidFill>
              </a:rPr>
              <a:t>S </a:t>
            </a:r>
            <a:r>
              <a:rPr spc="165" dirty="0">
                <a:solidFill>
                  <a:srgbClr val="000000"/>
                </a:solidFill>
              </a:rPr>
              <a:t>O</a:t>
            </a:r>
            <a:r>
              <a:rPr spc="135" dirty="0">
                <a:solidFill>
                  <a:srgbClr val="000000"/>
                </a:solidFill>
              </a:rPr>
              <a:t>F</a:t>
            </a:r>
            <a:r>
              <a:rPr spc="-415" dirty="0">
                <a:solidFill>
                  <a:srgbClr val="000000"/>
                </a:solidFill>
              </a:rPr>
              <a:t> </a:t>
            </a:r>
            <a:r>
              <a:rPr spc="250" dirty="0">
                <a:solidFill>
                  <a:srgbClr val="000000"/>
                </a:solidFill>
              </a:rPr>
              <a:t>A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-55" dirty="0">
                <a:solidFill>
                  <a:srgbClr val="000000"/>
                </a:solidFill>
              </a:rPr>
              <a:t>L</a:t>
            </a:r>
            <a:r>
              <a:rPr spc="340" dirty="0">
                <a:solidFill>
                  <a:srgbClr val="000000"/>
                </a:solidFill>
              </a:rPr>
              <a:t>O</a:t>
            </a:r>
            <a:r>
              <a:rPr spc="160" dirty="0">
                <a:solidFill>
                  <a:srgbClr val="000000"/>
                </a:solidFill>
              </a:rPr>
              <a:t>ADER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586718" y="5511947"/>
            <a:ext cx="254000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60"/>
              </a:lnSpc>
            </a:pPr>
            <a:fld id="{81D60167-4931-47E6-BA6A-407CBD079E47}" type="slidenum">
              <a:rPr sz="2800" spc="-75" dirty="0">
                <a:solidFill>
                  <a:srgbClr val="B71E42"/>
                </a:solidFill>
                <a:latin typeface="Trebuchet MS"/>
                <a:cs typeface="Trebuchet MS"/>
              </a:rPr>
              <a:pPr marL="38100">
                <a:lnSpc>
                  <a:spcPts val="3260"/>
                </a:lnSpc>
              </a:pPr>
              <a:t>7</a:t>
            </a:fld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F50000C4-DCEB-4AA5-8367-01BBF2729CD7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1433854"/>
            <a:ext cx="10972800" cy="4716676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800" b="1" spc="20" dirty="0">
                <a:latin typeface="Times New Roman" pitchFamily="18" charset="0"/>
                <a:cs typeface="Times New Roman" pitchFamily="18" charset="0"/>
              </a:rPr>
              <a:t>Allocation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736600" lvl="1" indent="-267335">
              <a:lnSpc>
                <a:spcPct val="100000"/>
              </a:lnSpc>
              <a:spcBef>
                <a:spcPts val="944"/>
              </a:spcBef>
              <a:buClr>
                <a:srgbClr val="B71E42"/>
              </a:buClr>
              <a:buFont typeface="Arial MT"/>
              <a:buChar char="•"/>
              <a:tabLst>
                <a:tab pos="735965" algn="l"/>
                <a:tab pos="736600" algn="l"/>
              </a:tabLst>
            </a:pPr>
            <a:r>
              <a:rPr sz="2400" spc="-40" dirty="0">
                <a:latin typeface="Times New Roman" pitchFamily="18" charset="0"/>
                <a:cs typeface="Times New Roman" pitchFamily="18" charset="0"/>
              </a:rPr>
              <a:t>Allo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ate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sp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ce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14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spc="2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5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1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spc="20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p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ogram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42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800" b="1" dirty="0">
                <a:latin typeface="Times New Roman" pitchFamily="18" charset="0"/>
                <a:cs typeface="Times New Roman" pitchFamily="18" charset="0"/>
              </a:rPr>
              <a:t>Linking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944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400" spc="-65" dirty="0">
                <a:latin typeface="Times New Roman" pitchFamily="18" charset="0"/>
                <a:cs typeface="Times New Roman" pitchFamily="18" charset="0"/>
              </a:rPr>
              <a:t>Resolve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symbolic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references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between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object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decks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42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800" b="1" spc="5" dirty="0">
                <a:latin typeface="Times New Roman" pitchFamily="18" charset="0"/>
                <a:cs typeface="Times New Roman" pitchFamily="18" charset="0"/>
              </a:rPr>
              <a:t>Relocation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944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400" spc="-70" dirty="0">
                <a:latin typeface="Times New Roman" pitchFamily="18" charset="0"/>
                <a:cs typeface="Times New Roman" pitchFamily="18" charset="0"/>
              </a:rPr>
              <a:t>Adjust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all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dependent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locations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such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as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constants,</a:t>
            </a:r>
            <a:r>
              <a:rPr sz="2400" spc="-2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correspond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to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allocated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space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42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800" b="1" spc="20" dirty="0">
                <a:latin typeface="Times New Roman" pitchFamily="18" charset="0"/>
                <a:cs typeface="Times New Roman" pitchFamily="18" charset="0"/>
              </a:rPr>
              <a:t>Loading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944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400" spc="-110" dirty="0">
                <a:latin typeface="Times New Roman" pitchFamily="18" charset="0"/>
                <a:cs typeface="Times New Roman" pitchFamily="18" charset="0"/>
              </a:rPr>
              <a:t>Physically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place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machine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instruction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40" dirty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into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memory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4658" y="3806190"/>
            <a:ext cx="8630920" cy="0"/>
          </a:xfrm>
          <a:custGeom>
            <a:avLst/>
            <a:gdLst/>
            <a:ahLst/>
            <a:cxnLst/>
            <a:rect l="l" t="t" r="r" b="b"/>
            <a:pathLst>
              <a:path w="8630920">
                <a:moveTo>
                  <a:pt x="0" y="0"/>
                </a:moveTo>
                <a:lnTo>
                  <a:pt x="8630412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3271" y="3019425"/>
            <a:ext cx="3775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75" dirty="0">
                <a:solidFill>
                  <a:srgbClr val="000000"/>
                </a:solidFill>
              </a:rPr>
              <a:t>LOADER</a:t>
            </a:r>
            <a:r>
              <a:rPr sz="3600" spc="-150" dirty="0">
                <a:solidFill>
                  <a:srgbClr val="000000"/>
                </a:solidFill>
              </a:rPr>
              <a:t> </a:t>
            </a:r>
            <a:r>
              <a:rPr sz="3600" spc="65" dirty="0">
                <a:solidFill>
                  <a:srgbClr val="000000"/>
                </a:solidFill>
              </a:rPr>
              <a:t>SCHEMES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11586718" y="5511947"/>
            <a:ext cx="254000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60"/>
              </a:lnSpc>
            </a:pPr>
            <a:fld id="{81D60167-4931-47E6-BA6A-407CBD079E47}" type="slidenum">
              <a:rPr sz="2800" spc="-75" dirty="0">
                <a:solidFill>
                  <a:srgbClr val="B71E42"/>
                </a:solidFill>
                <a:latin typeface="Trebuchet MS"/>
                <a:cs typeface="Trebuchet MS"/>
              </a:rPr>
              <a:pPr marL="38100">
                <a:lnSpc>
                  <a:spcPts val="3260"/>
                </a:lnSpc>
              </a:pPr>
              <a:t>8</a:t>
            </a:fld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0CD7C351-EA12-46AD-8219-067BCC95E8BB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3271" y="3903675"/>
            <a:ext cx="722122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Trebuchet MS"/>
                <a:cs typeface="Trebuchet MS"/>
              </a:rPr>
              <a:t>Based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on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the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functionalities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40" dirty="0">
                <a:latin typeface="Trebuchet MS"/>
                <a:cs typeface="Trebuchet MS"/>
              </a:rPr>
              <a:t>loader,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there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are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various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types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loaders.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800" spc="-55" dirty="0">
                <a:solidFill>
                  <a:srgbClr val="C00000"/>
                </a:solidFill>
                <a:latin typeface="Trebuchet MS"/>
                <a:cs typeface="Trebuchet MS"/>
              </a:rPr>
              <a:t>Compile</a:t>
            </a:r>
            <a:r>
              <a:rPr sz="1800" spc="-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C00000"/>
                </a:solidFill>
                <a:latin typeface="Trebuchet MS"/>
                <a:cs typeface="Trebuchet MS"/>
              </a:rPr>
              <a:t>and</a:t>
            </a:r>
            <a:r>
              <a:rPr sz="1800" spc="-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C00000"/>
                </a:solidFill>
                <a:latin typeface="Trebuchet MS"/>
                <a:cs typeface="Trebuchet MS"/>
              </a:rPr>
              <a:t>Go</a:t>
            </a:r>
            <a:r>
              <a:rPr sz="1800" spc="-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C00000"/>
                </a:solidFill>
                <a:latin typeface="Trebuchet MS"/>
                <a:cs typeface="Trebuchet MS"/>
              </a:rPr>
              <a:t>Loader</a:t>
            </a:r>
            <a:r>
              <a:rPr sz="1800" spc="-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C00000"/>
                </a:solidFill>
                <a:latin typeface="Trebuchet MS"/>
                <a:cs typeface="Trebuchet MS"/>
              </a:rPr>
              <a:t>Scheme,</a:t>
            </a:r>
            <a:r>
              <a:rPr sz="1800" spc="-2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C00000"/>
                </a:solidFill>
                <a:latin typeface="Trebuchet MS"/>
                <a:cs typeface="Trebuchet MS"/>
              </a:rPr>
              <a:t>General</a:t>
            </a:r>
            <a:r>
              <a:rPr sz="1800" spc="-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C00000"/>
                </a:solidFill>
                <a:latin typeface="Trebuchet MS"/>
                <a:cs typeface="Trebuchet MS"/>
              </a:rPr>
              <a:t>Loading</a:t>
            </a:r>
            <a:r>
              <a:rPr sz="1800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C00000"/>
                </a:solidFill>
                <a:latin typeface="Trebuchet MS"/>
                <a:cs typeface="Trebuchet MS"/>
              </a:rPr>
              <a:t>Scheme</a:t>
            </a:r>
            <a:r>
              <a:rPr sz="1800" spc="-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C00000"/>
                </a:solidFill>
                <a:latin typeface="Trebuchet MS"/>
                <a:cs typeface="Trebuchet MS"/>
              </a:rPr>
              <a:t>and</a:t>
            </a:r>
            <a:r>
              <a:rPr sz="1800" spc="-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C00000"/>
                </a:solidFill>
                <a:latin typeface="Trebuchet MS"/>
                <a:cs typeface="Trebuchet MS"/>
              </a:rPr>
              <a:t>many</a:t>
            </a:r>
            <a:r>
              <a:rPr sz="1800" spc="-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Trebuchet MS"/>
                <a:cs typeface="Trebuchet MS"/>
              </a:rPr>
              <a:t>more….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43252" y="771855"/>
            <a:ext cx="52381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40" dirty="0">
                <a:solidFill>
                  <a:srgbClr val="000000"/>
                </a:solidFill>
              </a:rPr>
              <a:t>COM</a:t>
            </a:r>
            <a:r>
              <a:rPr spc="185" dirty="0">
                <a:solidFill>
                  <a:srgbClr val="000000"/>
                </a:solidFill>
              </a:rPr>
              <a:t>P</a:t>
            </a:r>
            <a:r>
              <a:rPr spc="-85" dirty="0">
                <a:solidFill>
                  <a:srgbClr val="000000"/>
                </a:solidFill>
              </a:rPr>
              <a:t>ILE</a:t>
            </a:r>
            <a:r>
              <a:rPr spc="-390" dirty="0">
                <a:solidFill>
                  <a:srgbClr val="000000"/>
                </a:solidFill>
              </a:rPr>
              <a:t> </a:t>
            </a:r>
            <a:r>
              <a:rPr spc="340" dirty="0">
                <a:solidFill>
                  <a:srgbClr val="000000"/>
                </a:solidFill>
              </a:rPr>
              <a:t>A</a:t>
            </a:r>
            <a:r>
              <a:rPr spc="360" dirty="0">
                <a:solidFill>
                  <a:srgbClr val="000000"/>
                </a:solidFill>
              </a:rPr>
              <a:t>N</a:t>
            </a:r>
            <a:r>
              <a:rPr spc="440" dirty="0">
                <a:solidFill>
                  <a:srgbClr val="000000"/>
                </a:solidFill>
              </a:rPr>
              <a:t>D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340" dirty="0">
                <a:solidFill>
                  <a:srgbClr val="000000"/>
                </a:solidFill>
              </a:rPr>
              <a:t>G</a:t>
            </a:r>
            <a:r>
              <a:rPr spc="345" dirty="0">
                <a:solidFill>
                  <a:srgbClr val="000000"/>
                </a:solidFill>
              </a:rPr>
              <a:t>O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-55" dirty="0">
                <a:solidFill>
                  <a:srgbClr val="000000"/>
                </a:solidFill>
              </a:rPr>
              <a:t>L</a:t>
            </a:r>
            <a:r>
              <a:rPr spc="340" dirty="0">
                <a:solidFill>
                  <a:srgbClr val="000000"/>
                </a:solidFill>
              </a:rPr>
              <a:t>O</a:t>
            </a:r>
            <a:r>
              <a:rPr spc="114" dirty="0">
                <a:solidFill>
                  <a:srgbClr val="000000"/>
                </a:solidFill>
              </a:rPr>
              <a:t>ADERS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04288" y="2357627"/>
            <a:ext cx="1386840" cy="1234440"/>
            <a:chOff x="2304288" y="2357627"/>
            <a:chExt cx="1386840" cy="1234440"/>
          </a:xfrm>
        </p:grpSpPr>
        <p:sp>
          <p:nvSpPr>
            <p:cNvPr id="5" name="object 5"/>
            <p:cNvSpPr/>
            <p:nvPr/>
          </p:nvSpPr>
          <p:spPr>
            <a:xfrm>
              <a:off x="2311908" y="2365247"/>
              <a:ext cx="1371600" cy="1219200"/>
            </a:xfrm>
            <a:custGeom>
              <a:avLst/>
              <a:gdLst/>
              <a:ahLst/>
              <a:cxnLst/>
              <a:rect l="l" t="t" r="r" b="b"/>
              <a:pathLst>
                <a:path w="1371600" h="1219200">
                  <a:moveTo>
                    <a:pt x="1371600" y="0"/>
                  </a:moveTo>
                  <a:lnTo>
                    <a:pt x="274319" y="0"/>
                  </a:lnTo>
                  <a:lnTo>
                    <a:pt x="0" y="243839"/>
                  </a:lnTo>
                  <a:lnTo>
                    <a:pt x="0" y="1219200"/>
                  </a:lnTo>
                  <a:lnTo>
                    <a:pt x="1371600" y="121920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B71E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11908" y="2365247"/>
              <a:ext cx="1371600" cy="1219200"/>
            </a:xfrm>
            <a:custGeom>
              <a:avLst/>
              <a:gdLst/>
              <a:ahLst/>
              <a:cxnLst/>
              <a:rect l="l" t="t" r="r" b="b"/>
              <a:pathLst>
                <a:path w="1371600" h="1219200">
                  <a:moveTo>
                    <a:pt x="0" y="243839"/>
                  </a:moveTo>
                  <a:lnTo>
                    <a:pt x="274319" y="0"/>
                  </a:lnTo>
                  <a:lnTo>
                    <a:pt x="1371600" y="0"/>
                  </a:lnTo>
                  <a:lnTo>
                    <a:pt x="1371600" y="1219200"/>
                  </a:lnTo>
                  <a:lnTo>
                    <a:pt x="0" y="1219200"/>
                  </a:lnTo>
                  <a:lnTo>
                    <a:pt x="0" y="243839"/>
                  </a:lnTo>
                  <a:close/>
                </a:path>
              </a:pathLst>
            </a:custGeom>
            <a:ln w="15240">
              <a:solidFill>
                <a:srgbClr val="8512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91180" y="2664078"/>
            <a:ext cx="81406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175" algn="ctr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Source 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ogram  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deck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83508" y="2924555"/>
            <a:ext cx="914400" cy="103505"/>
          </a:xfrm>
          <a:custGeom>
            <a:avLst/>
            <a:gdLst/>
            <a:ahLst/>
            <a:cxnLst/>
            <a:rect l="l" t="t" r="r" b="b"/>
            <a:pathLst>
              <a:path w="914400" h="103505">
                <a:moveTo>
                  <a:pt x="825880" y="0"/>
                </a:moveTo>
                <a:lnTo>
                  <a:pt x="821943" y="1016"/>
                </a:lnTo>
                <a:lnTo>
                  <a:pt x="818388" y="7112"/>
                </a:lnTo>
                <a:lnTo>
                  <a:pt x="819403" y="10922"/>
                </a:lnTo>
                <a:lnTo>
                  <a:pt x="878392" y="45426"/>
                </a:lnTo>
                <a:lnTo>
                  <a:pt x="901826" y="45466"/>
                </a:lnTo>
                <a:lnTo>
                  <a:pt x="901826" y="58166"/>
                </a:lnTo>
                <a:lnTo>
                  <a:pt x="878316" y="58166"/>
                </a:lnTo>
                <a:lnTo>
                  <a:pt x="819276" y="92456"/>
                </a:lnTo>
                <a:lnTo>
                  <a:pt x="818261" y="96393"/>
                </a:lnTo>
                <a:lnTo>
                  <a:pt x="820038" y="99314"/>
                </a:lnTo>
                <a:lnTo>
                  <a:pt x="821816" y="102362"/>
                </a:lnTo>
                <a:lnTo>
                  <a:pt x="825753" y="103378"/>
                </a:lnTo>
                <a:lnTo>
                  <a:pt x="828675" y="101727"/>
                </a:lnTo>
                <a:lnTo>
                  <a:pt x="903493" y="58166"/>
                </a:lnTo>
                <a:lnTo>
                  <a:pt x="901826" y="58166"/>
                </a:lnTo>
                <a:lnTo>
                  <a:pt x="903561" y="58126"/>
                </a:lnTo>
                <a:lnTo>
                  <a:pt x="914400" y="51816"/>
                </a:lnTo>
                <a:lnTo>
                  <a:pt x="825880" y="0"/>
                </a:lnTo>
                <a:close/>
              </a:path>
              <a:path w="914400" h="103505">
                <a:moveTo>
                  <a:pt x="889282" y="51796"/>
                </a:moveTo>
                <a:lnTo>
                  <a:pt x="878384" y="58126"/>
                </a:lnTo>
                <a:lnTo>
                  <a:pt x="901826" y="58166"/>
                </a:lnTo>
                <a:lnTo>
                  <a:pt x="901826" y="57277"/>
                </a:lnTo>
                <a:lnTo>
                  <a:pt x="898651" y="57277"/>
                </a:lnTo>
                <a:lnTo>
                  <a:pt x="889282" y="51796"/>
                </a:lnTo>
                <a:close/>
              </a:path>
              <a:path w="914400" h="103505">
                <a:moveTo>
                  <a:pt x="0" y="43942"/>
                </a:moveTo>
                <a:lnTo>
                  <a:pt x="0" y="56642"/>
                </a:lnTo>
                <a:lnTo>
                  <a:pt x="878384" y="58126"/>
                </a:lnTo>
                <a:lnTo>
                  <a:pt x="889282" y="51796"/>
                </a:lnTo>
                <a:lnTo>
                  <a:pt x="878392" y="45426"/>
                </a:lnTo>
                <a:lnTo>
                  <a:pt x="0" y="43942"/>
                </a:lnTo>
                <a:close/>
              </a:path>
              <a:path w="914400" h="103505">
                <a:moveTo>
                  <a:pt x="898651" y="46355"/>
                </a:moveTo>
                <a:lnTo>
                  <a:pt x="889282" y="51796"/>
                </a:lnTo>
                <a:lnTo>
                  <a:pt x="898651" y="57277"/>
                </a:lnTo>
                <a:lnTo>
                  <a:pt x="898651" y="46355"/>
                </a:lnTo>
                <a:close/>
              </a:path>
              <a:path w="914400" h="103505">
                <a:moveTo>
                  <a:pt x="901826" y="46355"/>
                </a:moveTo>
                <a:lnTo>
                  <a:pt x="898651" y="46355"/>
                </a:lnTo>
                <a:lnTo>
                  <a:pt x="898651" y="57277"/>
                </a:lnTo>
                <a:lnTo>
                  <a:pt x="901826" y="57277"/>
                </a:lnTo>
                <a:lnTo>
                  <a:pt x="901826" y="46355"/>
                </a:lnTo>
                <a:close/>
              </a:path>
              <a:path w="914400" h="103505">
                <a:moveTo>
                  <a:pt x="878392" y="45426"/>
                </a:moveTo>
                <a:lnTo>
                  <a:pt x="889282" y="51796"/>
                </a:lnTo>
                <a:lnTo>
                  <a:pt x="898651" y="46355"/>
                </a:lnTo>
                <a:lnTo>
                  <a:pt x="901826" y="46355"/>
                </a:lnTo>
                <a:lnTo>
                  <a:pt x="901826" y="45466"/>
                </a:lnTo>
                <a:lnTo>
                  <a:pt x="878392" y="45426"/>
                </a:lnTo>
                <a:close/>
              </a:path>
            </a:pathLst>
          </a:custGeom>
          <a:solidFill>
            <a:srgbClr val="5C0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97908" y="2441448"/>
            <a:ext cx="1981200" cy="1143000"/>
          </a:xfrm>
          <a:prstGeom prst="rect">
            <a:avLst/>
          </a:prstGeom>
          <a:solidFill>
            <a:srgbClr val="B71E42"/>
          </a:solidFill>
          <a:ln w="15240">
            <a:solidFill>
              <a:srgbClr val="85122D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Times New Roman"/>
              <a:cs typeface="Times New Roman"/>
            </a:endParaRPr>
          </a:p>
          <a:p>
            <a:pPr marL="537210" marR="239395" indent="-290195">
              <a:lnSpc>
                <a:spcPct val="100000"/>
              </a:lnSpc>
            </a:pPr>
            <a:r>
              <a:rPr sz="1800" spc="30" dirty="0">
                <a:solidFill>
                  <a:srgbClr val="FFFFFF"/>
                </a:solidFill>
                <a:latin typeface="Trebuchet MS"/>
                <a:cs typeface="Trebuchet MS"/>
              </a:rPr>
              <a:t>Co</a:t>
            </a: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pil</a:t>
            </a:r>
            <a:r>
              <a:rPr sz="1800" spc="-15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800" spc="-15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800" spc="15" dirty="0">
                <a:solidFill>
                  <a:srgbClr val="FFFFFF"/>
                </a:solidFill>
                <a:latin typeface="Trebuchet MS"/>
                <a:cs typeface="Trebuchet MS"/>
              </a:rPr>
              <a:t>o  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translator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790688" y="1519427"/>
          <a:ext cx="1676400" cy="4114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</a:tblGrid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5122D"/>
                      </a:solidFill>
                      <a:prstDash val="solid"/>
                    </a:lnL>
                    <a:lnR w="19050">
                      <a:solidFill>
                        <a:srgbClr val="85122D"/>
                      </a:solidFill>
                      <a:prstDash val="solid"/>
                    </a:lnR>
                    <a:lnT w="19050">
                      <a:solidFill>
                        <a:srgbClr val="85122D"/>
                      </a:solidFill>
                      <a:prstDash val="solid"/>
                    </a:lnT>
                    <a:lnB w="19050">
                      <a:solidFill>
                        <a:srgbClr val="8512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800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ogram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loaded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memo</a:t>
                      </a:r>
                      <a:r>
                        <a:rPr sz="1800" spc="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2090" marB="0">
                    <a:lnL w="19050">
                      <a:solidFill>
                        <a:srgbClr val="85122D"/>
                      </a:solidFill>
                      <a:prstDash val="solid"/>
                    </a:lnL>
                    <a:lnR w="19050">
                      <a:solidFill>
                        <a:srgbClr val="85122D"/>
                      </a:solidFill>
                      <a:prstDash val="solid"/>
                    </a:lnR>
                    <a:lnT w="19050">
                      <a:solidFill>
                        <a:srgbClr val="85122D"/>
                      </a:solidFill>
                      <a:prstDash val="solid"/>
                    </a:lnT>
                    <a:lnB w="19050">
                      <a:solidFill>
                        <a:srgbClr val="85122D"/>
                      </a:solidFill>
                      <a:prstDash val="solid"/>
                    </a:lnB>
                    <a:solidFill>
                      <a:srgbClr val="B71E4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5122D"/>
                      </a:solidFill>
                      <a:prstDash val="solid"/>
                    </a:lnL>
                    <a:lnR w="19050">
                      <a:solidFill>
                        <a:srgbClr val="85122D"/>
                      </a:solidFill>
                      <a:prstDash val="solid"/>
                    </a:lnR>
                    <a:lnT w="19050">
                      <a:solidFill>
                        <a:srgbClr val="85122D"/>
                      </a:solidFill>
                      <a:prstDash val="solid"/>
                    </a:lnT>
                    <a:lnB w="19050">
                      <a:solidFill>
                        <a:srgbClr val="8512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348615">
                        <a:lnSpc>
                          <a:spcPct val="100000"/>
                        </a:lnSpc>
                      </a:pPr>
                      <a:r>
                        <a:rPr sz="1800" spc="-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Assembler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6985" marB="0">
                    <a:lnL w="19050">
                      <a:solidFill>
                        <a:srgbClr val="85122D"/>
                      </a:solidFill>
                      <a:prstDash val="solid"/>
                    </a:lnL>
                    <a:lnR w="19050">
                      <a:solidFill>
                        <a:srgbClr val="85122D"/>
                      </a:solidFill>
                      <a:prstDash val="solid"/>
                    </a:lnR>
                    <a:lnT w="19050">
                      <a:solidFill>
                        <a:srgbClr val="85122D"/>
                      </a:solidFill>
                      <a:prstDash val="solid"/>
                    </a:lnT>
                    <a:lnB w="19050">
                      <a:solidFill>
                        <a:srgbClr val="85122D"/>
                      </a:solidFill>
                      <a:prstDash val="solid"/>
                    </a:lnB>
                    <a:solidFill>
                      <a:srgbClr val="B71E42"/>
                    </a:solidFill>
                  </a:tcPr>
                </a:tc>
              </a:tr>
              <a:tr h="533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5122D"/>
                      </a:solidFill>
                      <a:prstDash val="solid"/>
                    </a:lnL>
                    <a:lnR w="19050">
                      <a:solidFill>
                        <a:srgbClr val="85122D"/>
                      </a:solidFill>
                      <a:prstDash val="solid"/>
                    </a:lnR>
                    <a:lnT w="19050">
                      <a:solidFill>
                        <a:srgbClr val="85122D"/>
                      </a:solidFill>
                      <a:prstDash val="solid"/>
                    </a:lnT>
                    <a:lnB w="19050">
                      <a:solidFill>
                        <a:srgbClr val="8512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6578854" y="2289048"/>
            <a:ext cx="1225550" cy="3434079"/>
            <a:chOff x="6578854" y="2289048"/>
            <a:chExt cx="1225550" cy="3434079"/>
          </a:xfrm>
        </p:grpSpPr>
        <p:sp>
          <p:nvSpPr>
            <p:cNvPr id="12" name="object 12"/>
            <p:cNvSpPr/>
            <p:nvPr/>
          </p:nvSpPr>
          <p:spPr>
            <a:xfrm>
              <a:off x="6578854" y="2849753"/>
              <a:ext cx="1219835" cy="103505"/>
            </a:xfrm>
            <a:custGeom>
              <a:avLst/>
              <a:gdLst/>
              <a:ahLst/>
              <a:cxnLst/>
              <a:rect l="l" t="t" r="r" b="b"/>
              <a:pathLst>
                <a:path w="1219834" h="103505">
                  <a:moveTo>
                    <a:pt x="1208446" y="42925"/>
                  </a:moveTo>
                  <a:lnTo>
                    <a:pt x="1206753" y="42925"/>
                  </a:lnTo>
                  <a:lnTo>
                    <a:pt x="1207135" y="55625"/>
                  </a:lnTo>
                  <a:lnTo>
                    <a:pt x="1183706" y="56358"/>
                  </a:lnTo>
                  <a:lnTo>
                    <a:pt x="1125727" y="92583"/>
                  </a:lnTo>
                  <a:lnTo>
                    <a:pt x="1124839" y="96520"/>
                  </a:lnTo>
                  <a:lnTo>
                    <a:pt x="1126744" y="99441"/>
                  </a:lnTo>
                  <a:lnTo>
                    <a:pt x="1128649" y="102488"/>
                  </a:lnTo>
                  <a:lnTo>
                    <a:pt x="1132459" y="103377"/>
                  </a:lnTo>
                  <a:lnTo>
                    <a:pt x="1219453" y="48895"/>
                  </a:lnTo>
                  <a:lnTo>
                    <a:pt x="1208446" y="42925"/>
                  </a:lnTo>
                  <a:close/>
                </a:path>
                <a:path w="1219834" h="103505">
                  <a:moveTo>
                    <a:pt x="1183189" y="43662"/>
                  </a:moveTo>
                  <a:lnTo>
                    <a:pt x="0" y="80645"/>
                  </a:lnTo>
                  <a:lnTo>
                    <a:pt x="507" y="93345"/>
                  </a:lnTo>
                  <a:lnTo>
                    <a:pt x="1183706" y="56358"/>
                  </a:lnTo>
                  <a:lnTo>
                    <a:pt x="1194341" y="49713"/>
                  </a:lnTo>
                  <a:lnTo>
                    <a:pt x="1183189" y="43662"/>
                  </a:lnTo>
                  <a:close/>
                </a:path>
                <a:path w="1219834" h="103505">
                  <a:moveTo>
                    <a:pt x="1194341" y="49713"/>
                  </a:moveTo>
                  <a:lnTo>
                    <a:pt x="1183706" y="56358"/>
                  </a:lnTo>
                  <a:lnTo>
                    <a:pt x="1207135" y="55625"/>
                  </a:lnTo>
                  <a:lnTo>
                    <a:pt x="1207112" y="54863"/>
                  </a:lnTo>
                  <a:lnTo>
                    <a:pt x="1203832" y="54863"/>
                  </a:lnTo>
                  <a:lnTo>
                    <a:pt x="1194341" y="49713"/>
                  </a:lnTo>
                  <a:close/>
                </a:path>
                <a:path w="1219834" h="103505">
                  <a:moveTo>
                    <a:pt x="1203578" y="43942"/>
                  </a:moveTo>
                  <a:lnTo>
                    <a:pt x="1194341" y="49713"/>
                  </a:lnTo>
                  <a:lnTo>
                    <a:pt x="1203832" y="54863"/>
                  </a:lnTo>
                  <a:lnTo>
                    <a:pt x="1203578" y="43942"/>
                  </a:lnTo>
                  <a:close/>
                </a:path>
                <a:path w="1219834" h="103505">
                  <a:moveTo>
                    <a:pt x="1206784" y="43942"/>
                  </a:moveTo>
                  <a:lnTo>
                    <a:pt x="1203578" y="43942"/>
                  </a:lnTo>
                  <a:lnTo>
                    <a:pt x="1203832" y="54863"/>
                  </a:lnTo>
                  <a:lnTo>
                    <a:pt x="1207112" y="54863"/>
                  </a:lnTo>
                  <a:lnTo>
                    <a:pt x="1206784" y="43942"/>
                  </a:lnTo>
                  <a:close/>
                </a:path>
                <a:path w="1219834" h="103505">
                  <a:moveTo>
                    <a:pt x="1206753" y="42925"/>
                  </a:moveTo>
                  <a:lnTo>
                    <a:pt x="1183189" y="43662"/>
                  </a:lnTo>
                  <a:lnTo>
                    <a:pt x="1194341" y="49713"/>
                  </a:lnTo>
                  <a:lnTo>
                    <a:pt x="1203578" y="43942"/>
                  </a:lnTo>
                  <a:lnTo>
                    <a:pt x="1206784" y="43942"/>
                  </a:lnTo>
                  <a:lnTo>
                    <a:pt x="1206753" y="42925"/>
                  </a:lnTo>
                  <a:close/>
                </a:path>
                <a:path w="1219834" h="103505">
                  <a:moveTo>
                    <a:pt x="1129284" y="0"/>
                  </a:moveTo>
                  <a:lnTo>
                    <a:pt x="1125474" y="1143"/>
                  </a:lnTo>
                  <a:lnTo>
                    <a:pt x="1123696" y="4191"/>
                  </a:lnTo>
                  <a:lnTo>
                    <a:pt x="1122045" y="7238"/>
                  </a:lnTo>
                  <a:lnTo>
                    <a:pt x="1123188" y="11175"/>
                  </a:lnTo>
                  <a:lnTo>
                    <a:pt x="1126363" y="12826"/>
                  </a:lnTo>
                  <a:lnTo>
                    <a:pt x="1183189" y="43662"/>
                  </a:lnTo>
                  <a:lnTo>
                    <a:pt x="1206753" y="42925"/>
                  </a:lnTo>
                  <a:lnTo>
                    <a:pt x="1208446" y="42925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5C0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99070" y="2289048"/>
              <a:ext cx="0" cy="3434079"/>
            </a:xfrm>
            <a:custGeom>
              <a:avLst/>
              <a:gdLst/>
              <a:ahLst/>
              <a:cxnLst/>
              <a:rect l="l" t="t" r="r" b="b"/>
              <a:pathLst>
                <a:path h="3434079">
                  <a:moveTo>
                    <a:pt x="0" y="0"/>
                  </a:moveTo>
                  <a:lnTo>
                    <a:pt x="0" y="3433508"/>
                  </a:lnTo>
                </a:path>
              </a:pathLst>
            </a:custGeom>
            <a:ln w="10668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6417EAB3-5FA4-474A-B7B8-8B63E19B41B7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66598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40" dirty="0">
                <a:solidFill>
                  <a:srgbClr val="000000"/>
                </a:solidFill>
              </a:rPr>
              <a:t>COM</a:t>
            </a:r>
            <a:r>
              <a:rPr spc="185" dirty="0">
                <a:solidFill>
                  <a:srgbClr val="000000"/>
                </a:solidFill>
              </a:rPr>
              <a:t>P</a:t>
            </a:r>
            <a:r>
              <a:rPr spc="-85" dirty="0">
                <a:solidFill>
                  <a:srgbClr val="000000"/>
                </a:solidFill>
              </a:rPr>
              <a:t>ILE</a:t>
            </a:r>
            <a:r>
              <a:rPr spc="-395" dirty="0">
                <a:solidFill>
                  <a:srgbClr val="000000"/>
                </a:solidFill>
              </a:rPr>
              <a:t> </a:t>
            </a:r>
            <a:r>
              <a:rPr spc="340" dirty="0">
                <a:solidFill>
                  <a:srgbClr val="000000"/>
                </a:solidFill>
              </a:rPr>
              <a:t>A</a:t>
            </a:r>
            <a:r>
              <a:rPr spc="360" dirty="0">
                <a:solidFill>
                  <a:srgbClr val="000000"/>
                </a:solidFill>
              </a:rPr>
              <a:t>N</a:t>
            </a:r>
            <a:r>
              <a:rPr spc="440" dirty="0">
                <a:solidFill>
                  <a:srgbClr val="000000"/>
                </a:solidFill>
              </a:rPr>
              <a:t>D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340" dirty="0">
                <a:solidFill>
                  <a:srgbClr val="000000"/>
                </a:solidFill>
              </a:rPr>
              <a:t>G</a:t>
            </a:r>
            <a:r>
              <a:rPr spc="345" dirty="0">
                <a:solidFill>
                  <a:srgbClr val="000000"/>
                </a:solidFill>
              </a:rPr>
              <a:t>O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-55" dirty="0">
                <a:solidFill>
                  <a:srgbClr val="000000"/>
                </a:solidFill>
              </a:rPr>
              <a:t>L</a:t>
            </a:r>
            <a:r>
              <a:rPr spc="340" dirty="0">
                <a:solidFill>
                  <a:srgbClr val="000000"/>
                </a:solidFill>
              </a:rPr>
              <a:t>O</a:t>
            </a:r>
            <a:r>
              <a:rPr spc="160" dirty="0">
                <a:solidFill>
                  <a:srgbClr val="000000"/>
                </a:solidFill>
              </a:rPr>
              <a:t>ADER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spc="90" dirty="0">
                <a:solidFill>
                  <a:srgbClr val="000000"/>
                </a:solidFill>
              </a:rPr>
              <a:t>SCHEME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EEA6064C-A33F-4C92-9BEC-342761740208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1553413"/>
            <a:ext cx="11125199" cy="39689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B71E42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75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heme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sembler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run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one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pa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memo</a:t>
            </a:r>
            <a:r>
              <a:rPr sz="2400" spc="1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265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sz="2400" spc="-295" dirty="0">
                <a:latin typeface="Times New Roman" pitchFamily="18" charset="0"/>
                <a:cs typeface="Times New Roman" pitchFamily="18" charset="0"/>
              </a:rPr>
              <a:t>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0665" marR="6985" indent="-228600">
              <a:lnSpc>
                <a:spcPct val="120000"/>
              </a:lnSpc>
              <a:spcBef>
                <a:spcPts val="1000"/>
              </a:spcBef>
              <a:buClr>
                <a:srgbClr val="B71E42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6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assembler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places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assembled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machine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instructions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60" dirty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as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they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are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assembled </a:t>
            </a:r>
            <a:r>
              <a:rPr sz="2400" spc="-5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directly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into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their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assigned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memory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locations.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485"/>
              </a:spcBef>
              <a:buClr>
                <a:srgbClr val="B71E42"/>
              </a:buClr>
              <a:buFont typeface="Wingdings"/>
              <a:buChar char=""/>
              <a:tabLst>
                <a:tab pos="241300" algn="l"/>
                <a:tab pos="1043940" algn="l"/>
                <a:tab pos="1539875" algn="l"/>
                <a:tab pos="2612390" algn="l"/>
                <a:tab pos="2927985" algn="l"/>
                <a:tab pos="4045585" algn="l"/>
                <a:tab pos="4540885" algn="l"/>
                <a:tab pos="5729605" algn="l"/>
                <a:tab pos="6552565" algn="l"/>
                <a:tab pos="6822440" algn="l"/>
                <a:tab pos="7783830" algn="l"/>
                <a:tab pos="8168005" algn="l"/>
                <a:tab pos="8663305" algn="l"/>
              </a:tabLst>
            </a:pPr>
            <a:r>
              <a:rPr sz="2400" spc="15" dirty="0">
                <a:latin typeface="Times New Roman" pitchFamily="18" charset="0"/>
                <a:cs typeface="Times New Roman" pitchFamily="18" charset="0"/>
              </a:rPr>
              <a:t>When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he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semb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spc="-175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te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-21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emb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er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au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es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-19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ans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er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he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sta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14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g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0665">
              <a:lnSpc>
                <a:spcPct val="100000"/>
              </a:lnSpc>
              <a:spcBef>
                <a:spcPts val="484"/>
              </a:spcBef>
            </a:pPr>
            <a:r>
              <a:rPr sz="2400" spc="-8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struc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on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p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ogr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2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spc="-295" dirty="0">
                <a:latin typeface="Times New Roman" pitchFamily="18" charset="0"/>
                <a:cs typeface="Times New Roman" pitchFamily="18" charset="0"/>
              </a:rPr>
              <a:t>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Clr>
                <a:srgbClr val="B71E42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55" dirty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scheme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was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used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by</a:t>
            </a:r>
            <a:r>
              <a:rPr sz="2400" spc="-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70" dirty="0">
                <a:latin typeface="Times New Roman" pitchFamily="18" charset="0"/>
                <a:cs typeface="Times New Roman" pitchFamily="18" charset="0"/>
              </a:rPr>
              <a:t>WATFOR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80" dirty="0">
                <a:latin typeface="Times New Roman" pitchFamily="18" charset="0"/>
                <a:cs typeface="Times New Roman" pitchFamily="18" charset="0"/>
              </a:rPr>
              <a:t>FORTRAN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Compiler.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0665" marR="7620" indent="-228600">
              <a:lnSpc>
                <a:spcPct val="120100"/>
              </a:lnSpc>
              <a:spcBef>
                <a:spcPts val="990"/>
              </a:spcBef>
              <a:buClr>
                <a:srgbClr val="B71E42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75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sz="2400" spc="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scheme</a:t>
            </a:r>
            <a:r>
              <a:rPr sz="2400" spc="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assembler</a:t>
            </a:r>
            <a:r>
              <a:rPr sz="2400" spc="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simply</a:t>
            </a:r>
            <a:r>
              <a:rPr sz="2400" spc="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places</a:t>
            </a:r>
            <a:r>
              <a:rPr sz="2400" spc="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sz="2400" spc="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into</a:t>
            </a:r>
            <a:r>
              <a:rPr sz="2400" spc="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core</a:t>
            </a:r>
            <a:r>
              <a:rPr sz="2400" spc="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60" dirty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sz="2400" spc="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loader</a:t>
            </a:r>
            <a:r>
              <a:rPr sz="2400" spc="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consists </a:t>
            </a:r>
            <a:r>
              <a:rPr sz="2400" spc="-5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one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instruction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that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transfers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starting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newly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assembled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program.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66598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40" dirty="0">
                <a:solidFill>
                  <a:srgbClr val="000000"/>
                </a:solidFill>
              </a:rPr>
              <a:t>COM</a:t>
            </a:r>
            <a:r>
              <a:rPr spc="185" dirty="0">
                <a:solidFill>
                  <a:srgbClr val="000000"/>
                </a:solidFill>
              </a:rPr>
              <a:t>P</a:t>
            </a:r>
            <a:r>
              <a:rPr spc="-85" dirty="0">
                <a:solidFill>
                  <a:srgbClr val="000000"/>
                </a:solidFill>
              </a:rPr>
              <a:t>ILE</a:t>
            </a:r>
            <a:r>
              <a:rPr spc="-395" dirty="0">
                <a:solidFill>
                  <a:srgbClr val="000000"/>
                </a:solidFill>
              </a:rPr>
              <a:t> </a:t>
            </a:r>
            <a:r>
              <a:rPr spc="340" dirty="0">
                <a:solidFill>
                  <a:srgbClr val="000000"/>
                </a:solidFill>
              </a:rPr>
              <a:t>A</a:t>
            </a:r>
            <a:r>
              <a:rPr spc="360" dirty="0">
                <a:solidFill>
                  <a:srgbClr val="000000"/>
                </a:solidFill>
              </a:rPr>
              <a:t>N</a:t>
            </a:r>
            <a:r>
              <a:rPr spc="440" dirty="0">
                <a:solidFill>
                  <a:srgbClr val="000000"/>
                </a:solidFill>
              </a:rPr>
              <a:t>D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340" dirty="0">
                <a:solidFill>
                  <a:srgbClr val="000000"/>
                </a:solidFill>
              </a:rPr>
              <a:t>G</a:t>
            </a:r>
            <a:r>
              <a:rPr spc="345" dirty="0">
                <a:solidFill>
                  <a:srgbClr val="000000"/>
                </a:solidFill>
              </a:rPr>
              <a:t>O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-55" dirty="0">
                <a:solidFill>
                  <a:srgbClr val="000000"/>
                </a:solidFill>
              </a:rPr>
              <a:t>L</a:t>
            </a:r>
            <a:r>
              <a:rPr spc="340" dirty="0">
                <a:solidFill>
                  <a:srgbClr val="000000"/>
                </a:solidFill>
              </a:rPr>
              <a:t>O</a:t>
            </a:r>
            <a:r>
              <a:rPr spc="160" dirty="0">
                <a:solidFill>
                  <a:srgbClr val="000000"/>
                </a:solidFill>
              </a:rPr>
              <a:t>ADER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spc="90" dirty="0">
                <a:solidFill>
                  <a:srgbClr val="000000"/>
                </a:solidFill>
              </a:rPr>
              <a:t>SCHEME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764793E5-37E6-4242-AC38-53F6EC5F7F4F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414382"/>
            <a:ext cx="11353800" cy="53358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6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800" spc="-100" dirty="0">
                <a:latin typeface="Times New Roman" pitchFamily="18" charset="0"/>
                <a:cs typeface="Times New Roman" pitchFamily="18" charset="0"/>
              </a:rPr>
              <a:t>Advantages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697865" marR="295910" lvl="1" indent="-228600">
              <a:lnSpc>
                <a:spcPct val="100000"/>
              </a:lnSpc>
              <a:spcBef>
                <a:spcPts val="515"/>
              </a:spcBef>
              <a:buClr>
                <a:srgbClr val="B71E42"/>
              </a:buClr>
              <a:buFont typeface="Wingdings"/>
              <a:buChar char=""/>
              <a:tabLst>
                <a:tab pos="697865" algn="l"/>
                <a:tab pos="698500" algn="l"/>
              </a:tabLst>
            </a:pPr>
            <a:r>
              <a:rPr sz="2400" spc="-45" dirty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scheme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simple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implement</a:t>
            </a:r>
            <a:r>
              <a:rPr sz="2400" spc="-125">
                <a:latin typeface="Times New Roman" pitchFamily="18" charset="0"/>
                <a:cs typeface="Times New Roman" pitchFamily="18" charset="0"/>
              </a:rPr>
              <a:t>.</a:t>
            </a:r>
            <a:r>
              <a:rPr sz="2400" spc="-204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2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smtClean="0">
                <a:latin typeface="Times New Roman" pitchFamily="18" charset="0"/>
                <a:cs typeface="Times New Roman" pitchFamily="18" charset="0"/>
              </a:rPr>
              <a:t>Because</a:t>
            </a:r>
            <a:r>
              <a:rPr sz="2400" spc="-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assembler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placed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40" dirty="0">
                <a:latin typeface="Times New Roman" pitchFamily="18" charset="0"/>
                <a:cs typeface="Times New Roman" pitchFamily="18" charset="0"/>
              </a:rPr>
              <a:t>at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one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part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memory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400" spc="-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loader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simply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loads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assembled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machine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instructions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into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memory.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800" spc="-95" dirty="0">
                <a:latin typeface="Times New Roman" pitchFamily="18" charset="0"/>
                <a:cs typeface="Times New Roman" pitchFamily="18" charset="0"/>
              </a:rPr>
              <a:t>Disadvantages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812800" lvl="1" indent="-343535">
              <a:lnSpc>
                <a:spcPct val="100000"/>
              </a:lnSpc>
              <a:spcBef>
                <a:spcPts val="370"/>
              </a:spcBef>
              <a:buClr>
                <a:srgbClr val="B71E42"/>
              </a:buClr>
              <a:buFont typeface="Wingdings"/>
              <a:buChar char=""/>
              <a:tabLst>
                <a:tab pos="812165" algn="l"/>
                <a:tab pos="812800" algn="l"/>
              </a:tabLst>
            </a:pPr>
            <a:r>
              <a:rPr sz="2400" spc="-5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portion</a:t>
            </a:r>
            <a:r>
              <a:rPr sz="2400" spc="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11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memory</a:t>
            </a:r>
            <a:r>
              <a:rPr sz="2400" spc="11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wasted</a:t>
            </a:r>
            <a:r>
              <a:rPr sz="2400" spc="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because</a:t>
            </a:r>
            <a:r>
              <a:rPr sz="2400" spc="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core</a:t>
            </a:r>
            <a:r>
              <a:rPr sz="2400" spc="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occupied</a:t>
            </a:r>
            <a:r>
              <a:rPr sz="2400" spc="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by</a:t>
            </a:r>
            <a:r>
              <a:rPr sz="2400" spc="11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assembler</a:t>
            </a:r>
            <a:r>
              <a:rPr sz="2400" spc="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unavailable</a:t>
            </a:r>
            <a:r>
              <a:rPr sz="2400" spc="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5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114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400" spc="-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smtClean="0">
                <a:latin typeface="Times New Roman" pitchFamily="18" charset="0"/>
                <a:cs typeface="Times New Roman" pitchFamily="18" charset="0"/>
              </a:rPr>
              <a:t>ob</a:t>
            </a:r>
            <a:r>
              <a:rPr sz="2400" spc="-85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spc="-105" smtClean="0">
                <a:latin typeface="Times New Roman" pitchFamily="18" charset="0"/>
                <a:cs typeface="Times New Roman" pitchFamily="18" charset="0"/>
              </a:rPr>
              <a:t>ect</a:t>
            </a:r>
            <a:r>
              <a:rPr sz="2400" spc="-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ogra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spc="-254" dirty="0">
                <a:latin typeface="Times New Roman" pitchFamily="18" charset="0"/>
                <a:cs typeface="Times New Roman" pitchFamily="18" charset="0"/>
              </a:rPr>
              <a:t>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812800" lvl="1" indent="-343535">
              <a:lnSpc>
                <a:spcPct val="100000"/>
              </a:lnSpc>
              <a:spcBef>
                <a:spcPts val="610"/>
              </a:spcBef>
              <a:buClr>
                <a:srgbClr val="B71E42"/>
              </a:buClr>
              <a:buFont typeface="Wingdings"/>
              <a:buChar char=""/>
              <a:tabLst>
                <a:tab pos="812165" algn="l"/>
                <a:tab pos="812800" algn="l"/>
              </a:tabLst>
            </a:pPr>
            <a:r>
              <a:rPr sz="2400" spc="-75" dirty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necessary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retranslate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user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decks,</a:t>
            </a:r>
            <a:r>
              <a:rPr sz="2400" spc="-2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every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run.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812800" lvl="1" indent="-343535">
              <a:lnSpc>
                <a:spcPct val="100000"/>
              </a:lnSpc>
              <a:spcBef>
                <a:spcPts val="615"/>
              </a:spcBef>
              <a:buClr>
                <a:srgbClr val="B71E42"/>
              </a:buClr>
              <a:buFont typeface="Wingdings"/>
              <a:buChar char=""/>
              <a:tabLst>
                <a:tab pos="812165" algn="l"/>
                <a:tab pos="812800" algn="l"/>
              </a:tabLst>
            </a:pPr>
            <a:r>
              <a:rPr sz="2400" spc="-75" dirty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2400" spc="2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2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very</a:t>
            </a:r>
            <a:r>
              <a:rPr sz="2400" spc="2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difficult</a:t>
            </a:r>
            <a:r>
              <a:rPr sz="2400" spc="2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25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handle</a:t>
            </a:r>
            <a:r>
              <a:rPr sz="2400" spc="2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multiple</a:t>
            </a:r>
            <a:r>
              <a:rPr sz="2400" spc="2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segments,</a:t>
            </a:r>
            <a:r>
              <a:rPr sz="2400" spc="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specially</a:t>
            </a:r>
            <a:r>
              <a:rPr sz="2400" spc="2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60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sz="2400" spc="2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2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source</a:t>
            </a:r>
            <a:r>
              <a:rPr sz="2400" spc="25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spc="2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are</a:t>
            </a:r>
            <a:r>
              <a:rPr sz="2400" spc="2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265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smtClean="0">
                <a:latin typeface="Times New Roman" pitchFamily="18" charset="0"/>
                <a:cs typeface="Times New Roman" pitchFamily="18" charset="0"/>
              </a:rPr>
              <a:t>different</a:t>
            </a:r>
            <a:r>
              <a:rPr lang="en-US" sz="2400" spc="-1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smtClean="0">
                <a:latin typeface="Times New Roman" pitchFamily="18" charset="0"/>
                <a:cs typeface="Times New Roman" pitchFamily="18" charset="0"/>
              </a:rPr>
              <a:t>languages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812800" lvl="1" indent="-343535">
              <a:lnSpc>
                <a:spcPct val="100000"/>
              </a:lnSpc>
              <a:spcBef>
                <a:spcPts val="615"/>
              </a:spcBef>
              <a:buClr>
                <a:srgbClr val="B71E42"/>
              </a:buClr>
              <a:buFont typeface="Wingdings"/>
              <a:buChar char=""/>
              <a:tabLst>
                <a:tab pos="812165" algn="l"/>
                <a:tab pos="812800" algn="l"/>
              </a:tabLst>
            </a:pPr>
            <a:r>
              <a:rPr sz="2400" spc="-6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200" dirty="0">
                <a:latin typeface="Times New Roman" pitchFamily="18" charset="0"/>
                <a:cs typeface="Times New Roman" pitchFamily="18" charset="0"/>
              </a:rPr>
              <a:t>ff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icul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uce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2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de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ular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ogra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spc="-254" dirty="0">
                <a:latin typeface="Times New Roman" pitchFamily="18" charset="0"/>
                <a:cs typeface="Times New Roman" pitchFamily="18" charset="0"/>
              </a:rPr>
              <a:t>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812165" marR="6985" lvl="1" indent="-342900">
              <a:lnSpc>
                <a:spcPct val="130000"/>
              </a:lnSpc>
              <a:buClr>
                <a:srgbClr val="B71E42"/>
              </a:buClr>
              <a:buFont typeface="Wingdings"/>
              <a:buChar char=""/>
              <a:tabLst>
                <a:tab pos="812165" algn="l"/>
                <a:tab pos="812800" algn="l"/>
              </a:tabLst>
            </a:pPr>
            <a:r>
              <a:rPr sz="2400" spc="-5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1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execution</a:t>
            </a:r>
            <a:r>
              <a:rPr sz="2400" spc="1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sz="2400" spc="1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will</a:t>
            </a:r>
            <a:r>
              <a:rPr sz="2400" spc="1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be</a:t>
            </a:r>
            <a:r>
              <a:rPr sz="2400" spc="1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more</a:t>
            </a:r>
            <a:r>
              <a:rPr sz="2400" spc="1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1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sz="2400" spc="1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scheme</a:t>
            </a:r>
            <a:r>
              <a:rPr sz="2400" spc="1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as</a:t>
            </a:r>
            <a:r>
              <a:rPr sz="2400" spc="1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every</a:t>
            </a:r>
            <a:r>
              <a:rPr sz="2400" spc="1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sz="2400" spc="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spc="1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1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assembled</a:t>
            </a:r>
            <a:r>
              <a:rPr sz="2400" spc="1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1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then </a:t>
            </a:r>
            <a:r>
              <a:rPr sz="2400" spc="-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executed.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43252" y="771855"/>
            <a:ext cx="50342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>
                <a:solidFill>
                  <a:srgbClr val="000000"/>
                </a:solidFill>
              </a:rPr>
              <a:t>GENERAL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spc="155" dirty="0">
                <a:solidFill>
                  <a:srgbClr val="000000"/>
                </a:solidFill>
              </a:rPr>
              <a:t>LOADER</a:t>
            </a:r>
            <a:r>
              <a:rPr spc="-110" dirty="0">
                <a:solidFill>
                  <a:srgbClr val="000000"/>
                </a:solidFill>
              </a:rPr>
              <a:t> </a:t>
            </a:r>
            <a:r>
              <a:rPr spc="90" dirty="0">
                <a:solidFill>
                  <a:srgbClr val="000000"/>
                </a:solidFill>
              </a:rPr>
              <a:t>SCHEME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288" y="2028444"/>
            <a:ext cx="8542019" cy="309524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F0DB9308-A722-4DE7-AB6C-C8C25A358F01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50342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>
                <a:solidFill>
                  <a:srgbClr val="000000"/>
                </a:solidFill>
              </a:rPr>
              <a:t>GENERAL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spc="155" dirty="0">
                <a:solidFill>
                  <a:srgbClr val="000000"/>
                </a:solidFill>
              </a:rPr>
              <a:t>LOADER</a:t>
            </a:r>
            <a:r>
              <a:rPr spc="-110" dirty="0">
                <a:solidFill>
                  <a:srgbClr val="000000"/>
                </a:solidFill>
              </a:rPr>
              <a:t> </a:t>
            </a:r>
            <a:r>
              <a:rPr spc="90" dirty="0">
                <a:solidFill>
                  <a:srgbClr val="000000"/>
                </a:solidFill>
              </a:rPr>
              <a:t>SCHEME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DD637E1A-12C5-495F-9F95-E254DD1F8465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1449547"/>
            <a:ext cx="11048999" cy="4502002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1010"/>
              </a:spcBef>
              <a:buClr>
                <a:srgbClr val="B71E42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7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sz="2400" spc="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scheme</a:t>
            </a:r>
            <a:r>
              <a:rPr sz="2400" spc="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assembled</a:t>
            </a:r>
            <a:r>
              <a:rPr sz="2400" spc="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spc="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loaded</a:t>
            </a:r>
            <a:r>
              <a:rPr sz="2400" spc="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into</a:t>
            </a:r>
            <a:r>
              <a:rPr sz="2400" spc="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core,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sz="2400" spc="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eventually</a:t>
            </a:r>
            <a:r>
              <a:rPr sz="2400" spc="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frees</a:t>
            </a:r>
            <a:r>
              <a:rPr sz="2400" spc="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up</a:t>
            </a:r>
            <a:r>
              <a:rPr sz="2400" spc="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the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0665" algn="just">
              <a:lnSpc>
                <a:spcPct val="100000"/>
              </a:lnSpc>
              <a:spcBef>
                <a:spcPts val="910"/>
              </a:spcBef>
            </a:pPr>
            <a:r>
              <a:rPr sz="2400" spc="-120" dirty="0">
                <a:latin typeface="Times New Roman" pitchFamily="18" charset="0"/>
                <a:cs typeface="Times New Roman" pitchFamily="18" charset="0"/>
              </a:rPr>
              <a:t>space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allocated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assembler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previous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scheme.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0665" marR="5080" indent="-228600" algn="just">
              <a:lnSpc>
                <a:spcPct val="140000"/>
              </a:lnSpc>
              <a:spcBef>
                <a:spcPts val="1000"/>
              </a:spcBef>
              <a:buClr>
                <a:srgbClr val="B71E42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55" dirty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scheme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requires </a:t>
            </a:r>
            <a:r>
              <a:rPr sz="2400" spc="-19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1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35" dirty="0">
                <a:latin typeface="Times New Roman" pitchFamily="18" charset="0"/>
                <a:cs typeface="Times New Roman" pitchFamily="18" charset="0"/>
              </a:rPr>
              <a:t>LOADER,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which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accepts the assemble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machine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instructions, 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sz="2400" spc="-160" dirty="0">
                <a:latin typeface="Times New Roman" pitchFamily="18" charset="0"/>
                <a:cs typeface="Times New Roman" pitchFamily="18" charset="0"/>
              </a:rPr>
              <a:t>&amp; </a:t>
            </a:r>
            <a:r>
              <a:rPr sz="2400" spc="-1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other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information present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object</a:t>
            </a:r>
            <a:r>
              <a:rPr sz="2400" spc="3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format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400" spc="-140" dirty="0">
                <a:latin typeface="Times New Roman" pitchFamily="18" charset="0"/>
                <a:cs typeface="Times New Roman" pitchFamily="18" charset="0"/>
              </a:rPr>
              <a:t>place</a:t>
            </a:r>
            <a:r>
              <a:rPr sz="2400" spc="2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machine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sz="2400" spc="-160" dirty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sz="2400" spc="25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sz="2400" spc="2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2400" spc="-60">
                <a:latin typeface="Times New Roman" pitchFamily="18" charset="0"/>
                <a:cs typeface="Times New Roman" pitchFamily="18" charset="0"/>
              </a:rPr>
              <a:t>core </a:t>
            </a:r>
            <a:r>
              <a:rPr lang="en-US" sz="2400" spc="-55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11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spc="-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an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executable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format.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 algn="just">
              <a:lnSpc>
                <a:spcPct val="100000"/>
              </a:lnSpc>
              <a:spcBef>
                <a:spcPts val="1910"/>
              </a:spcBef>
              <a:buClr>
                <a:srgbClr val="B71E42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6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loade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oc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upi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some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po</a:t>
            </a:r>
            <a:r>
              <a:rPr sz="2400" spc="1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on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me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mo</a:t>
            </a:r>
            <a:r>
              <a:rPr sz="2400" spc="4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265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sz="2400" spc="-285" dirty="0">
                <a:latin typeface="Times New Roman" pitchFamily="18" charset="0"/>
                <a:cs typeface="Times New Roman" pitchFamily="18" charset="0"/>
              </a:rPr>
              <a:t>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 algn="just">
              <a:lnSpc>
                <a:spcPct val="100000"/>
              </a:lnSpc>
              <a:spcBef>
                <a:spcPts val="1920"/>
              </a:spcBef>
              <a:buClr>
                <a:srgbClr val="B71E42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140" dirty="0">
                <a:latin typeface="Times New Roman" pitchFamily="18" charset="0"/>
                <a:cs typeface="Times New Roman" pitchFamily="18" charset="0"/>
              </a:rPr>
              <a:t>No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reassembly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requires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run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65" dirty="0">
                <a:latin typeface="Times New Roman" pitchFamily="18" charset="0"/>
                <a:cs typeface="Times New Roman" pitchFamily="18" charset="0"/>
              </a:rPr>
              <a:t>at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later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5" dirty="0">
                <a:latin typeface="Times New Roman" pitchFamily="18" charset="0"/>
                <a:cs typeface="Times New Roman" pitchFamily="18" charset="0"/>
              </a:rPr>
              <a:t>date.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 algn="just">
              <a:lnSpc>
                <a:spcPct val="100000"/>
              </a:lnSpc>
              <a:spcBef>
                <a:spcPts val="1910"/>
              </a:spcBef>
              <a:buClr>
                <a:srgbClr val="B71E42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90" dirty="0">
                <a:latin typeface="Times New Roman" pitchFamily="18" charset="0"/>
                <a:cs typeface="Times New Roman" pitchFamily="18" charset="0"/>
              </a:rPr>
              <a:t>Possible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write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different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subroutines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different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languages.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50342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>
                <a:solidFill>
                  <a:srgbClr val="000000"/>
                </a:solidFill>
              </a:rPr>
              <a:t>GENERAL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spc="155" dirty="0">
                <a:solidFill>
                  <a:srgbClr val="000000"/>
                </a:solidFill>
              </a:rPr>
              <a:t>LOADER</a:t>
            </a:r>
            <a:r>
              <a:rPr spc="-110" dirty="0">
                <a:solidFill>
                  <a:srgbClr val="000000"/>
                </a:solidFill>
              </a:rPr>
              <a:t> </a:t>
            </a:r>
            <a:r>
              <a:rPr spc="90" dirty="0">
                <a:solidFill>
                  <a:srgbClr val="000000"/>
                </a:solidFill>
              </a:rPr>
              <a:t>SCHEME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62455" y="1827276"/>
            <a:ext cx="9747885" cy="3665220"/>
            <a:chOff x="1362455" y="1827276"/>
            <a:chExt cx="9747885" cy="36652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8363" y="1853184"/>
              <a:ext cx="9695688" cy="36134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75409" y="1840230"/>
              <a:ext cx="9721850" cy="3639820"/>
            </a:xfrm>
            <a:custGeom>
              <a:avLst/>
              <a:gdLst/>
              <a:ahLst/>
              <a:cxnLst/>
              <a:rect l="l" t="t" r="r" b="b"/>
              <a:pathLst>
                <a:path w="9721850" h="3639820">
                  <a:moveTo>
                    <a:pt x="0" y="3639312"/>
                  </a:moveTo>
                  <a:lnTo>
                    <a:pt x="9721596" y="3639312"/>
                  </a:lnTo>
                  <a:lnTo>
                    <a:pt x="9721596" y="0"/>
                  </a:lnTo>
                  <a:lnTo>
                    <a:pt x="0" y="0"/>
                  </a:lnTo>
                  <a:lnTo>
                    <a:pt x="0" y="3639312"/>
                  </a:lnTo>
                  <a:close/>
                </a:path>
              </a:pathLst>
            </a:custGeom>
            <a:ln w="25908">
              <a:solidFill>
                <a:srgbClr val="E6668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C1E905F-BCEA-47BF-856A-BDB76EB569DC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838200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228600"/>
            <a:ext cx="25336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0" dirty="0">
                <a:solidFill>
                  <a:srgbClr val="000000"/>
                </a:solidFill>
              </a:rPr>
              <a:t>A</a:t>
            </a:r>
            <a:r>
              <a:rPr spc="275" dirty="0">
                <a:solidFill>
                  <a:srgbClr val="000000"/>
                </a:solidFill>
              </a:rPr>
              <a:t>D</a:t>
            </a:r>
            <a:r>
              <a:rPr spc="-204" dirty="0">
                <a:solidFill>
                  <a:srgbClr val="000000"/>
                </a:solidFill>
              </a:rPr>
              <a:t>V</a:t>
            </a:r>
            <a:r>
              <a:rPr spc="340" dirty="0">
                <a:solidFill>
                  <a:srgbClr val="000000"/>
                </a:solidFill>
              </a:rPr>
              <a:t>A</a:t>
            </a:r>
            <a:r>
              <a:rPr spc="360" dirty="0">
                <a:solidFill>
                  <a:srgbClr val="000000"/>
                </a:solidFill>
              </a:rPr>
              <a:t>N</a:t>
            </a:r>
            <a:r>
              <a:rPr spc="-260" dirty="0">
                <a:solidFill>
                  <a:srgbClr val="000000"/>
                </a:solidFill>
              </a:rPr>
              <a:t>T</a:t>
            </a:r>
            <a:r>
              <a:rPr spc="114" dirty="0">
                <a:solidFill>
                  <a:srgbClr val="000000"/>
                </a:solidFill>
              </a:rPr>
              <a:t>A</a:t>
            </a:r>
            <a:r>
              <a:rPr dirty="0">
                <a:solidFill>
                  <a:srgbClr val="000000"/>
                </a:solidFill>
              </a:rPr>
              <a:t>GES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510A66C0-388E-413F-A245-A437596339BF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381000" y="1066800"/>
            <a:ext cx="11125199" cy="33716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182880" indent="-228600">
              <a:lnSpc>
                <a:spcPct val="120000"/>
              </a:lnSpc>
              <a:spcBef>
                <a:spcPts val="100"/>
              </a:spcBef>
            </a:pPr>
            <a:r>
              <a:rPr sz="2400" spc="-6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program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need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not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be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retranslated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each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while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running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85" dirty="0">
                <a:latin typeface="Times New Roman" pitchFamily="18" charset="0"/>
                <a:cs typeface="Times New Roman" pitchFamily="18" charset="0"/>
              </a:rPr>
              <a:t>it.</a:t>
            </a:r>
            <a:r>
              <a:rPr sz="2400" spc="-2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70" dirty="0">
                <a:latin typeface="Times New Roman" pitchFamily="18" charset="0"/>
                <a:cs typeface="Times New Roman" pitchFamily="18" charset="0"/>
              </a:rPr>
              <a:t>.obj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65" dirty="0">
                <a:latin typeface="Times New Roman" pitchFamily="18" charset="0"/>
                <a:cs typeface="Times New Roman" pitchFamily="18" charset="0"/>
              </a:rPr>
              <a:t>file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can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be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used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9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sz="2400" spc="-5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required.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140970" marR="20955" indent="-140970">
              <a:lnSpc>
                <a:spcPct val="120000"/>
              </a:lnSpc>
              <a:spcBef>
                <a:spcPts val="994"/>
              </a:spcBef>
              <a:buChar char="•"/>
              <a:tabLst>
                <a:tab pos="140970" algn="l"/>
              </a:tabLst>
            </a:pPr>
            <a:r>
              <a:rPr sz="2400" spc="-65" dirty="0">
                <a:latin typeface="Times New Roman" pitchFamily="18" charset="0"/>
                <a:cs typeface="Times New Roman" pitchFamily="18" charset="0"/>
              </a:rPr>
              <a:t>There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no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wastage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memory,</a:t>
            </a:r>
            <a:r>
              <a:rPr sz="2400" spc="-2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because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assembler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not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placed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memory,</a:t>
            </a:r>
            <a:r>
              <a:rPr sz="2400" spc="-2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instead </a:t>
            </a:r>
            <a:r>
              <a:rPr sz="2400" spc="-5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85" dirty="0">
                <a:latin typeface="Times New Roman" pitchFamily="18" charset="0"/>
                <a:cs typeface="Times New Roman" pitchFamily="18" charset="0"/>
              </a:rPr>
              <a:t>it,</a:t>
            </a:r>
            <a:r>
              <a:rPr sz="2400" spc="-2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loader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occupies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some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portion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memory.And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size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loader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smaller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than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assembler,</a:t>
            </a:r>
            <a:r>
              <a:rPr sz="2400" spc="-2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so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more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memory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65" dirty="0">
                <a:latin typeface="Times New Roman" pitchFamily="18" charset="0"/>
                <a:cs typeface="Times New Roman" pitchFamily="18" charset="0"/>
              </a:rPr>
              <a:t>available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user.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173355" marR="5080" indent="-173355">
              <a:lnSpc>
                <a:spcPct val="120100"/>
              </a:lnSpc>
              <a:spcBef>
                <a:spcPts val="1005"/>
              </a:spcBef>
              <a:buChar char="•"/>
              <a:tabLst>
                <a:tab pos="173355" algn="l"/>
              </a:tabLst>
            </a:pPr>
            <a:r>
              <a:rPr sz="2400" spc="-95" dirty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possible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write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source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program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multiple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programs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multiple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languages, 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because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source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programs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are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first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converted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object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programs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65" dirty="0">
                <a:latin typeface="Times New Roman" pitchFamily="18" charset="0"/>
                <a:cs typeface="Times New Roman" pitchFamily="18" charset="0"/>
              </a:rPr>
              <a:t>always,</a:t>
            </a:r>
            <a:r>
              <a:rPr sz="2400" spc="-2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loader </a:t>
            </a:r>
            <a:r>
              <a:rPr sz="2400" spc="-5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ac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ep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ts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ese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40" dirty="0">
                <a:latin typeface="Times New Roman" pitchFamily="18" charset="0"/>
                <a:cs typeface="Times New Roman" pitchFamily="18" charset="0"/>
              </a:rPr>
              <a:t>ob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ect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modu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es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co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ecu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able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6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orm.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6128003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0" y="457200"/>
          <a:ext cx="12191365" cy="579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400"/>
                <a:gridCol w="4830445"/>
                <a:gridCol w="4830445"/>
                <a:gridCol w="1108075"/>
              </a:tblGrid>
              <a:tr h="647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Compile</a:t>
                      </a:r>
                      <a:r>
                        <a:rPr sz="2800" b="1" spc="-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2800" b="1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2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Go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8929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800" b="1" spc="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General</a:t>
                      </a:r>
                      <a:r>
                        <a:rPr sz="28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Loader</a:t>
                      </a:r>
                      <a:r>
                        <a:rPr sz="28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Scheme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3175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892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0619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marR="302895" algn="just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600" spc="3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io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memo</a:t>
                      </a:r>
                      <a:r>
                        <a:rPr sz="1600" spc="4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waste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because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memo</a:t>
                      </a:r>
                      <a:r>
                        <a:rPr sz="1600" spc="4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y  </a:t>
                      </a:r>
                      <a:r>
                        <a:rPr sz="1600" spc="-85" dirty="0">
                          <a:latin typeface="Trebuchet MS"/>
                          <a:cs typeface="Trebuchet MS"/>
                        </a:rPr>
                        <a:t>occupied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by the </a:t>
                      </a:r>
                      <a:r>
                        <a:rPr sz="1600" spc="-85" dirty="0">
                          <a:latin typeface="Trebuchet MS"/>
                          <a:cs typeface="Trebuchet MS"/>
                        </a:rPr>
                        <a:t>assembler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is </a:t>
                      </a:r>
                      <a:r>
                        <a:rPr sz="1600" spc="-125" dirty="0">
                          <a:latin typeface="Trebuchet MS"/>
                          <a:cs typeface="Trebuchet MS"/>
                        </a:rPr>
                        <a:t>unavailable </a:t>
                      </a:r>
                      <a:r>
                        <a:rPr sz="1600" spc="-45" dirty="0">
                          <a:latin typeface="Trebuchet MS"/>
                          <a:cs typeface="Trebuchet MS"/>
                        </a:rPr>
                        <a:t>to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object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0" dirty="0">
                          <a:latin typeface="Trebuchet MS"/>
                          <a:cs typeface="Trebuchet MS"/>
                        </a:rPr>
                        <a:t>program.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25"/>
                        </a:lnSpc>
                        <a:spcBef>
                          <a:spcPts val="10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More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5" dirty="0">
                          <a:latin typeface="Trebuchet MS"/>
                          <a:cs typeface="Trebuchet MS"/>
                        </a:rPr>
                        <a:t>memory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35" dirty="0">
                          <a:latin typeface="Trebuchet MS"/>
                          <a:cs typeface="Trebuchet MS"/>
                        </a:rPr>
                        <a:t>available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User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loader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10" dirty="0">
                          <a:latin typeface="Trebuchet MS"/>
                          <a:cs typeface="Trebuchet MS"/>
                        </a:rPr>
                        <a:t>small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0" dirty="0">
                          <a:latin typeface="Trebuchet MS"/>
                          <a:cs typeface="Trebuchet MS"/>
                        </a:rPr>
                        <a:t>as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91440">
                        <a:lnSpc>
                          <a:spcPts val="1825"/>
                        </a:lnSpc>
                      </a:pPr>
                      <a:r>
                        <a:rPr sz="1600" spc="-80" dirty="0">
                          <a:latin typeface="Trebuchet MS"/>
                          <a:cs typeface="Trebuchet MS"/>
                        </a:rPr>
                        <a:t>compared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5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14" dirty="0">
                          <a:latin typeface="Trebuchet MS"/>
                          <a:cs typeface="Trebuchet MS"/>
                        </a:rPr>
                        <a:t>assembler/compiler.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33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0142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marR="838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80" dirty="0">
                          <a:latin typeface="Trebuchet MS"/>
                          <a:cs typeface="Trebuchet MS"/>
                        </a:rPr>
                        <a:t>It</a:t>
                      </a:r>
                      <a:r>
                        <a:rPr sz="16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6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necessary</a:t>
                      </a:r>
                      <a:r>
                        <a:rPr sz="16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60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0" dirty="0">
                          <a:latin typeface="Trebuchet MS"/>
                          <a:cs typeface="Trebuchet MS"/>
                        </a:rPr>
                        <a:t>re-translate</a:t>
                      </a:r>
                      <a:r>
                        <a:rPr sz="1600" spc="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(assemble)</a:t>
                      </a:r>
                      <a:r>
                        <a:rPr sz="1600" spc="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600" spc="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user's </a:t>
                      </a:r>
                      <a:r>
                        <a:rPr sz="1600" spc="-4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am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fi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5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me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6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nn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600" spc="1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.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85" dirty="0">
                          <a:latin typeface="Trebuchet MS"/>
                          <a:cs typeface="Trebuchet MS"/>
                        </a:rPr>
                        <a:t>Reassembly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5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required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5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run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0" dirty="0">
                          <a:latin typeface="Trebuchet MS"/>
                          <a:cs typeface="Trebuchet MS"/>
                        </a:rPr>
                        <a:t>program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35" dirty="0"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later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date..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3241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80" dirty="0">
                          <a:latin typeface="Trebuchet MS"/>
                          <a:cs typeface="Trebuchet MS"/>
                        </a:rPr>
                        <a:t>It</a:t>
                      </a:r>
                      <a:r>
                        <a:rPr sz="16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6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65" dirty="0">
                          <a:latin typeface="Trebuchet MS"/>
                          <a:cs typeface="Trebuchet MS"/>
                        </a:rPr>
                        <a:t>very</a:t>
                      </a:r>
                      <a:r>
                        <a:rPr sz="16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20" dirty="0">
                          <a:latin typeface="Trebuchet MS"/>
                          <a:cs typeface="Trebuchet MS"/>
                        </a:rPr>
                        <a:t>difficult</a:t>
                      </a:r>
                      <a:r>
                        <a:rPr sz="16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6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handle</a:t>
                      </a:r>
                      <a:r>
                        <a:rPr sz="16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10" dirty="0">
                          <a:latin typeface="Trebuchet MS"/>
                          <a:cs typeface="Trebuchet MS"/>
                        </a:rPr>
                        <a:t>multiple</a:t>
                      </a:r>
                      <a:r>
                        <a:rPr sz="16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segments,</a:t>
                      </a:r>
                      <a:r>
                        <a:rPr sz="16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10" dirty="0">
                          <a:latin typeface="Trebuchet MS"/>
                          <a:cs typeface="Trebuchet MS"/>
                        </a:rPr>
                        <a:t>especially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ce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dif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.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3185" algn="just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125" dirty="0">
                          <a:latin typeface="Trebuchet MS"/>
                          <a:cs typeface="Trebuchet MS"/>
                        </a:rPr>
                        <a:t>If</a:t>
                      </a:r>
                      <a:r>
                        <a:rPr sz="16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0" dirty="0">
                          <a:latin typeface="Trebuchet MS"/>
                          <a:cs typeface="Trebuchet MS"/>
                        </a:rPr>
                        <a:t>translators </a:t>
                      </a:r>
                      <a:r>
                        <a:rPr sz="1600" spc="-65" dirty="0">
                          <a:latin typeface="Trebuchet MS"/>
                          <a:cs typeface="Trebuchet MS"/>
                        </a:rPr>
                        <a:t>produce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compatible </a:t>
                      </a:r>
                      <a:r>
                        <a:rPr sz="1600" spc="-110" dirty="0">
                          <a:latin typeface="Trebuchet MS"/>
                          <a:cs typeface="Trebuchet MS"/>
                        </a:rPr>
                        <a:t>object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deck </a:t>
                      </a:r>
                      <a:r>
                        <a:rPr sz="1600" spc="-85" dirty="0">
                          <a:latin typeface="Trebuchet MS"/>
                          <a:cs typeface="Trebuchet MS"/>
                        </a:rPr>
                        <a:t>formats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use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compatible</a:t>
                      </a:r>
                      <a:r>
                        <a:rPr sz="16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85" dirty="0">
                          <a:latin typeface="Trebuchet MS"/>
                          <a:cs typeface="Trebuchet MS"/>
                        </a:rPr>
                        <a:t>conventions,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its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 possible</a:t>
                      </a:r>
                      <a:r>
                        <a:rPr sz="16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to </a:t>
                      </a:r>
                      <a:r>
                        <a:rPr sz="1600" spc="-70" dirty="0">
                          <a:latin typeface="Trebuchet MS"/>
                          <a:cs typeface="Trebuchet MS"/>
                        </a:rPr>
                        <a:t>write </a:t>
                      </a:r>
                      <a:r>
                        <a:rPr sz="16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su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ut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nes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dif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ng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ages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0142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marR="3943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ecut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io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me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wil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this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he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as  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5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me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am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le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nd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then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ecuted.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ecut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io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me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les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this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he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1600" spc="3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.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7294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181610" algn="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4658" y="1847850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8063" y="772795"/>
            <a:ext cx="36391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>
                <a:solidFill>
                  <a:srgbClr val="000000"/>
                </a:solidFill>
              </a:rPr>
              <a:t>ABSOLUTE</a:t>
            </a:r>
            <a:r>
              <a:rPr spc="-165" dirty="0">
                <a:solidFill>
                  <a:srgbClr val="000000"/>
                </a:solidFill>
              </a:rPr>
              <a:t> </a:t>
            </a:r>
            <a:r>
              <a:rPr spc="155" dirty="0">
                <a:solidFill>
                  <a:srgbClr val="000000"/>
                </a:solidFill>
              </a:rPr>
              <a:t>LOADER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21891" y="2124455"/>
            <a:ext cx="4697095" cy="3182620"/>
            <a:chOff x="1421891" y="2124455"/>
            <a:chExt cx="4697095" cy="31826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99" y="2150363"/>
              <a:ext cx="4645152" cy="31302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34845" y="2137409"/>
              <a:ext cx="4671060" cy="3156585"/>
            </a:xfrm>
            <a:custGeom>
              <a:avLst/>
              <a:gdLst/>
              <a:ahLst/>
              <a:cxnLst/>
              <a:rect l="l" t="t" r="r" b="b"/>
              <a:pathLst>
                <a:path w="4671060" h="3156585">
                  <a:moveTo>
                    <a:pt x="0" y="3156204"/>
                  </a:moveTo>
                  <a:lnTo>
                    <a:pt x="4671060" y="3156204"/>
                  </a:lnTo>
                  <a:lnTo>
                    <a:pt x="4671060" y="0"/>
                  </a:lnTo>
                  <a:lnTo>
                    <a:pt x="0" y="0"/>
                  </a:lnTo>
                  <a:lnTo>
                    <a:pt x="0" y="3156204"/>
                  </a:lnTo>
                  <a:close/>
                </a:path>
              </a:pathLst>
            </a:custGeom>
            <a:ln w="25908">
              <a:solidFill>
                <a:srgbClr val="E6668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51681" y="3705733"/>
              <a:ext cx="662305" cy="930910"/>
            </a:xfrm>
            <a:custGeom>
              <a:avLst/>
              <a:gdLst/>
              <a:ahLst/>
              <a:cxnLst/>
              <a:rect l="l" t="t" r="r" b="b"/>
              <a:pathLst>
                <a:path w="662304" h="930910">
                  <a:moveTo>
                    <a:pt x="612799" y="872413"/>
                  </a:moveTo>
                  <a:lnTo>
                    <a:pt x="586867" y="890778"/>
                  </a:lnTo>
                  <a:lnTo>
                    <a:pt x="662051" y="930910"/>
                  </a:lnTo>
                  <a:lnTo>
                    <a:pt x="654645" y="882777"/>
                  </a:lnTo>
                  <a:lnTo>
                    <a:pt x="620141" y="882777"/>
                  </a:lnTo>
                  <a:lnTo>
                    <a:pt x="612799" y="872413"/>
                  </a:lnTo>
                  <a:close/>
                </a:path>
                <a:path w="662304" h="930910">
                  <a:moveTo>
                    <a:pt x="623209" y="865041"/>
                  </a:moveTo>
                  <a:lnTo>
                    <a:pt x="612799" y="872413"/>
                  </a:lnTo>
                  <a:lnTo>
                    <a:pt x="620141" y="882777"/>
                  </a:lnTo>
                  <a:lnTo>
                    <a:pt x="630555" y="875411"/>
                  </a:lnTo>
                  <a:lnTo>
                    <a:pt x="623209" y="865041"/>
                  </a:lnTo>
                  <a:close/>
                </a:path>
                <a:path w="662304" h="930910">
                  <a:moveTo>
                    <a:pt x="649097" y="846709"/>
                  </a:moveTo>
                  <a:lnTo>
                    <a:pt x="623209" y="865041"/>
                  </a:lnTo>
                  <a:lnTo>
                    <a:pt x="630555" y="875411"/>
                  </a:lnTo>
                  <a:lnTo>
                    <a:pt x="620141" y="882777"/>
                  </a:lnTo>
                  <a:lnTo>
                    <a:pt x="654645" y="882777"/>
                  </a:lnTo>
                  <a:lnTo>
                    <a:pt x="649097" y="846709"/>
                  </a:lnTo>
                  <a:close/>
                </a:path>
                <a:path w="662304" h="930910">
                  <a:moveTo>
                    <a:pt x="10414" y="0"/>
                  </a:moveTo>
                  <a:lnTo>
                    <a:pt x="0" y="7366"/>
                  </a:lnTo>
                  <a:lnTo>
                    <a:pt x="612799" y="872413"/>
                  </a:lnTo>
                  <a:lnTo>
                    <a:pt x="623209" y="865041"/>
                  </a:lnTo>
                  <a:lnTo>
                    <a:pt x="104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93255" y="2041651"/>
            <a:ext cx="4478020" cy="314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95"/>
              </a:spcBef>
              <a:buClr>
                <a:srgbClr val="B71E42"/>
              </a:buClr>
              <a:buFont typeface="Segoe UI Symbol"/>
              <a:buChar char="⚫"/>
              <a:tabLst>
                <a:tab pos="285115" algn="l"/>
                <a:tab pos="285750" algn="l"/>
              </a:tabLst>
            </a:pPr>
            <a:r>
              <a:rPr sz="1900" spc="-120" dirty="0">
                <a:latin typeface="Trebuchet MS"/>
                <a:cs typeface="Trebuchet MS"/>
              </a:rPr>
              <a:t>Simp</a:t>
            </a:r>
            <a:r>
              <a:rPr sz="1900" spc="-65" dirty="0">
                <a:latin typeface="Trebuchet MS"/>
                <a:cs typeface="Trebuchet MS"/>
              </a:rPr>
              <a:t>l</a:t>
            </a:r>
            <a:r>
              <a:rPr sz="1900" spc="-85" dirty="0">
                <a:latin typeface="Trebuchet MS"/>
                <a:cs typeface="Trebuchet MS"/>
              </a:rPr>
              <a:t>es</a:t>
            </a:r>
            <a:r>
              <a:rPr sz="1900" spc="-125" dirty="0">
                <a:latin typeface="Trebuchet MS"/>
                <a:cs typeface="Trebuchet MS"/>
              </a:rPr>
              <a:t>t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S</a:t>
            </a:r>
            <a:r>
              <a:rPr sz="1900" spc="-90" dirty="0">
                <a:latin typeface="Trebuchet MS"/>
                <a:cs typeface="Trebuchet MS"/>
              </a:rPr>
              <a:t>c</a:t>
            </a:r>
            <a:r>
              <a:rPr sz="1900" spc="-114" dirty="0">
                <a:latin typeface="Trebuchet MS"/>
                <a:cs typeface="Trebuchet MS"/>
              </a:rPr>
              <a:t>hem</a:t>
            </a:r>
            <a:r>
              <a:rPr sz="1900" spc="-130" dirty="0">
                <a:latin typeface="Trebuchet MS"/>
                <a:cs typeface="Trebuchet MS"/>
              </a:rPr>
              <a:t>e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55" dirty="0">
                <a:latin typeface="Trebuchet MS"/>
                <a:cs typeface="Trebuchet MS"/>
              </a:rPr>
              <a:t>be</a:t>
            </a:r>
            <a:r>
              <a:rPr sz="1900" spc="-80" dirty="0">
                <a:latin typeface="Trebuchet MS"/>
                <a:cs typeface="Trebuchet MS"/>
              </a:rPr>
              <a:t>l</a:t>
            </a:r>
            <a:r>
              <a:rPr sz="1900" spc="-75" dirty="0">
                <a:latin typeface="Trebuchet MS"/>
                <a:cs typeface="Trebuchet MS"/>
              </a:rPr>
              <a:t>on</a:t>
            </a:r>
            <a:r>
              <a:rPr sz="1900" spc="-80" dirty="0">
                <a:latin typeface="Trebuchet MS"/>
                <a:cs typeface="Trebuchet MS"/>
              </a:rPr>
              <a:t>g</a:t>
            </a:r>
            <a:r>
              <a:rPr sz="1900" spc="-120" dirty="0">
                <a:latin typeface="Trebuchet MS"/>
                <a:cs typeface="Trebuchet MS"/>
              </a:rPr>
              <a:t>in</a:t>
            </a:r>
            <a:r>
              <a:rPr sz="1900" spc="-140" dirty="0">
                <a:latin typeface="Trebuchet MS"/>
                <a:cs typeface="Trebuchet MS"/>
              </a:rPr>
              <a:t>g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to </a:t>
            </a:r>
            <a:r>
              <a:rPr sz="1900" spc="-15" dirty="0">
                <a:latin typeface="Trebuchet MS"/>
                <a:cs typeface="Trebuchet MS"/>
              </a:rPr>
              <a:t>G</a:t>
            </a:r>
            <a:r>
              <a:rPr sz="1900" dirty="0">
                <a:latin typeface="Trebuchet MS"/>
                <a:cs typeface="Trebuchet MS"/>
              </a:rPr>
              <a:t>e</a:t>
            </a:r>
            <a:r>
              <a:rPr sz="1900" spc="-80" dirty="0">
                <a:latin typeface="Trebuchet MS"/>
                <a:cs typeface="Trebuchet MS"/>
              </a:rPr>
              <a:t>ne</a:t>
            </a:r>
            <a:r>
              <a:rPr sz="1900" spc="-50" dirty="0">
                <a:latin typeface="Trebuchet MS"/>
                <a:cs typeface="Trebuchet MS"/>
              </a:rPr>
              <a:t>r</a:t>
            </a:r>
            <a:r>
              <a:rPr sz="1900" spc="-170" dirty="0">
                <a:latin typeface="Trebuchet MS"/>
                <a:cs typeface="Trebuchet MS"/>
              </a:rPr>
              <a:t>al</a:t>
            </a:r>
            <a:endParaRPr sz="1900">
              <a:latin typeface="Trebuchet MS"/>
              <a:cs typeface="Trebuchet MS"/>
            </a:endParaRPr>
          </a:p>
          <a:p>
            <a:pPr marL="285115">
              <a:lnSpc>
                <a:spcPct val="100000"/>
              </a:lnSpc>
            </a:pPr>
            <a:r>
              <a:rPr sz="1900" spc="-100" dirty="0">
                <a:latin typeface="Trebuchet MS"/>
                <a:cs typeface="Trebuchet MS"/>
              </a:rPr>
              <a:t>lo</a:t>
            </a:r>
            <a:r>
              <a:rPr sz="1900" spc="-130" dirty="0">
                <a:latin typeface="Trebuchet MS"/>
                <a:cs typeface="Trebuchet MS"/>
              </a:rPr>
              <a:t>a</a:t>
            </a:r>
            <a:r>
              <a:rPr sz="1900" spc="-110" dirty="0">
                <a:latin typeface="Trebuchet MS"/>
                <a:cs typeface="Trebuchet MS"/>
              </a:rPr>
              <a:t>de</a:t>
            </a:r>
            <a:r>
              <a:rPr sz="1900" spc="10" dirty="0">
                <a:latin typeface="Trebuchet MS"/>
                <a:cs typeface="Trebuchet MS"/>
              </a:rPr>
              <a:t>r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S</a:t>
            </a:r>
            <a:r>
              <a:rPr sz="1900" spc="-90" dirty="0">
                <a:latin typeface="Trebuchet MS"/>
                <a:cs typeface="Trebuchet MS"/>
              </a:rPr>
              <a:t>c</a:t>
            </a:r>
            <a:r>
              <a:rPr sz="1900" spc="-114" dirty="0">
                <a:latin typeface="Trebuchet MS"/>
                <a:cs typeface="Trebuchet MS"/>
              </a:rPr>
              <a:t>heme</a:t>
            </a:r>
            <a:endParaRPr sz="1900">
              <a:latin typeface="Trebuchet MS"/>
              <a:cs typeface="Trebuchet MS"/>
            </a:endParaRPr>
          </a:p>
          <a:p>
            <a:pPr marL="285115" marR="5080" indent="-273050">
              <a:lnSpc>
                <a:spcPct val="100000"/>
              </a:lnSpc>
              <a:spcBef>
                <a:spcPts val="1010"/>
              </a:spcBef>
              <a:buClr>
                <a:srgbClr val="B71E42"/>
              </a:buClr>
              <a:buFont typeface="Segoe UI Symbol"/>
              <a:buChar char="⚫"/>
              <a:tabLst>
                <a:tab pos="285115" algn="l"/>
                <a:tab pos="285750" algn="l"/>
              </a:tabLst>
            </a:pPr>
            <a:r>
              <a:rPr sz="1900" spc="-70" dirty="0">
                <a:latin typeface="Trebuchet MS"/>
                <a:cs typeface="Trebuchet MS"/>
              </a:rPr>
              <a:t>Loader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loads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object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program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into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core </a:t>
            </a:r>
            <a:r>
              <a:rPr sz="1900" spc="-555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spe</a:t>
            </a:r>
            <a:r>
              <a:rPr sz="1900" spc="-160" dirty="0">
                <a:latin typeface="Trebuchet MS"/>
                <a:cs typeface="Trebuchet MS"/>
              </a:rPr>
              <a:t>ci</a:t>
            </a:r>
            <a:r>
              <a:rPr sz="1900" spc="-145" dirty="0">
                <a:latin typeface="Trebuchet MS"/>
                <a:cs typeface="Trebuchet MS"/>
              </a:rPr>
              <a:t>f</a:t>
            </a:r>
            <a:r>
              <a:rPr sz="1900" spc="-95" dirty="0">
                <a:latin typeface="Trebuchet MS"/>
                <a:cs typeface="Trebuchet MS"/>
              </a:rPr>
              <a:t>i</a:t>
            </a:r>
            <a:r>
              <a:rPr sz="1900" spc="-165" dirty="0">
                <a:latin typeface="Trebuchet MS"/>
                <a:cs typeface="Trebuchet MS"/>
              </a:rPr>
              <a:t>e</a:t>
            </a:r>
            <a:r>
              <a:rPr sz="1900" spc="-95" dirty="0">
                <a:latin typeface="Trebuchet MS"/>
                <a:cs typeface="Trebuchet MS"/>
              </a:rPr>
              <a:t>d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b</a:t>
            </a:r>
            <a:r>
              <a:rPr sz="1900" spc="-110" dirty="0">
                <a:latin typeface="Trebuchet MS"/>
                <a:cs typeface="Trebuchet MS"/>
              </a:rPr>
              <a:t>y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t</a:t>
            </a:r>
            <a:r>
              <a:rPr sz="1900" spc="-50" dirty="0">
                <a:latin typeface="Trebuchet MS"/>
                <a:cs typeface="Trebuchet MS"/>
              </a:rPr>
              <a:t>r</a:t>
            </a:r>
            <a:r>
              <a:rPr sz="1900" spc="-95" dirty="0">
                <a:latin typeface="Trebuchet MS"/>
                <a:cs typeface="Trebuchet MS"/>
              </a:rPr>
              <a:t>anslator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i</a:t>
            </a:r>
            <a:r>
              <a:rPr sz="1900" spc="-80" dirty="0">
                <a:latin typeface="Trebuchet MS"/>
                <a:cs typeface="Trebuchet MS"/>
              </a:rPr>
              <a:t>ts</a:t>
            </a:r>
            <a:r>
              <a:rPr sz="1900" spc="-180" dirty="0">
                <a:latin typeface="Trebuchet MS"/>
                <a:cs typeface="Trebuchet MS"/>
              </a:rPr>
              <a:t>e</a:t>
            </a:r>
            <a:r>
              <a:rPr sz="1900" spc="-95" dirty="0">
                <a:latin typeface="Trebuchet MS"/>
                <a:cs typeface="Trebuchet MS"/>
              </a:rPr>
              <a:t>l</a:t>
            </a:r>
            <a:r>
              <a:rPr sz="1900" spc="-229" dirty="0">
                <a:latin typeface="Trebuchet MS"/>
                <a:cs typeface="Trebuchet MS"/>
              </a:rPr>
              <a:t>f</a:t>
            </a:r>
            <a:endParaRPr sz="1900">
              <a:latin typeface="Trebuchet MS"/>
              <a:cs typeface="Trebuchet MS"/>
            </a:endParaRPr>
          </a:p>
          <a:p>
            <a:pPr marL="285115" indent="-273050">
              <a:lnSpc>
                <a:spcPct val="100000"/>
              </a:lnSpc>
              <a:spcBef>
                <a:spcPts val="994"/>
              </a:spcBef>
              <a:buClr>
                <a:srgbClr val="B71E42"/>
              </a:buClr>
              <a:buFont typeface="Segoe UI Symbol"/>
              <a:buChar char="⚫"/>
              <a:tabLst>
                <a:tab pos="285115" algn="l"/>
                <a:tab pos="285750" algn="l"/>
              </a:tabLst>
            </a:pPr>
            <a:r>
              <a:rPr sz="1900" spc="-60" dirty="0">
                <a:latin typeface="Trebuchet MS"/>
                <a:cs typeface="Trebuchet MS"/>
              </a:rPr>
              <a:t>Absolute</a:t>
            </a:r>
            <a:r>
              <a:rPr sz="1900" spc="-80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Loading</a:t>
            </a:r>
            <a:endParaRPr sz="1900">
              <a:latin typeface="Trebuchet MS"/>
              <a:cs typeface="Trebuchet MS"/>
            </a:endParaRPr>
          </a:p>
          <a:p>
            <a:pPr marL="561340" lvl="1" indent="-274320">
              <a:lnSpc>
                <a:spcPct val="100000"/>
              </a:lnSpc>
              <a:spcBef>
                <a:spcPts val="505"/>
              </a:spcBef>
              <a:buClr>
                <a:srgbClr val="B71E42"/>
              </a:buClr>
              <a:buFont typeface="Wingdings"/>
              <a:buChar char=""/>
              <a:tabLst>
                <a:tab pos="561340" algn="l"/>
              </a:tabLst>
            </a:pPr>
            <a:r>
              <a:rPr sz="1900" spc="135" dirty="0">
                <a:latin typeface="Trebuchet MS"/>
                <a:cs typeface="Trebuchet MS"/>
              </a:rPr>
              <a:t>A</a:t>
            </a:r>
            <a:r>
              <a:rPr sz="1900" spc="-150" dirty="0">
                <a:latin typeface="Trebuchet MS"/>
                <a:cs typeface="Trebuchet MS"/>
              </a:rPr>
              <a:t>l</a:t>
            </a:r>
            <a:r>
              <a:rPr sz="1900" spc="-140" dirty="0">
                <a:latin typeface="Trebuchet MS"/>
                <a:cs typeface="Trebuchet MS"/>
              </a:rPr>
              <a:t>l</a:t>
            </a:r>
            <a:r>
              <a:rPr sz="1900" spc="-45" dirty="0">
                <a:latin typeface="Trebuchet MS"/>
                <a:cs typeface="Trebuchet MS"/>
              </a:rPr>
              <a:t>o</a:t>
            </a:r>
            <a:r>
              <a:rPr sz="1900" spc="-50" dirty="0">
                <a:latin typeface="Trebuchet MS"/>
                <a:cs typeface="Trebuchet MS"/>
              </a:rPr>
              <a:t>c</a:t>
            </a:r>
            <a:r>
              <a:rPr sz="1900" spc="-200" dirty="0">
                <a:latin typeface="Trebuchet MS"/>
                <a:cs typeface="Trebuchet MS"/>
              </a:rPr>
              <a:t>a</a:t>
            </a:r>
            <a:r>
              <a:rPr sz="1900" spc="-145" dirty="0">
                <a:latin typeface="Trebuchet MS"/>
                <a:cs typeface="Trebuchet MS"/>
              </a:rPr>
              <a:t>t</a:t>
            </a:r>
            <a:r>
              <a:rPr sz="1900" spc="-100" dirty="0">
                <a:latin typeface="Trebuchet MS"/>
                <a:cs typeface="Trebuchet MS"/>
              </a:rPr>
              <a:t>i</a:t>
            </a:r>
            <a:r>
              <a:rPr sz="1900" spc="-35" dirty="0">
                <a:latin typeface="Trebuchet MS"/>
                <a:cs typeface="Trebuchet MS"/>
              </a:rPr>
              <a:t>o</a:t>
            </a:r>
            <a:r>
              <a:rPr sz="1900" spc="-40" dirty="0">
                <a:latin typeface="Trebuchet MS"/>
                <a:cs typeface="Trebuchet MS"/>
              </a:rPr>
              <a:t>n</a:t>
            </a:r>
            <a:r>
              <a:rPr sz="1900" spc="-85" dirty="0">
                <a:latin typeface="Trebuchet MS"/>
                <a:cs typeface="Trebuchet MS"/>
              </a:rPr>
              <a:t>-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done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b</a:t>
            </a:r>
            <a:r>
              <a:rPr sz="1900" spc="-110" dirty="0">
                <a:latin typeface="Trebuchet MS"/>
                <a:cs typeface="Trebuchet MS"/>
              </a:rPr>
              <a:t>y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P</a:t>
            </a:r>
            <a:r>
              <a:rPr sz="1900" spc="-75" dirty="0">
                <a:latin typeface="Trebuchet MS"/>
                <a:cs typeface="Trebuchet MS"/>
              </a:rPr>
              <a:t>r</a:t>
            </a:r>
            <a:r>
              <a:rPr sz="1900" spc="-60" dirty="0">
                <a:latin typeface="Trebuchet MS"/>
                <a:cs typeface="Trebuchet MS"/>
              </a:rPr>
              <a:t>o</a:t>
            </a:r>
            <a:r>
              <a:rPr sz="1900" spc="-75" dirty="0">
                <a:latin typeface="Trebuchet MS"/>
                <a:cs typeface="Trebuchet MS"/>
              </a:rPr>
              <a:t>g</a:t>
            </a:r>
            <a:r>
              <a:rPr sz="1900" spc="-90" dirty="0">
                <a:latin typeface="Trebuchet MS"/>
                <a:cs typeface="Trebuchet MS"/>
              </a:rPr>
              <a:t>rammer</a:t>
            </a:r>
            <a:endParaRPr sz="1900">
              <a:latin typeface="Trebuchet MS"/>
              <a:cs typeface="Trebuchet MS"/>
            </a:endParaRPr>
          </a:p>
          <a:p>
            <a:pPr marL="561340" lvl="1" indent="-274320">
              <a:lnSpc>
                <a:spcPct val="100000"/>
              </a:lnSpc>
              <a:spcBef>
                <a:spcPts val="495"/>
              </a:spcBef>
              <a:buClr>
                <a:srgbClr val="B71E42"/>
              </a:buClr>
              <a:buFont typeface="Wingdings"/>
              <a:buChar char=""/>
              <a:tabLst>
                <a:tab pos="561340" algn="l"/>
              </a:tabLst>
            </a:pPr>
            <a:r>
              <a:rPr sz="1900" spc="-100" dirty="0">
                <a:latin typeface="Trebuchet MS"/>
                <a:cs typeface="Trebuchet MS"/>
              </a:rPr>
              <a:t>Link</a:t>
            </a:r>
            <a:r>
              <a:rPr sz="1900" spc="-55" dirty="0">
                <a:latin typeface="Trebuchet MS"/>
                <a:cs typeface="Trebuchet MS"/>
              </a:rPr>
              <a:t>i</a:t>
            </a:r>
            <a:r>
              <a:rPr sz="1900" spc="-120" dirty="0">
                <a:latin typeface="Trebuchet MS"/>
                <a:cs typeface="Trebuchet MS"/>
              </a:rPr>
              <a:t>ng</a:t>
            </a:r>
            <a:r>
              <a:rPr sz="1900" spc="-90" dirty="0">
                <a:latin typeface="Trebuchet MS"/>
                <a:cs typeface="Trebuchet MS"/>
              </a:rPr>
              <a:t>-</a:t>
            </a:r>
            <a:r>
              <a:rPr sz="1900" spc="-75" dirty="0">
                <a:latin typeface="Trebuchet MS"/>
                <a:cs typeface="Trebuchet MS"/>
              </a:rPr>
              <a:t>done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b</a:t>
            </a:r>
            <a:r>
              <a:rPr sz="1900" spc="-110" dirty="0">
                <a:latin typeface="Trebuchet MS"/>
                <a:cs typeface="Trebuchet MS"/>
              </a:rPr>
              <a:t>y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P</a:t>
            </a:r>
            <a:r>
              <a:rPr sz="1900" spc="-75" dirty="0">
                <a:latin typeface="Trebuchet MS"/>
                <a:cs typeface="Trebuchet MS"/>
              </a:rPr>
              <a:t>r</a:t>
            </a:r>
            <a:r>
              <a:rPr sz="1900" spc="-65" dirty="0">
                <a:latin typeface="Trebuchet MS"/>
                <a:cs typeface="Trebuchet MS"/>
              </a:rPr>
              <a:t>o</a:t>
            </a:r>
            <a:r>
              <a:rPr sz="1900" spc="-70" dirty="0">
                <a:latin typeface="Trebuchet MS"/>
                <a:cs typeface="Trebuchet MS"/>
              </a:rPr>
              <a:t>g</a:t>
            </a:r>
            <a:r>
              <a:rPr sz="1900" spc="-114" dirty="0">
                <a:latin typeface="Trebuchet MS"/>
                <a:cs typeface="Trebuchet MS"/>
              </a:rPr>
              <a:t>ramm</a:t>
            </a:r>
            <a:r>
              <a:rPr sz="1900" spc="-90" dirty="0">
                <a:latin typeface="Trebuchet MS"/>
                <a:cs typeface="Trebuchet MS"/>
              </a:rPr>
              <a:t>e</a:t>
            </a:r>
            <a:r>
              <a:rPr sz="1900" spc="10" dirty="0">
                <a:latin typeface="Trebuchet MS"/>
                <a:cs typeface="Trebuchet MS"/>
              </a:rPr>
              <a:t>r</a:t>
            </a:r>
            <a:endParaRPr sz="1900">
              <a:latin typeface="Trebuchet MS"/>
              <a:cs typeface="Trebuchet MS"/>
            </a:endParaRPr>
          </a:p>
          <a:p>
            <a:pPr marL="561340" lvl="1" indent="-274320">
              <a:lnSpc>
                <a:spcPct val="100000"/>
              </a:lnSpc>
              <a:spcBef>
                <a:spcPts val="505"/>
              </a:spcBef>
              <a:buClr>
                <a:srgbClr val="B71E42"/>
              </a:buClr>
              <a:buFont typeface="Wingdings"/>
              <a:buChar char=""/>
              <a:tabLst>
                <a:tab pos="561340" algn="l"/>
              </a:tabLst>
            </a:pPr>
            <a:r>
              <a:rPr sz="1900" spc="-85" dirty="0">
                <a:latin typeface="Trebuchet MS"/>
                <a:cs typeface="Trebuchet MS"/>
              </a:rPr>
              <a:t>Reloc</a:t>
            </a:r>
            <a:r>
              <a:rPr sz="1900" spc="-100" dirty="0">
                <a:latin typeface="Trebuchet MS"/>
                <a:cs typeface="Trebuchet MS"/>
              </a:rPr>
              <a:t>a</a:t>
            </a:r>
            <a:r>
              <a:rPr sz="1900" spc="-145" dirty="0">
                <a:latin typeface="Trebuchet MS"/>
                <a:cs typeface="Trebuchet MS"/>
              </a:rPr>
              <a:t>t</a:t>
            </a:r>
            <a:r>
              <a:rPr sz="1900" spc="-100" dirty="0">
                <a:latin typeface="Trebuchet MS"/>
                <a:cs typeface="Trebuchet MS"/>
              </a:rPr>
              <a:t>i</a:t>
            </a:r>
            <a:r>
              <a:rPr sz="1900" spc="-35" dirty="0">
                <a:latin typeface="Trebuchet MS"/>
                <a:cs typeface="Trebuchet MS"/>
              </a:rPr>
              <a:t>on</a:t>
            </a:r>
            <a:r>
              <a:rPr sz="1900" spc="-90" dirty="0">
                <a:latin typeface="Trebuchet MS"/>
                <a:cs typeface="Trebuchet MS"/>
              </a:rPr>
              <a:t>-</a:t>
            </a:r>
            <a:r>
              <a:rPr sz="1900" spc="-75" dirty="0">
                <a:latin typeface="Trebuchet MS"/>
                <a:cs typeface="Trebuchet MS"/>
              </a:rPr>
              <a:t>done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b</a:t>
            </a:r>
            <a:r>
              <a:rPr sz="1900" spc="-110" dirty="0">
                <a:latin typeface="Trebuchet MS"/>
                <a:cs typeface="Trebuchet MS"/>
              </a:rPr>
              <a:t>y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t</a:t>
            </a:r>
            <a:r>
              <a:rPr sz="1900" spc="-50" dirty="0">
                <a:latin typeface="Trebuchet MS"/>
                <a:cs typeface="Trebuchet MS"/>
              </a:rPr>
              <a:t>r</a:t>
            </a:r>
            <a:r>
              <a:rPr sz="1900" spc="-95" dirty="0">
                <a:latin typeface="Trebuchet MS"/>
                <a:cs typeface="Trebuchet MS"/>
              </a:rPr>
              <a:t>anslator</a:t>
            </a:r>
            <a:endParaRPr sz="1900">
              <a:latin typeface="Trebuchet MS"/>
              <a:cs typeface="Trebuchet MS"/>
            </a:endParaRPr>
          </a:p>
          <a:p>
            <a:pPr marL="561340" lvl="1" indent="-274320">
              <a:lnSpc>
                <a:spcPct val="100000"/>
              </a:lnSpc>
              <a:spcBef>
                <a:spcPts val="500"/>
              </a:spcBef>
              <a:buClr>
                <a:srgbClr val="B71E42"/>
              </a:buClr>
              <a:buFont typeface="Wingdings"/>
              <a:buChar char=""/>
              <a:tabLst>
                <a:tab pos="561340" algn="l"/>
              </a:tabLst>
            </a:pPr>
            <a:r>
              <a:rPr sz="1900" spc="-10" dirty="0">
                <a:latin typeface="Trebuchet MS"/>
                <a:cs typeface="Trebuchet MS"/>
              </a:rPr>
              <a:t>L</a:t>
            </a:r>
            <a:r>
              <a:rPr sz="1900" spc="-15" dirty="0">
                <a:latin typeface="Trebuchet MS"/>
                <a:cs typeface="Trebuchet MS"/>
              </a:rPr>
              <a:t>o</a:t>
            </a:r>
            <a:r>
              <a:rPr sz="1900" spc="-130" dirty="0">
                <a:latin typeface="Trebuchet MS"/>
                <a:cs typeface="Trebuchet MS"/>
              </a:rPr>
              <a:t>ading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250" dirty="0">
                <a:latin typeface="Trebuchet MS"/>
                <a:cs typeface="Trebuchet MS"/>
              </a:rPr>
              <a:t>–</a:t>
            </a:r>
            <a:r>
              <a:rPr sz="1900" spc="-75" dirty="0">
                <a:latin typeface="Trebuchet MS"/>
                <a:cs typeface="Trebuchet MS"/>
              </a:rPr>
              <a:t>done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b</a:t>
            </a:r>
            <a:r>
              <a:rPr sz="1900" spc="-110" dirty="0">
                <a:latin typeface="Trebuchet MS"/>
                <a:cs typeface="Trebuchet MS"/>
              </a:rPr>
              <a:t>y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loader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5DD5F612-AD82-459B-9480-B818DDD0CEA7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36391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0" dirty="0">
                <a:solidFill>
                  <a:srgbClr val="000000"/>
                </a:solidFill>
              </a:rPr>
              <a:t>ABSOLUTE</a:t>
            </a:r>
            <a:r>
              <a:rPr spc="-150" dirty="0">
                <a:solidFill>
                  <a:srgbClr val="000000"/>
                </a:solidFill>
              </a:rPr>
              <a:t> </a:t>
            </a:r>
            <a:r>
              <a:rPr spc="155" dirty="0">
                <a:solidFill>
                  <a:srgbClr val="000000"/>
                </a:solidFill>
              </a:rPr>
              <a:t>LOADER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A791F731-AEF1-49E6-AC8D-18A7AFB90C6A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685800" y="1403705"/>
            <a:ext cx="10744199" cy="4443781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80"/>
              </a:spcBef>
              <a:buClr>
                <a:srgbClr val="B71E42"/>
              </a:buClr>
              <a:buFont typeface="Arial MT"/>
              <a:buChar char="•"/>
              <a:tabLst>
                <a:tab pos="286385" algn="l"/>
                <a:tab pos="287020" algn="l"/>
              </a:tabLst>
            </a:pPr>
            <a:r>
              <a:rPr sz="2400" spc="-120" dirty="0">
                <a:latin typeface="Times New Roman" pitchFamily="18" charset="0"/>
                <a:cs typeface="Times New Roman" pitchFamily="18" charset="0"/>
              </a:rPr>
              <a:t>Advantages: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87705" lvl="1" indent="-274955">
              <a:lnSpc>
                <a:spcPct val="100000"/>
              </a:lnSpc>
              <a:spcBef>
                <a:spcPts val="985"/>
              </a:spcBef>
              <a:buClr>
                <a:srgbClr val="B71E42"/>
              </a:buClr>
              <a:buFont typeface="Wingdings"/>
              <a:buChar char=""/>
              <a:tabLst>
                <a:tab pos="688340" algn="l"/>
              </a:tabLst>
            </a:pPr>
            <a:r>
              <a:rPr sz="2400" spc="-100" dirty="0">
                <a:latin typeface="Times New Roman" pitchFamily="18" charset="0"/>
                <a:cs typeface="Times New Roman" pitchFamily="18" charset="0"/>
              </a:rPr>
              <a:t>Simp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spc="-185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18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spc="-175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ement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87705" lvl="1" indent="-274955">
              <a:lnSpc>
                <a:spcPct val="100000"/>
              </a:lnSpc>
              <a:spcBef>
                <a:spcPts val="975"/>
              </a:spcBef>
              <a:buClr>
                <a:srgbClr val="B71E42"/>
              </a:buClr>
              <a:buFont typeface="Wingdings"/>
              <a:buChar char=""/>
              <a:tabLst>
                <a:tab pos="688340" algn="l"/>
              </a:tabLst>
            </a:pPr>
            <a:r>
              <a:rPr sz="2400" spc="1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spc="6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co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8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vaila</a:t>
            </a:r>
            <a:r>
              <a:rPr sz="2400" spc="-18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spc="-185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6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spc="20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loadi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g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49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10" dirty="0">
                <a:latin typeface="Times New Roman" pitchFamily="18" charset="0"/>
                <a:cs typeface="Times New Roman" pitchFamily="18" charset="0"/>
              </a:rPr>
              <a:t>Disadvantages: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969"/>
              </a:spcBef>
              <a:buClr>
                <a:srgbClr val="B71E42"/>
              </a:buClr>
              <a:buFont typeface="Wingdings"/>
              <a:buChar char=""/>
              <a:tabLst>
                <a:tab pos="698500" algn="l"/>
              </a:tabLst>
            </a:pPr>
            <a:r>
              <a:rPr sz="2400" spc="-85" dirty="0">
                <a:latin typeface="Times New Roman" pitchFamily="18" charset="0"/>
                <a:cs typeface="Times New Roman" pitchFamily="18" charset="0"/>
              </a:rPr>
              <a:t>Programmer</a:t>
            </a:r>
            <a:r>
              <a:rPr sz="2400" spc="1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has</a:t>
            </a:r>
            <a:r>
              <a:rPr sz="2400" spc="1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1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specify</a:t>
            </a:r>
            <a:r>
              <a:rPr sz="2400" spc="1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locations</a:t>
            </a:r>
            <a:r>
              <a:rPr sz="2400" spc="1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1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1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core</a:t>
            </a:r>
            <a:r>
              <a:rPr sz="2400" spc="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where</a:t>
            </a:r>
            <a:r>
              <a:rPr sz="2400" spc="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spc="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will</a:t>
            </a:r>
            <a:r>
              <a:rPr sz="2400" spc="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be</a:t>
            </a:r>
            <a:r>
              <a:rPr sz="2400" spc="1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loaded</a:t>
            </a:r>
            <a:r>
              <a:rPr sz="2400" spc="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by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97865">
              <a:lnSpc>
                <a:spcPct val="100000"/>
              </a:lnSpc>
              <a:spcBef>
                <a:spcPts val="480"/>
              </a:spcBef>
            </a:pPr>
            <a:r>
              <a:rPr sz="2400" spc="-90" dirty="0">
                <a:latin typeface="Times New Roman" pitchFamily="18" charset="0"/>
                <a:cs typeface="Times New Roman" pitchFamily="18" charset="0"/>
              </a:rPr>
              <a:t>loader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97865" marR="5080" lvl="1" indent="-228600">
              <a:lnSpc>
                <a:spcPct val="120000"/>
              </a:lnSpc>
              <a:spcBef>
                <a:spcPts val="505"/>
              </a:spcBef>
              <a:buClr>
                <a:srgbClr val="B71E42"/>
              </a:buClr>
              <a:buFont typeface="Wingdings"/>
              <a:buChar char=""/>
              <a:tabLst>
                <a:tab pos="698500" algn="l"/>
              </a:tabLst>
            </a:pPr>
            <a:r>
              <a:rPr sz="2400" spc="-95" dirty="0">
                <a:latin typeface="Times New Roman" pitchFamily="18" charset="0"/>
                <a:cs typeface="Times New Roman" pitchFamily="18" charset="0"/>
              </a:rPr>
              <a:t>Multiple</a:t>
            </a:r>
            <a:r>
              <a:rPr sz="2400" spc="1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subroutines/segments</a:t>
            </a:r>
            <a:r>
              <a:rPr sz="2400" spc="1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programmer</a:t>
            </a:r>
            <a:r>
              <a:rPr sz="2400" spc="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has</a:t>
            </a:r>
            <a:r>
              <a:rPr sz="2400" spc="1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remember</a:t>
            </a:r>
            <a:r>
              <a:rPr sz="2400" spc="1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1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absolute</a:t>
            </a:r>
            <a:r>
              <a:rPr sz="2400" spc="1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address </a:t>
            </a:r>
            <a:r>
              <a:rPr sz="2400" spc="-5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each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segment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use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explicitly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during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programming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985"/>
              </a:spcBef>
              <a:buClr>
                <a:srgbClr val="B71E42"/>
              </a:buClr>
              <a:buFont typeface="Wingdings"/>
              <a:buChar char=""/>
              <a:tabLst>
                <a:tab pos="698500" algn="l"/>
              </a:tabLst>
            </a:pPr>
            <a:r>
              <a:rPr sz="2400" spc="-100" dirty="0">
                <a:latin typeface="Times New Roman" pitchFamily="18" charset="0"/>
                <a:cs typeface="Times New Roman" pitchFamily="18" charset="0"/>
              </a:rPr>
              <a:t>Increase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one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segment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70" dirty="0">
                <a:latin typeface="Times New Roman" pitchFamily="18" charset="0"/>
                <a:cs typeface="Times New Roman" pitchFamily="18" charset="0"/>
              </a:rPr>
              <a:t>may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cause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overlapping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another program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914400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0" y="228600"/>
            <a:ext cx="43834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>
                <a:solidFill>
                  <a:srgbClr val="000000"/>
                </a:solidFill>
              </a:rPr>
              <a:t>SUBROUTINE</a:t>
            </a:r>
            <a:r>
              <a:rPr spc="-155" dirty="0">
                <a:solidFill>
                  <a:srgbClr val="000000"/>
                </a:solidFill>
              </a:rPr>
              <a:t> </a:t>
            </a:r>
            <a:r>
              <a:rPr spc="85" dirty="0">
                <a:solidFill>
                  <a:srgbClr val="000000"/>
                </a:solidFill>
              </a:rPr>
              <a:t>LINKAGES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36BC5494-468B-405C-B911-8E69FEB86A4A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1143000"/>
            <a:ext cx="11353799" cy="4871847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1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800" spc="-45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sz="2800" spc="-9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800" spc="-95" dirty="0">
                <a:latin typeface="Times New Roman" pitchFamily="18" charset="0"/>
                <a:cs typeface="Times New Roman" pitchFamily="18" charset="0"/>
              </a:rPr>
              <a:t>oblem</a:t>
            </a:r>
            <a:r>
              <a:rPr sz="28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0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8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5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800" spc="-100" dirty="0">
                <a:latin typeface="Times New Roman" pitchFamily="18" charset="0"/>
                <a:cs typeface="Times New Roman" pitchFamily="18" charset="0"/>
              </a:rPr>
              <a:t>ub</a:t>
            </a:r>
            <a:r>
              <a:rPr sz="2800" spc="-4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800" spc="-70" dirty="0">
                <a:latin typeface="Times New Roman" pitchFamily="18" charset="0"/>
                <a:cs typeface="Times New Roman" pitchFamily="18" charset="0"/>
              </a:rPr>
              <a:t>ou</a:t>
            </a:r>
            <a:r>
              <a:rPr sz="2800" spc="-6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800" spc="-114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800" spc="-14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8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80" dirty="0">
                <a:latin typeface="Times New Roman" pitchFamily="18" charset="0"/>
                <a:cs typeface="Times New Roman" pitchFamily="18" charset="0"/>
              </a:rPr>
              <a:t>Li</a:t>
            </a:r>
            <a:r>
              <a:rPr sz="2800" spc="-1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spc="-135" dirty="0">
                <a:latin typeface="Times New Roman" pitchFamily="18" charset="0"/>
                <a:cs typeface="Times New Roman" pitchFamily="18" charset="0"/>
              </a:rPr>
              <a:t>ka</a:t>
            </a:r>
            <a:r>
              <a:rPr sz="2800" spc="-14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sz="2800" spc="-155" dirty="0">
                <a:latin typeface="Times New Roman" pitchFamily="18" charset="0"/>
                <a:cs typeface="Times New Roman" pitchFamily="18" charset="0"/>
              </a:rPr>
              <a:t>es: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697865" marR="8890" lvl="1" indent="-228600">
              <a:lnSpc>
                <a:spcPct val="120000"/>
              </a:lnSpc>
              <a:spcBef>
                <a:spcPts val="570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000" spc="12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10" dirty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sz="20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65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000" spc="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12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wishes</a:t>
            </a:r>
            <a:r>
              <a:rPr sz="20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sz="2000"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subprogram</a:t>
            </a:r>
            <a:r>
              <a:rPr sz="2000" spc="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B.</a:t>
            </a:r>
            <a:r>
              <a:rPr sz="2000" spc="-1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programmer</a:t>
            </a:r>
            <a:r>
              <a:rPr sz="2000"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9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65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000"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12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could</a:t>
            </a:r>
            <a:r>
              <a:rPr sz="20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5" dirty="0">
                <a:latin typeface="Times New Roman" pitchFamily="18" charset="0"/>
                <a:cs typeface="Times New Roman" pitchFamily="18" charset="0"/>
              </a:rPr>
              <a:t>write</a:t>
            </a:r>
            <a:r>
              <a:rPr sz="2000"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6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transfer </a:t>
            </a:r>
            <a:r>
              <a:rPr sz="2000" spc="-4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5" dirty="0">
                <a:latin typeface="Times New Roman" pitchFamily="18" charset="0"/>
                <a:cs typeface="Times New Roman" pitchFamily="18" charset="0"/>
              </a:rPr>
              <a:t>instruction</a:t>
            </a:r>
            <a:r>
              <a:rPr sz="20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45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subprogram</a:t>
            </a:r>
            <a:r>
              <a:rPr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B.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697865" marR="5080" lvl="1" indent="-228600">
              <a:lnSpc>
                <a:spcPct val="120000"/>
              </a:lnSpc>
              <a:spcBef>
                <a:spcPts val="490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000" spc="-55" dirty="0">
                <a:latin typeface="Times New Roman" pitchFamily="18" charset="0"/>
                <a:cs typeface="Times New Roman" pitchFamily="18" charset="0"/>
              </a:rPr>
              <a:t>Assembler</a:t>
            </a:r>
            <a:r>
              <a:rPr sz="2000" spc="2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does</a:t>
            </a:r>
            <a:r>
              <a:rPr sz="2000" spc="2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not</a:t>
            </a:r>
            <a:r>
              <a:rPr sz="2000" spc="2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know</a:t>
            </a:r>
            <a:r>
              <a:rPr sz="2000" spc="2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2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10" dirty="0">
                <a:latin typeface="Times New Roman" pitchFamily="18" charset="0"/>
                <a:cs typeface="Times New Roman" pitchFamily="18" charset="0"/>
              </a:rPr>
              <a:t>value</a:t>
            </a:r>
            <a:r>
              <a:rPr sz="2000" spc="2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2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symbol</a:t>
            </a:r>
            <a:r>
              <a:rPr sz="2000" spc="2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95" dirty="0"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z="2000" spc="2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25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will</a:t>
            </a:r>
            <a:r>
              <a:rPr sz="2000" spc="2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0" dirty="0">
                <a:latin typeface="Times New Roman" pitchFamily="18" charset="0"/>
                <a:cs typeface="Times New Roman" pitchFamily="18" charset="0"/>
              </a:rPr>
              <a:t>declare</a:t>
            </a:r>
            <a:r>
              <a:rPr sz="2000" spc="2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10" dirty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20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0" dirty="0">
                <a:latin typeface="Times New Roman" pitchFamily="18" charset="0"/>
                <a:cs typeface="Times New Roman" pitchFamily="18" charset="0"/>
              </a:rPr>
              <a:t>as</a:t>
            </a:r>
            <a:r>
              <a:rPr sz="2000" spc="2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20" dirty="0">
                <a:latin typeface="Times New Roman" pitchFamily="18" charset="0"/>
                <a:cs typeface="Times New Roman" pitchFamily="18" charset="0"/>
              </a:rPr>
              <a:t>an</a:t>
            </a:r>
            <a:r>
              <a:rPr sz="2000" spc="-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error</a:t>
            </a:r>
            <a:r>
              <a:rPr sz="2000" spc="2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80" dirty="0">
                <a:latin typeface="Times New Roman" pitchFamily="18" charset="0"/>
                <a:cs typeface="Times New Roman" pitchFamily="18" charset="0"/>
              </a:rPr>
              <a:t>unless</a:t>
            </a:r>
            <a:r>
              <a:rPr sz="2000" spc="25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6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special </a:t>
            </a:r>
            <a:r>
              <a:rPr sz="2000" spc="-4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95" dirty="0">
                <a:latin typeface="Times New Roman" pitchFamily="18" charset="0"/>
                <a:cs typeface="Times New Roman" pitchFamily="18" charset="0"/>
              </a:rPr>
              <a:t>mechanism</a:t>
            </a:r>
            <a:r>
              <a:rPr sz="2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90" dirty="0">
                <a:latin typeface="Times New Roman" pitchFamily="18" charset="0"/>
                <a:cs typeface="Times New Roman" pitchFamily="18" charset="0"/>
              </a:rPr>
              <a:t>has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0" dirty="0">
                <a:latin typeface="Times New Roman" pitchFamily="18" charset="0"/>
                <a:cs typeface="Times New Roman" pitchFamily="18" charset="0"/>
              </a:rPr>
              <a:t>been</a:t>
            </a:r>
            <a:r>
              <a:rPr sz="20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90" dirty="0">
                <a:latin typeface="Times New Roman" pitchFamily="18" charset="0"/>
                <a:cs typeface="Times New Roman" pitchFamily="18" charset="0"/>
              </a:rPr>
              <a:t>provided.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43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1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realize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such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interactions</a:t>
            </a:r>
            <a:r>
              <a:rPr sz="2400" spc="-2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15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must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contain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external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800" spc="35" dirty="0">
                <a:latin typeface="Times New Roman" pitchFamily="18" charset="0"/>
                <a:cs typeface="Times New Roman" pitchFamily="18" charset="0"/>
              </a:rPr>
              <a:t>ENTRY</a:t>
            </a:r>
            <a:r>
              <a:rPr sz="28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25" dirty="0">
                <a:latin typeface="Times New Roman" pitchFamily="18" charset="0"/>
                <a:cs typeface="Times New Roman" pitchFamily="18" charset="0"/>
              </a:rPr>
              <a:t>statement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950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000" spc="-75" dirty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lists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65" dirty="0">
                <a:latin typeface="Times New Roman" pitchFamily="18" charset="0"/>
                <a:cs typeface="Times New Roman" pitchFamily="18" charset="0"/>
              </a:rPr>
              <a:t>those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symbols</a:t>
            </a:r>
            <a:r>
              <a:rPr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10" dirty="0">
                <a:latin typeface="Times New Roman" pitchFamily="18" charset="0"/>
                <a:cs typeface="Times New Roman" pitchFamily="18" charset="0"/>
              </a:rPr>
              <a:t>defined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95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95" dirty="0">
                <a:latin typeface="Times New Roman" pitchFamily="18" charset="0"/>
                <a:cs typeface="Times New Roman" pitchFamily="18" charset="0"/>
              </a:rPr>
              <a:t>unit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sz="2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35" dirty="0">
                <a:latin typeface="Times New Roman" pitchFamily="18" charset="0"/>
                <a:cs typeface="Times New Roman" pitchFamily="18" charset="0"/>
              </a:rPr>
              <a:t>may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be</a:t>
            </a:r>
            <a:r>
              <a:rPr sz="2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95" dirty="0">
                <a:latin typeface="Times New Roman" pitchFamily="18" charset="0"/>
                <a:cs typeface="Times New Roman" pitchFamily="18" charset="0"/>
              </a:rPr>
              <a:t>referenced</a:t>
            </a:r>
            <a:r>
              <a:rPr sz="20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95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5" dirty="0">
                <a:latin typeface="Times New Roman" pitchFamily="18" charset="0"/>
                <a:cs typeface="Times New Roman" pitchFamily="18" charset="0"/>
              </a:rPr>
              <a:t>other</a:t>
            </a:r>
            <a:r>
              <a:rPr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10" dirty="0">
                <a:latin typeface="Times New Roman" pitchFamily="18" charset="0"/>
                <a:cs typeface="Times New Roman" pitchFamily="18" charset="0"/>
              </a:rPr>
              <a:t>units.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800" spc="120" dirty="0">
                <a:latin typeface="Times New Roman" pitchFamily="18" charset="0"/>
                <a:cs typeface="Times New Roman" pitchFamily="18" charset="0"/>
              </a:rPr>
              <a:t>EXTRN</a:t>
            </a:r>
            <a:r>
              <a:rPr sz="2800" spc="-1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20" dirty="0">
                <a:latin typeface="Times New Roman" pitchFamily="18" charset="0"/>
                <a:cs typeface="Times New Roman" pitchFamily="18" charset="0"/>
              </a:rPr>
              <a:t>statement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955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000" spc="-65" dirty="0">
                <a:latin typeface="Times New Roman" pitchFamily="18" charset="0"/>
                <a:cs typeface="Times New Roman" pitchFamily="18" charset="0"/>
              </a:rPr>
              <a:t>Lists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symbols</a:t>
            </a:r>
            <a:r>
              <a:rPr sz="2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45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sz="2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external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90" dirty="0">
                <a:latin typeface="Times New Roman" pitchFamily="18" charset="0"/>
                <a:cs typeface="Times New Roman" pitchFamily="18" charset="0"/>
              </a:rPr>
              <a:t>references</a:t>
            </a:r>
            <a:r>
              <a:rPr sz="20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0" dirty="0">
                <a:latin typeface="Times New Roman" pitchFamily="18" charset="0"/>
                <a:cs typeface="Times New Roman" pitchFamily="18" charset="0"/>
              </a:rPr>
              <a:t>are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made.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4658" y="1847850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54885" y="2035301"/>
            <a:ext cx="5632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85" dirty="0">
                <a:latin typeface="Trebuchet MS"/>
                <a:cs typeface="Trebuchet MS"/>
              </a:rPr>
              <a:t>MA</a:t>
            </a:r>
            <a:r>
              <a:rPr sz="1700" spc="40" dirty="0">
                <a:latin typeface="Trebuchet MS"/>
                <a:cs typeface="Trebuchet MS"/>
              </a:rPr>
              <a:t>I</a:t>
            </a:r>
            <a:r>
              <a:rPr sz="1700" spc="245" dirty="0">
                <a:latin typeface="Trebuchet MS"/>
                <a:cs typeface="Trebuchet MS"/>
              </a:rPr>
              <a:t>N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669CA984-EA09-4DB0-97B7-6D2C1C724EE7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3355340" y="1907895"/>
            <a:ext cx="1928495" cy="3116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700" spc="-20" dirty="0">
                <a:latin typeface="Trebuchet MS"/>
                <a:cs typeface="Trebuchet MS"/>
              </a:rPr>
              <a:t>START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700" spc="105" dirty="0">
                <a:latin typeface="Trebuchet MS"/>
                <a:cs typeface="Trebuchet MS"/>
              </a:rPr>
              <a:t>EXTRN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40" dirty="0">
                <a:latin typeface="Trebuchet MS"/>
                <a:cs typeface="Trebuchet MS"/>
              </a:rPr>
              <a:t>SUBROUT1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700" spc="-260" dirty="0">
                <a:latin typeface="Trebuchet MS"/>
                <a:cs typeface="Trebuchet MS"/>
              </a:rPr>
              <a:t>........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700" spc="-260" dirty="0">
                <a:latin typeface="Trebuchet MS"/>
                <a:cs typeface="Trebuchet MS"/>
              </a:rPr>
              <a:t>........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48800"/>
              </a:lnSpc>
              <a:spcBef>
                <a:spcPts val="10"/>
              </a:spcBef>
            </a:pPr>
            <a:r>
              <a:rPr sz="1700" spc="-30" dirty="0">
                <a:latin typeface="Trebuchet MS"/>
                <a:cs typeface="Trebuchet MS"/>
              </a:rPr>
              <a:t>L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5" dirty="0">
                <a:latin typeface="Trebuchet MS"/>
                <a:cs typeface="Trebuchet MS"/>
              </a:rPr>
              <a:t>15,=A(SUBROUT1) </a:t>
            </a:r>
            <a:r>
              <a:rPr sz="1700" spc="-500" dirty="0">
                <a:latin typeface="Trebuchet MS"/>
                <a:cs typeface="Trebuchet MS"/>
              </a:rPr>
              <a:t> </a:t>
            </a:r>
            <a:r>
              <a:rPr sz="1700" spc="45" dirty="0">
                <a:latin typeface="Trebuchet MS"/>
                <a:cs typeface="Trebuchet MS"/>
              </a:rPr>
              <a:t>BALR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14,15</a:t>
            </a:r>
            <a:endParaRPr sz="1700">
              <a:latin typeface="Trebuchet MS"/>
              <a:cs typeface="Trebuchet MS"/>
            </a:endParaRPr>
          </a:p>
          <a:p>
            <a:pPr marL="12700" marR="1468120">
              <a:lnSpc>
                <a:spcPts val="3050"/>
              </a:lnSpc>
              <a:spcBef>
                <a:spcPts val="85"/>
              </a:spcBef>
            </a:pPr>
            <a:r>
              <a:rPr sz="1700" spc="-260" dirty="0">
                <a:latin typeface="Trebuchet MS"/>
                <a:cs typeface="Trebuchet MS"/>
              </a:rPr>
              <a:t>....... </a:t>
            </a:r>
            <a:r>
              <a:rPr sz="1700" spc="-254" dirty="0">
                <a:latin typeface="Trebuchet MS"/>
                <a:cs typeface="Trebuchet MS"/>
              </a:rPr>
              <a:t> </a:t>
            </a:r>
            <a:r>
              <a:rPr sz="1700" spc="140" dirty="0">
                <a:latin typeface="Trebuchet MS"/>
                <a:cs typeface="Trebuchet MS"/>
              </a:rPr>
              <a:t>END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4970" y="5124958"/>
            <a:ext cx="42075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latin typeface="Trebuchet MS"/>
                <a:cs typeface="Trebuchet MS"/>
              </a:rPr>
              <a:t>Ma</a:t>
            </a:r>
            <a:r>
              <a:rPr sz="1700" spc="-70" dirty="0">
                <a:latin typeface="Trebuchet MS"/>
                <a:cs typeface="Trebuchet MS"/>
              </a:rPr>
              <a:t>i</a:t>
            </a:r>
            <a:r>
              <a:rPr sz="1700" spc="-125" dirty="0">
                <a:latin typeface="Trebuchet MS"/>
                <a:cs typeface="Trebuchet MS"/>
              </a:rPr>
              <a:t>n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p</a:t>
            </a:r>
            <a:r>
              <a:rPr sz="1700" spc="-90" dirty="0">
                <a:latin typeface="Trebuchet MS"/>
                <a:cs typeface="Trebuchet MS"/>
              </a:rPr>
              <a:t>r</a:t>
            </a:r>
            <a:r>
              <a:rPr sz="1700" spc="-70" dirty="0">
                <a:latin typeface="Trebuchet MS"/>
                <a:cs typeface="Trebuchet MS"/>
              </a:rPr>
              <a:t>ogram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20" dirty="0">
                <a:latin typeface="Trebuchet MS"/>
                <a:cs typeface="Trebuchet MS"/>
              </a:rPr>
              <a:t>calling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to</a:t>
            </a:r>
            <a:r>
              <a:rPr sz="1700" spc="-55" dirty="0">
                <a:latin typeface="Trebuchet MS"/>
                <a:cs typeface="Trebuchet MS"/>
              </a:rPr>
              <a:t> sub</a:t>
            </a:r>
            <a:r>
              <a:rPr sz="1700" spc="-90" dirty="0">
                <a:latin typeface="Trebuchet MS"/>
                <a:cs typeface="Trebuchet MS"/>
              </a:rPr>
              <a:t>r</a:t>
            </a:r>
            <a:r>
              <a:rPr sz="1700" spc="-60" dirty="0">
                <a:latin typeface="Trebuchet MS"/>
                <a:cs typeface="Trebuchet MS"/>
              </a:rPr>
              <a:t>ou</a:t>
            </a:r>
            <a:r>
              <a:rPr sz="1700" spc="-55" dirty="0">
                <a:latin typeface="Trebuchet MS"/>
                <a:cs typeface="Trebuchet MS"/>
              </a:rPr>
              <a:t>t</a:t>
            </a:r>
            <a:r>
              <a:rPr sz="1700" spc="-100" dirty="0">
                <a:latin typeface="Trebuchet MS"/>
                <a:cs typeface="Trebuchet MS"/>
              </a:rPr>
              <a:t>in</a:t>
            </a:r>
            <a:r>
              <a:rPr sz="1700" spc="-120" dirty="0">
                <a:latin typeface="Trebuchet MS"/>
                <a:cs typeface="Trebuchet MS"/>
              </a:rPr>
              <a:t>e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30" dirty="0">
                <a:latin typeface="Trebuchet MS"/>
                <a:cs typeface="Trebuchet MS"/>
              </a:rPr>
              <a:t>SU</a:t>
            </a:r>
            <a:r>
              <a:rPr sz="1700" spc="15" dirty="0">
                <a:latin typeface="Trebuchet MS"/>
                <a:cs typeface="Trebuchet MS"/>
              </a:rPr>
              <a:t>B</a:t>
            </a:r>
            <a:r>
              <a:rPr sz="1700" spc="-80" dirty="0">
                <a:latin typeface="Trebuchet MS"/>
                <a:cs typeface="Trebuchet MS"/>
              </a:rPr>
              <a:t>R</a:t>
            </a:r>
            <a:r>
              <a:rPr sz="1700" spc="85" dirty="0">
                <a:latin typeface="Trebuchet MS"/>
                <a:cs typeface="Trebuchet MS"/>
              </a:rPr>
              <a:t>OUT1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07656" y="2041651"/>
            <a:ext cx="108966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40" dirty="0">
                <a:latin typeface="Trebuchet MS"/>
                <a:cs typeface="Trebuchet MS"/>
              </a:rPr>
              <a:t>SUBROUT1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27566" y="1914728"/>
            <a:ext cx="1073150" cy="221678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0"/>
              </a:spcBef>
            </a:pPr>
            <a:r>
              <a:rPr sz="1700" spc="-20" dirty="0">
                <a:latin typeface="Trebuchet MS"/>
                <a:cs typeface="Trebuchet MS"/>
              </a:rPr>
              <a:t>START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700" spc="5" dirty="0">
                <a:latin typeface="Trebuchet MS"/>
                <a:cs typeface="Trebuchet MS"/>
              </a:rPr>
              <a:t>USI</a:t>
            </a:r>
            <a:r>
              <a:rPr sz="1700" spc="180" dirty="0">
                <a:latin typeface="Trebuchet MS"/>
                <a:cs typeface="Trebuchet MS"/>
              </a:rPr>
              <a:t>NG</a:t>
            </a:r>
            <a:r>
              <a:rPr sz="1700" spc="-75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*</a:t>
            </a:r>
            <a:r>
              <a:rPr sz="1700" spc="-95" dirty="0">
                <a:latin typeface="Trebuchet MS"/>
                <a:cs typeface="Trebuchet MS"/>
              </a:rPr>
              <a:t>,</a:t>
            </a:r>
            <a:r>
              <a:rPr sz="1700" spc="-40" dirty="0">
                <a:latin typeface="Trebuchet MS"/>
                <a:cs typeface="Trebuchet MS"/>
              </a:rPr>
              <a:t>15</a:t>
            </a:r>
            <a:endParaRPr sz="1700">
              <a:latin typeface="Trebuchet MS"/>
              <a:cs typeface="Trebuchet MS"/>
            </a:endParaRPr>
          </a:p>
          <a:p>
            <a:pPr marL="82550">
              <a:lnSpc>
                <a:spcPct val="100000"/>
              </a:lnSpc>
              <a:spcBef>
                <a:spcPts val="1000"/>
              </a:spcBef>
            </a:pPr>
            <a:r>
              <a:rPr sz="1700" spc="-260" dirty="0">
                <a:latin typeface="Trebuchet MS"/>
                <a:cs typeface="Trebuchet MS"/>
              </a:rPr>
              <a:t>........</a:t>
            </a:r>
            <a:endParaRPr sz="1700">
              <a:latin typeface="Trebuchet MS"/>
              <a:cs typeface="Trebuchet MS"/>
            </a:endParaRPr>
          </a:p>
          <a:p>
            <a:pPr marL="21590" marR="513715" indent="60960">
              <a:lnSpc>
                <a:spcPts val="3050"/>
              </a:lnSpc>
              <a:spcBef>
                <a:spcPts val="254"/>
              </a:spcBef>
            </a:pPr>
            <a:r>
              <a:rPr sz="1700" spc="-260" dirty="0">
                <a:latin typeface="Trebuchet MS"/>
                <a:cs typeface="Trebuchet MS"/>
              </a:rPr>
              <a:t>........ </a:t>
            </a:r>
            <a:r>
              <a:rPr sz="1700" spc="-254" dirty="0">
                <a:latin typeface="Trebuchet MS"/>
                <a:cs typeface="Trebuchet MS"/>
              </a:rPr>
              <a:t> </a:t>
            </a:r>
            <a:r>
              <a:rPr sz="1700" spc="15" dirty="0">
                <a:latin typeface="Trebuchet MS"/>
                <a:cs typeface="Trebuchet MS"/>
              </a:rPr>
              <a:t>BR</a:t>
            </a:r>
            <a:r>
              <a:rPr sz="1700" spc="-40" dirty="0">
                <a:latin typeface="Trebuchet MS"/>
                <a:cs typeface="Trebuchet MS"/>
              </a:rPr>
              <a:t> 14</a:t>
            </a:r>
            <a:endParaRPr sz="1700">
              <a:latin typeface="Trebuchet MS"/>
              <a:cs typeface="Trebuchet MS"/>
            </a:endParaRPr>
          </a:p>
          <a:p>
            <a:pPr marL="21590">
              <a:lnSpc>
                <a:spcPts val="1770"/>
              </a:lnSpc>
            </a:pPr>
            <a:r>
              <a:rPr sz="1700" spc="135" dirty="0">
                <a:latin typeface="Trebuchet MS"/>
                <a:cs typeface="Trebuchet MS"/>
              </a:rPr>
              <a:t>END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85278" y="4617846"/>
            <a:ext cx="21005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5" dirty="0">
                <a:latin typeface="Trebuchet MS"/>
                <a:cs typeface="Trebuchet MS"/>
              </a:rPr>
              <a:t>Sub</a:t>
            </a:r>
            <a:r>
              <a:rPr sz="1700" spc="-95" dirty="0">
                <a:latin typeface="Trebuchet MS"/>
                <a:cs typeface="Trebuchet MS"/>
              </a:rPr>
              <a:t>r</a:t>
            </a:r>
            <a:r>
              <a:rPr sz="1700" spc="-60" dirty="0">
                <a:latin typeface="Trebuchet MS"/>
                <a:cs typeface="Trebuchet MS"/>
              </a:rPr>
              <a:t>ou</a:t>
            </a:r>
            <a:r>
              <a:rPr sz="1700" spc="-55" dirty="0">
                <a:latin typeface="Trebuchet MS"/>
                <a:cs typeface="Trebuchet MS"/>
              </a:rPr>
              <a:t>t</a:t>
            </a:r>
            <a:r>
              <a:rPr sz="1700" spc="-100" dirty="0">
                <a:latin typeface="Trebuchet MS"/>
                <a:cs typeface="Trebuchet MS"/>
              </a:rPr>
              <a:t>in</a:t>
            </a:r>
            <a:r>
              <a:rPr sz="1700" spc="-120" dirty="0">
                <a:latin typeface="Trebuchet MS"/>
                <a:cs typeface="Trebuchet MS"/>
              </a:rPr>
              <a:t>e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30" dirty="0">
                <a:latin typeface="Trebuchet MS"/>
                <a:cs typeface="Trebuchet MS"/>
              </a:rPr>
              <a:t>SU</a:t>
            </a:r>
            <a:r>
              <a:rPr sz="1700" spc="15" dirty="0">
                <a:latin typeface="Trebuchet MS"/>
                <a:cs typeface="Trebuchet MS"/>
              </a:rPr>
              <a:t>B</a:t>
            </a:r>
            <a:r>
              <a:rPr sz="1700" spc="-80" dirty="0">
                <a:latin typeface="Trebuchet MS"/>
                <a:cs typeface="Trebuchet MS"/>
              </a:rPr>
              <a:t>R</a:t>
            </a:r>
            <a:r>
              <a:rPr sz="1700" spc="175" dirty="0">
                <a:latin typeface="Trebuchet MS"/>
                <a:cs typeface="Trebuchet MS"/>
              </a:rPr>
              <a:t>OU</a:t>
            </a:r>
            <a:r>
              <a:rPr sz="1700" spc="30" dirty="0">
                <a:latin typeface="Trebuchet MS"/>
                <a:cs typeface="Trebuchet MS"/>
              </a:rPr>
              <a:t>T</a:t>
            </a:r>
            <a:r>
              <a:rPr sz="1700" spc="-40" dirty="0"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990600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5400" y="381000"/>
            <a:ext cx="41630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0" dirty="0">
                <a:solidFill>
                  <a:srgbClr val="000000"/>
                </a:solidFill>
              </a:rPr>
              <a:t>RELOCATING</a:t>
            </a:r>
            <a:r>
              <a:rPr spc="-135" dirty="0">
                <a:solidFill>
                  <a:srgbClr val="000000"/>
                </a:solidFill>
              </a:rPr>
              <a:t> </a:t>
            </a:r>
            <a:r>
              <a:rPr spc="155" dirty="0">
                <a:solidFill>
                  <a:srgbClr val="000000"/>
                </a:solidFill>
              </a:rPr>
              <a:t>LOADER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35C164AD-FFDE-4C70-9ADC-3D0E0BE67F73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295400"/>
            <a:ext cx="10972799" cy="521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1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5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drawback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2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Absolute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loader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need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reassembly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all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subroutines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even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60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one </a:t>
            </a:r>
            <a:r>
              <a:rPr sz="2400" spc="-4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subroutine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changed.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21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45" dirty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dr</a:t>
            </a:r>
            <a:r>
              <a:rPr sz="2400" spc="-229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wbac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14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ed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Relo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ating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ade</a:t>
            </a:r>
            <a:r>
              <a:rPr sz="2400" spc="-16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254" dirty="0">
                <a:latin typeface="Times New Roman" pitchFamily="18" charset="0"/>
                <a:cs typeface="Times New Roman" pitchFamily="18" charset="0"/>
              </a:rPr>
              <a:t>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2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55" dirty="0">
                <a:latin typeface="Times New Roman" pitchFamily="18" charset="0"/>
                <a:cs typeface="Times New Roman" pitchFamily="18" charset="0"/>
              </a:rPr>
              <a:t>BSS(Binary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Symbolic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Subroutine)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Loader.</a:t>
            </a:r>
            <a:r>
              <a:rPr sz="2400" spc="-2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(IBM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7094,</a:t>
            </a:r>
            <a:r>
              <a:rPr sz="2400" spc="-2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25" dirty="0">
                <a:latin typeface="Times New Roman" pitchFamily="18" charset="0"/>
                <a:cs typeface="Times New Roman" pitchFamily="18" charset="0"/>
              </a:rPr>
              <a:t>IBM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1130,GE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635,</a:t>
            </a:r>
            <a:r>
              <a:rPr sz="2400" spc="-2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75" dirty="0">
                <a:latin typeface="Times New Roman" pitchFamily="18" charset="0"/>
                <a:cs typeface="Times New Roman" pitchFamily="18" charset="0"/>
              </a:rPr>
              <a:t>UNIVAC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1108)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2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30" dirty="0">
                <a:latin typeface="Times New Roman" pitchFamily="18" charset="0"/>
                <a:cs typeface="Times New Roman" pitchFamily="18" charset="0"/>
              </a:rPr>
              <a:t>BSS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Loader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allows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many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segment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but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only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one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segment.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21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30" dirty="0">
                <a:latin typeface="Times New Roman" pitchFamily="18" charset="0"/>
                <a:cs typeface="Times New Roman" pitchFamily="18" charset="0"/>
              </a:rPr>
              <a:t>BSS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Loader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assumes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that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assembler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will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provide: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700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400" spc="-10" dirty="0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vector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695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Relocation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bits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685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Machine</a:t>
            </a:r>
            <a:r>
              <a:rPr sz="24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code for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source program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695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Length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of the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program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700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Length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vector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43484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0" dirty="0">
                <a:solidFill>
                  <a:srgbClr val="000000"/>
                </a:solidFill>
              </a:rPr>
              <a:t>RELOCATING</a:t>
            </a:r>
            <a:r>
              <a:rPr spc="-155" dirty="0">
                <a:solidFill>
                  <a:srgbClr val="000000"/>
                </a:solidFill>
              </a:rPr>
              <a:t> </a:t>
            </a:r>
            <a:r>
              <a:rPr spc="125" dirty="0">
                <a:solidFill>
                  <a:srgbClr val="000000"/>
                </a:solidFill>
              </a:rPr>
              <a:t>LOADERS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994274C3-BE45-4DF0-990F-A30551BF4062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409924"/>
            <a:ext cx="11048999" cy="3025828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800" spc="-6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800" spc="-105" dirty="0">
                <a:latin typeface="Times New Roman" pitchFamily="18" charset="0"/>
                <a:cs typeface="Times New Roman" pitchFamily="18" charset="0"/>
              </a:rPr>
              <a:t>assembler</a:t>
            </a:r>
            <a:r>
              <a:rPr sz="28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10" dirty="0">
                <a:latin typeface="Times New Roman" pitchFamily="18" charset="0"/>
                <a:cs typeface="Times New Roman" pitchFamily="18" charset="0"/>
              </a:rPr>
              <a:t>assembles</a:t>
            </a:r>
            <a:r>
              <a:rPr sz="28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35" dirty="0">
                <a:latin typeface="Times New Roman" pitchFamily="18" charset="0"/>
                <a:cs typeface="Times New Roman" pitchFamily="18" charset="0"/>
              </a:rPr>
              <a:t>each</a:t>
            </a:r>
            <a:r>
              <a:rPr sz="28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80" dirty="0">
                <a:latin typeface="Times New Roman" pitchFamily="18" charset="0"/>
                <a:cs typeface="Times New Roman" pitchFamily="18" charset="0"/>
              </a:rPr>
              <a:t>procedure</a:t>
            </a:r>
            <a:r>
              <a:rPr sz="28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14" dirty="0">
                <a:latin typeface="Times New Roman" pitchFamily="18" charset="0"/>
                <a:cs typeface="Times New Roman" pitchFamily="18" charset="0"/>
              </a:rPr>
              <a:t>segment</a:t>
            </a:r>
            <a:r>
              <a:rPr sz="28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14" dirty="0">
                <a:latin typeface="Times New Roman" pitchFamily="18" charset="0"/>
                <a:cs typeface="Times New Roman" pitchFamily="18" charset="0"/>
              </a:rPr>
              <a:t>independently</a:t>
            </a:r>
            <a:r>
              <a:rPr sz="28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3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8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00" dirty="0">
                <a:latin typeface="Times New Roman" pitchFamily="18" charset="0"/>
                <a:cs typeface="Times New Roman" pitchFamily="18" charset="0"/>
              </a:rPr>
              <a:t>pass</a:t>
            </a:r>
            <a:r>
              <a:rPr sz="28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30" dirty="0">
                <a:latin typeface="Times New Roman" pitchFamily="18" charset="0"/>
                <a:cs typeface="Times New Roman" pitchFamily="18" charset="0"/>
              </a:rPr>
              <a:t>on</a:t>
            </a:r>
            <a:r>
              <a:rPr sz="28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800" spc="-7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14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800" spc="-11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00" smtClean="0">
                <a:latin typeface="Times New Roman" pitchFamily="18" charset="0"/>
                <a:cs typeface="Times New Roman" pitchFamily="18" charset="0"/>
              </a:rPr>
              <a:t>loa</a:t>
            </a:r>
            <a:r>
              <a:rPr sz="2800" spc="-13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sz="2800" spc="-60" smtClean="0">
                <a:latin typeface="Times New Roman" pitchFamily="18" charset="0"/>
                <a:cs typeface="Times New Roman" pitchFamily="18" charset="0"/>
              </a:rPr>
              <a:t>er</a:t>
            </a:r>
            <a:r>
              <a:rPr sz="2800" spc="-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85" dirty="0">
                <a:latin typeface="Times New Roman" pitchFamily="18" charset="0"/>
                <a:cs typeface="Times New Roman" pitchFamily="18" charset="0"/>
              </a:rPr>
              <a:t>tex</a:t>
            </a:r>
            <a:r>
              <a:rPr sz="2800" spc="-12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8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60" dirty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sz="28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8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800" spc="-14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spc="-26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800" spc="2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800" spc="1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800" spc="-170" dirty="0">
                <a:latin typeface="Times New Roman" pitchFamily="18" charset="0"/>
                <a:cs typeface="Times New Roman" pitchFamily="18" charset="0"/>
              </a:rPr>
              <a:t>ma</a:t>
            </a:r>
            <a:r>
              <a:rPr sz="2800" spc="-114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800" spc="-4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800" spc="-8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800" spc="-9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20" dirty="0">
                <a:latin typeface="Times New Roman" pitchFamily="18" charset="0"/>
                <a:cs typeface="Times New Roman" pitchFamily="18" charset="0"/>
              </a:rPr>
              <a:t>as</a:t>
            </a:r>
            <a:r>
              <a:rPr sz="28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8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2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800" spc="-110" dirty="0">
                <a:latin typeface="Times New Roman" pitchFamily="18" charset="0"/>
                <a:cs typeface="Times New Roman" pitchFamily="18" charset="0"/>
              </a:rPr>
              <a:t>eloc</a:t>
            </a:r>
            <a:r>
              <a:rPr sz="2800" spc="-13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800" spc="-15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800" spc="-10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800" spc="-30" dirty="0">
                <a:latin typeface="Times New Roman" pitchFamily="18" charset="0"/>
                <a:cs typeface="Times New Roman" pitchFamily="18" charset="0"/>
              </a:rPr>
              <a:t>on</a:t>
            </a:r>
            <a:r>
              <a:rPr sz="2800" spc="-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60" dirty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sz="28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8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2800" spc="-14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spc="-95" dirty="0">
                <a:latin typeface="Times New Roman" pitchFamily="18" charset="0"/>
                <a:cs typeface="Times New Roman" pitchFamily="18" charset="0"/>
              </a:rPr>
              <a:t>terse</a:t>
            </a:r>
            <a:r>
              <a:rPr sz="2800" spc="-11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sz="2800" spc="-114" dirty="0">
                <a:latin typeface="Times New Roman" pitchFamily="18" charset="0"/>
                <a:cs typeface="Times New Roman" pitchFamily="18" charset="0"/>
              </a:rPr>
              <a:t>ment</a:t>
            </a:r>
            <a:r>
              <a:rPr sz="28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2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800" spc="-22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800" spc="-17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800" spc="-7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800" spc="-9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800" spc="-114" dirty="0">
                <a:latin typeface="Times New Roman" pitchFamily="18" charset="0"/>
                <a:cs typeface="Times New Roman" pitchFamily="18" charset="0"/>
              </a:rPr>
              <a:t>enc</a:t>
            </a:r>
            <a:r>
              <a:rPr sz="2800" spc="-9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800" spc="-295" dirty="0">
                <a:latin typeface="Times New Roman" pitchFamily="18" charset="0"/>
                <a:cs typeface="Times New Roman" pitchFamily="18" charset="0"/>
              </a:rPr>
              <a:t>.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48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800" spc="-65" dirty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sz="2800" spc="-120" dirty="0">
                <a:latin typeface="Times New Roman" pitchFamily="18" charset="0"/>
                <a:cs typeface="Times New Roman" pitchFamily="18" charset="0"/>
              </a:rPr>
              <a:t>are</a:t>
            </a:r>
            <a:r>
              <a:rPr sz="28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60" dirty="0">
                <a:latin typeface="Times New Roman" pitchFamily="18" charset="0"/>
                <a:cs typeface="Times New Roman" pitchFamily="18" charset="0"/>
              </a:rPr>
              <a:t>two</a:t>
            </a:r>
            <a:r>
              <a:rPr sz="2800" spc="-80" dirty="0">
                <a:latin typeface="Times New Roman" pitchFamily="18" charset="0"/>
                <a:cs typeface="Times New Roman" pitchFamily="18" charset="0"/>
              </a:rPr>
              <a:t> methods</a:t>
            </a:r>
            <a:r>
              <a:rPr sz="28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70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8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25" dirty="0">
                <a:latin typeface="Times New Roman" pitchFamily="18" charset="0"/>
                <a:cs typeface="Times New Roman" pitchFamily="18" charset="0"/>
              </a:rPr>
              <a:t>specifying</a:t>
            </a:r>
            <a:r>
              <a:rPr sz="2800" spc="-90" dirty="0">
                <a:latin typeface="Times New Roman" pitchFamily="18" charset="0"/>
                <a:cs typeface="Times New Roman" pitchFamily="18" charset="0"/>
              </a:rPr>
              <a:t> relocation</a:t>
            </a:r>
            <a:r>
              <a:rPr sz="28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20" dirty="0">
                <a:latin typeface="Times New Roman" pitchFamily="18" charset="0"/>
                <a:cs typeface="Times New Roman" pitchFamily="18" charset="0"/>
              </a:rPr>
              <a:t>as</a:t>
            </a:r>
            <a:r>
              <a:rPr sz="28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00" dirty="0">
                <a:latin typeface="Times New Roman" pitchFamily="18" charset="0"/>
                <a:cs typeface="Times New Roman" pitchFamily="18" charset="0"/>
              </a:rPr>
              <a:t>part</a:t>
            </a:r>
            <a:r>
              <a:rPr sz="28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0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8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8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25" dirty="0">
                <a:latin typeface="Times New Roman" pitchFamily="18" charset="0"/>
                <a:cs typeface="Times New Roman" pitchFamily="18" charset="0"/>
              </a:rPr>
              <a:t>object</a:t>
            </a:r>
            <a:r>
              <a:rPr sz="28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10" dirty="0">
                <a:latin typeface="Times New Roman" pitchFamily="18" charset="0"/>
                <a:cs typeface="Times New Roman" pitchFamily="18" charset="0"/>
              </a:rPr>
              <a:t>program.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965"/>
              </a:spcBef>
              <a:buClr>
                <a:srgbClr val="B71E42"/>
              </a:buClr>
              <a:buFont typeface="Wingdings"/>
              <a:buChar char=""/>
              <a:tabLst>
                <a:tab pos="698500" algn="l"/>
              </a:tabLst>
            </a:pPr>
            <a:r>
              <a:rPr sz="2400" spc="-18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rans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er</a:t>
            </a:r>
            <a:r>
              <a:rPr sz="2400" spc="-3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ect</a:t>
            </a:r>
            <a:r>
              <a:rPr sz="2400" spc="20" dirty="0">
                <a:latin typeface="Times New Roman" pitchFamily="18" charset="0"/>
                <a:cs typeface="Times New Roman" pitchFamily="18" charset="0"/>
              </a:rPr>
              <a:t>or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935"/>
              </a:spcBef>
              <a:buClr>
                <a:srgbClr val="B71E42"/>
              </a:buClr>
              <a:buFont typeface="Wingdings"/>
              <a:buChar char=""/>
              <a:tabLst>
                <a:tab pos="698500" algn="l"/>
              </a:tabLst>
            </a:pPr>
            <a:r>
              <a:rPr sz="2400" spc="-45">
                <a:latin typeface="Times New Roman" pitchFamily="18" charset="0"/>
                <a:cs typeface="Times New Roman" pitchFamily="18" charset="0"/>
              </a:rPr>
              <a:t>R</a:t>
            </a:r>
            <a:r>
              <a:rPr sz="2400" spc="-35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pc="-75">
                <a:latin typeface="Times New Roman" pitchFamily="18" charset="0"/>
                <a:cs typeface="Times New Roman" pitchFamily="18" charset="0"/>
              </a:rPr>
              <a:t>loc</a:t>
            </a:r>
            <a:r>
              <a:rPr sz="2400" spc="-95">
                <a:latin typeface="Times New Roman" pitchFamily="18" charset="0"/>
                <a:cs typeface="Times New Roman" pitchFamily="18" charset="0"/>
              </a:rPr>
              <a:t>ation</a:t>
            </a:r>
            <a:r>
              <a:rPr sz="2400" spc="-6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sz="2400" spc="-95" smtClean="0">
                <a:latin typeface="Times New Roman" pitchFamily="18" charset="0"/>
                <a:cs typeface="Times New Roman" pitchFamily="18" charset="0"/>
              </a:rPr>
              <a:t>its</a:t>
            </a:r>
            <a:endParaRPr lang="en-US" sz="2400" spc="-95" dirty="0" smtClean="0">
              <a:latin typeface="Times New Roman" pitchFamily="18" charset="0"/>
              <a:cs typeface="Times New Roman" pitchFamily="18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935"/>
              </a:spcBef>
              <a:buClr>
                <a:srgbClr val="B71E42"/>
              </a:buClr>
              <a:buFont typeface="Wingdings"/>
              <a:buChar char=""/>
              <a:tabLst>
                <a:tab pos="698500" algn="l"/>
              </a:tabLst>
            </a:pPr>
            <a:r>
              <a:rPr lang="en-US" sz="2400" spc="-95" dirty="0" smtClean="0">
                <a:latin typeface="Times New Roman" pitchFamily="18" charset="0"/>
                <a:cs typeface="Times New Roman" pitchFamily="18" charset="0"/>
              </a:rPr>
              <a:t>Many code segment and one </a:t>
            </a:r>
            <a:r>
              <a:rPr lang="en-US" sz="2400" spc="-95" smtClean="0">
                <a:latin typeface="Times New Roman" pitchFamily="18" charset="0"/>
                <a:cs typeface="Times New Roman" pitchFamily="18" charset="0"/>
              </a:rPr>
              <a:t>data segment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685800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2000" y="1143000"/>
            <a:ext cx="10591800" cy="1637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1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45" dirty="0">
                <a:latin typeface="Times New Roman" pitchFamily="18" charset="0"/>
                <a:cs typeface="Times New Roman" pitchFamily="18" charset="0"/>
              </a:rPr>
              <a:t>a)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Modification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Record </a:t>
            </a:r>
            <a:r>
              <a:rPr sz="2400" spc="-295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sz="2400" spc="-2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40" dirty="0">
                <a:latin typeface="Times New Roman" pitchFamily="18" charset="0"/>
                <a:cs typeface="Times New Roman" pitchFamily="18" charset="0"/>
              </a:rPr>
              <a:t>this,</a:t>
            </a:r>
            <a:r>
              <a:rPr sz="2400" spc="-2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each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source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program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assembler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outputs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text </a:t>
            </a:r>
            <a:r>
              <a:rPr sz="2400" spc="-5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prefix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by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vector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that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consists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containing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names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subroutines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referenced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by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source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program.The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length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entire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program 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length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transfer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vector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portion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provided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by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assembler</a:t>
            </a:r>
            <a:r>
              <a:rPr sz="2400" spc="-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loader.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4298035"/>
            <a:ext cx="10363200" cy="1231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 algn="just">
              <a:lnSpc>
                <a:spcPct val="11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spc="-100" dirty="0">
                <a:latin typeface="Times New Roman" pitchFamily="18" charset="0"/>
                <a:cs typeface="Times New Roman" pitchFamily="18" charset="0"/>
              </a:rPr>
              <a:t>b)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Relocation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Bit:The </a:t>
            </a:r>
            <a:r>
              <a:rPr sz="2400" spc="-105" dirty="0">
                <a:latin typeface="Times New Roman" pitchFamily="18" charset="0"/>
                <a:cs typeface="Times New Roman" pitchFamily="18" charset="0"/>
              </a:rPr>
              <a:t>assembler associates </a:t>
            </a:r>
            <a:r>
              <a:rPr sz="2400" spc="-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bit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with </a:t>
            </a:r>
            <a:r>
              <a:rPr sz="2400" spc="-135" dirty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sz="2400" spc="-85" dirty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sz="2400" spc="20" dirty="0">
                <a:latin typeface="Times New Roman" pitchFamily="18" charset="0"/>
                <a:cs typeface="Times New Roman" pitchFamily="18" charset="0"/>
              </a:rPr>
              <a:t>or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address </a:t>
            </a:r>
            <a:r>
              <a:rPr sz="2400" spc="-175" dirty="0">
                <a:latin typeface="Times New Roman" pitchFamily="18" charset="0"/>
                <a:cs typeface="Times New Roman" pitchFamily="18" charset="0"/>
              </a:rPr>
              <a:t>field. 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sz="2400" spc="-1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bit 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field 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equals 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then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corresponding 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address 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field 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must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be relocated, </a:t>
            </a:r>
            <a:r>
              <a:rPr sz="2400" spc="-75" dirty="0">
                <a:latin typeface="Times New Roman" pitchFamily="18" charset="0"/>
                <a:cs typeface="Times New Roman" pitchFamily="18" charset="0"/>
              </a:rPr>
              <a:t>otherwise </a:t>
            </a:r>
            <a:r>
              <a:rPr sz="2400" spc="-114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-1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0" dirty="0">
                <a:latin typeface="Times New Roman" pitchFamily="18" charset="0"/>
                <a:cs typeface="Times New Roman" pitchFamily="18" charset="0"/>
              </a:rPr>
              <a:t>field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9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65" dirty="0">
                <a:latin typeface="Times New Roman" pitchFamily="18" charset="0"/>
                <a:cs typeface="Times New Roman" pitchFamily="18" charset="0"/>
              </a:rPr>
              <a:t>not</a:t>
            </a:r>
            <a:r>
              <a:rPr sz="2400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25" dirty="0">
                <a:latin typeface="Times New Roman" pitchFamily="18" charset="0"/>
                <a:cs typeface="Times New Roman" pitchFamily="18" charset="0"/>
              </a:rPr>
              <a:t>relocated.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8272" y="3098292"/>
            <a:ext cx="1447800" cy="932815"/>
          </a:xfrm>
          <a:prstGeom prst="rect">
            <a:avLst/>
          </a:prstGeom>
          <a:solidFill>
            <a:srgbClr val="B71E42"/>
          </a:solidFill>
          <a:ln w="15240">
            <a:solidFill>
              <a:srgbClr val="85122D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Times New Roman"/>
              <a:cs typeface="Times New Roman"/>
            </a:endParaRPr>
          </a:p>
          <a:p>
            <a:pPr marL="282575" marR="274955" indent="162560">
              <a:lnSpc>
                <a:spcPct val="100000"/>
              </a:lnSpc>
            </a:pPr>
            <a:r>
              <a:rPr sz="1600" spc="-60" dirty="0">
                <a:solidFill>
                  <a:srgbClr val="FFFFFF"/>
                </a:solidFill>
                <a:latin typeface="Trebuchet MS"/>
                <a:cs typeface="Trebuchet MS"/>
              </a:rPr>
              <a:t>Call</a:t>
            </a:r>
            <a:r>
              <a:rPr sz="1600" spc="-45" dirty="0">
                <a:solidFill>
                  <a:srgbClr val="FFFFFF"/>
                </a:solidFill>
                <a:latin typeface="Trebuchet MS"/>
                <a:cs typeface="Trebuchet MS"/>
              </a:rPr>
              <a:t> to 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Trebuchet MS"/>
                <a:cs typeface="Trebuchet MS"/>
              </a:rPr>
              <a:t>su</a:t>
            </a:r>
            <a:r>
              <a:rPr sz="1600" spc="-75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8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600" spc="-12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600" spc="-9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600" spc="-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600" spc="-1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52871" y="3029711"/>
            <a:ext cx="1524000" cy="993775"/>
          </a:xfrm>
          <a:prstGeom prst="rect">
            <a:avLst/>
          </a:prstGeom>
          <a:solidFill>
            <a:srgbClr val="B71E42"/>
          </a:solidFill>
          <a:ln w="15240">
            <a:solidFill>
              <a:srgbClr val="85122D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313690" marR="125730" indent="-180340">
              <a:lnSpc>
                <a:spcPct val="100000"/>
              </a:lnSpc>
              <a:spcBef>
                <a:spcPts val="969"/>
              </a:spcBef>
            </a:pPr>
            <a:r>
              <a:rPr sz="1600" spc="-17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600" spc="-75" dirty="0">
                <a:solidFill>
                  <a:srgbClr val="FFFFFF"/>
                </a:solidFill>
                <a:latin typeface="Trebuchet MS"/>
                <a:cs typeface="Trebuchet MS"/>
              </a:rPr>
              <a:t>ra</a:t>
            </a:r>
            <a:r>
              <a:rPr sz="1600" spc="-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600" spc="-12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600" spc="-130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1600" spc="-50" dirty="0">
                <a:solidFill>
                  <a:srgbClr val="FFFFFF"/>
                </a:solidFill>
                <a:latin typeface="Trebuchet MS"/>
                <a:cs typeface="Trebuchet MS"/>
              </a:rPr>
              <a:t>er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25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600" spc="-70" dirty="0">
                <a:solidFill>
                  <a:srgbClr val="FFFFFF"/>
                </a:solidFill>
                <a:latin typeface="Trebuchet MS"/>
                <a:cs typeface="Trebuchet MS"/>
              </a:rPr>
              <a:t>ect</a:t>
            </a:r>
            <a:r>
              <a:rPr sz="1600" spc="-9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5" dirty="0">
                <a:solidFill>
                  <a:srgbClr val="FFFFFF"/>
                </a:solidFill>
                <a:latin typeface="Trebuchet MS"/>
                <a:cs typeface="Trebuchet MS"/>
              </a:rPr>
              <a:t>r  </a:t>
            </a:r>
            <a:r>
              <a:rPr sz="1600" spc="-85" dirty="0">
                <a:solidFill>
                  <a:srgbClr val="FFFFFF"/>
                </a:solidFill>
                <a:latin typeface="Trebuchet MS"/>
                <a:cs typeface="Trebuchet MS"/>
              </a:rPr>
              <a:t>location</a:t>
            </a:r>
            <a:r>
              <a:rPr sz="16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rebuchet MS"/>
                <a:cs typeface="Trebuchet MS"/>
              </a:rPr>
              <a:t>subroutine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76871" y="3475990"/>
            <a:ext cx="1066800" cy="103505"/>
          </a:xfrm>
          <a:custGeom>
            <a:avLst/>
            <a:gdLst/>
            <a:ahLst/>
            <a:cxnLst/>
            <a:rect l="l" t="t" r="r" b="b"/>
            <a:pathLst>
              <a:path w="1066800" h="103504">
                <a:moveTo>
                  <a:pt x="978280" y="0"/>
                </a:moveTo>
                <a:lnTo>
                  <a:pt x="974344" y="1015"/>
                </a:lnTo>
                <a:lnTo>
                  <a:pt x="970787" y="7112"/>
                </a:lnTo>
                <a:lnTo>
                  <a:pt x="971803" y="11049"/>
                </a:lnTo>
                <a:lnTo>
                  <a:pt x="974851" y="12700"/>
                </a:lnTo>
                <a:lnTo>
                  <a:pt x="1030814" y="45437"/>
                </a:lnTo>
                <a:lnTo>
                  <a:pt x="1054227" y="45465"/>
                </a:lnTo>
                <a:lnTo>
                  <a:pt x="1054227" y="58165"/>
                </a:lnTo>
                <a:lnTo>
                  <a:pt x="1030712" y="58165"/>
                </a:lnTo>
                <a:lnTo>
                  <a:pt x="974725" y="90677"/>
                </a:lnTo>
                <a:lnTo>
                  <a:pt x="971803" y="92456"/>
                </a:lnTo>
                <a:lnTo>
                  <a:pt x="970660" y="96393"/>
                </a:lnTo>
                <a:lnTo>
                  <a:pt x="972438" y="99313"/>
                </a:lnTo>
                <a:lnTo>
                  <a:pt x="974217" y="102362"/>
                </a:lnTo>
                <a:lnTo>
                  <a:pt x="978153" y="103377"/>
                </a:lnTo>
                <a:lnTo>
                  <a:pt x="981201" y="101726"/>
                </a:lnTo>
                <a:lnTo>
                  <a:pt x="1055909" y="58165"/>
                </a:lnTo>
                <a:lnTo>
                  <a:pt x="1054227" y="58165"/>
                </a:lnTo>
                <a:lnTo>
                  <a:pt x="1055958" y="58137"/>
                </a:lnTo>
                <a:lnTo>
                  <a:pt x="1066800" y="51815"/>
                </a:lnTo>
                <a:lnTo>
                  <a:pt x="978280" y="0"/>
                </a:lnTo>
                <a:close/>
              </a:path>
              <a:path w="1066800" h="103504">
                <a:moveTo>
                  <a:pt x="1041682" y="51795"/>
                </a:moveTo>
                <a:lnTo>
                  <a:pt x="1030761" y="58137"/>
                </a:lnTo>
                <a:lnTo>
                  <a:pt x="1054227" y="58165"/>
                </a:lnTo>
                <a:lnTo>
                  <a:pt x="1054227" y="57276"/>
                </a:lnTo>
                <a:lnTo>
                  <a:pt x="1051052" y="57276"/>
                </a:lnTo>
                <a:lnTo>
                  <a:pt x="1041682" y="51795"/>
                </a:lnTo>
                <a:close/>
              </a:path>
              <a:path w="1066800" h="103504">
                <a:moveTo>
                  <a:pt x="0" y="44196"/>
                </a:moveTo>
                <a:lnTo>
                  <a:pt x="0" y="56896"/>
                </a:lnTo>
                <a:lnTo>
                  <a:pt x="1030761" y="58137"/>
                </a:lnTo>
                <a:lnTo>
                  <a:pt x="1041682" y="51795"/>
                </a:lnTo>
                <a:lnTo>
                  <a:pt x="1030814" y="45437"/>
                </a:lnTo>
                <a:lnTo>
                  <a:pt x="0" y="44196"/>
                </a:lnTo>
                <a:close/>
              </a:path>
              <a:path w="1066800" h="103504">
                <a:moveTo>
                  <a:pt x="1051052" y="46355"/>
                </a:moveTo>
                <a:lnTo>
                  <a:pt x="1041682" y="51795"/>
                </a:lnTo>
                <a:lnTo>
                  <a:pt x="1051052" y="57276"/>
                </a:lnTo>
                <a:lnTo>
                  <a:pt x="1051052" y="46355"/>
                </a:lnTo>
                <a:close/>
              </a:path>
              <a:path w="1066800" h="103504">
                <a:moveTo>
                  <a:pt x="1054227" y="46355"/>
                </a:moveTo>
                <a:lnTo>
                  <a:pt x="1051052" y="46355"/>
                </a:lnTo>
                <a:lnTo>
                  <a:pt x="1051052" y="57276"/>
                </a:lnTo>
                <a:lnTo>
                  <a:pt x="1054227" y="57276"/>
                </a:lnTo>
                <a:lnTo>
                  <a:pt x="1054227" y="46355"/>
                </a:lnTo>
                <a:close/>
              </a:path>
              <a:path w="1066800" h="103504">
                <a:moveTo>
                  <a:pt x="1030814" y="45437"/>
                </a:moveTo>
                <a:lnTo>
                  <a:pt x="1041682" y="51795"/>
                </a:lnTo>
                <a:lnTo>
                  <a:pt x="1051052" y="46355"/>
                </a:lnTo>
                <a:lnTo>
                  <a:pt x="1054227" y="46355"/>
                </a:lnTo>
                <a:lnTo>
                  <a:pt x="1054227" y="45465"/>
                </a:lnTo>
                <a:lnTo>
                  <a:pt x="1030814" y="45437"/>
                </a:lnTo>
                <a:close/>
              </a:path>
            </a:pathLst>
          </a:custGeom>
          <a:solidFill>
            <a:srgbClr val="454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3671" y="3090672"/>
            <a:ext cx="1524000" cy="995680"/>
          </a:xfrm>
          <a:prstGeom prst="rect">
            <a:avLst/>
          </a:prstGeom>
          <a:solidFill>
            <a:srgbClr val="B71E42"/>
          </a:solidFill>
          <a:ln w="15240">
            <a:solidFill>
              <a:srgbClr val="85122D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44780" marR="136525" indent="635" algn="ctr">
              <a:lnSpc>
                <a:spcPct val="100000"/>
              </a:lnSpc>
              <a:spcBef>
                <a:spcPts val="980"/>
              </a:spcBef>
            </a:pPr>
            <a:r>
              <a:rPr sz="1600" spc="-75" dirty="0">
                <a:solidFill>
                  <a:srgbClr val="FFFFFF"/>
                </a:solidFill>
                <a:latin typeface="Trebuchet MS"/>
                <a:cs typeface="Trebuchet MS"/>
              </a:rPr>
              <a:t>Actual</a:t>
            </a:r>
            <a:r>
              <a:rPr sz="16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Trebuchet MS"/>
                <a:cs typeface="Trebuchet MS"/>
              </a:rPr>
              <a:t>core </a:t>
            </a:r>
            <a:r>
              <a:rPr sz="16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600" spc="-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130" dirty="0">
                <a:solidFill>
                  <a:srgbClr val="FFFFFF"/>
                </a:solidFill>
                <a:latin typeface="Trebuchet MS"/>
                <a:cs typeface="Trebuchet MS"/>
              </a:rPr>
              <a:t>cat</a:t>
            </a:r>
            <a:r>
              <a:rPr sz="1600" spc="-8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6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19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Trebuchet MS"/>
                <a:cs typeface="Trebuchet MS"/>
              </a:rPr>
              <a:t>Su</a:t>
            </a:r>
            <a:r>
              <a:rPr sz="1600" spc="-65" dirty="0">
                <a:solidFill>
                  <a:srgbClr val="FFFFFF"/>
                </a:solidFill>
                <a:latin typeface="Trebuchet MS"/>
                <a:cs typeface="Trebuchet MS"/>
              </a:rPr>
              <a:t>b  </a:t>
            </a:r>
            <a:r>
              <a:rPr sz="1600" spc="-70" dirty="0">
                <a:solidFill>
                  <a:srgbClr val="FFFFFF"/>
                </a:solidFill>
                <a:latin typeface="Trebuchet MS"/>
                <a:cs typeface="Trebuchet MS"/>
              </a:rPr>
              <a:t>routine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86071" y="3466846"/>
            <a:ext cx="1066800" cy="103505"/>
          </a:xfrm>
          <a:custGeom>
            <a:avLst/>
            <a:gdLst/>
            <a:ahLst/>
            <a:cxnLst/>
            <a:rect l="l" t="t" r="r" b="b"/>
            <a:pathLst>
              <a:path w="1066800" h="103504">
                <a:moveTo>
                  <a:pt x="978280" y="0"/>
                </a:moveTo>
                <a:lnTo>
                  <a:pt x="974343" y="1015"/>
                </a:lnTo>
                <a:lnTo>
                  <a:pt x="970788" y="7112"/>
                </a:lnTo>
                <a:lnTo>
                  <a:pt x="971803" y="11049"/>
                </a:lnTo>
                <a:lnTo>
                  <a:pt x="1030756" y="45437"/>
                </a:lnTo>
                <a:lnTo>
                  <a:pt x="1054227" y="45465"/>
                </a:lnTo>
                <a:lnTo>
                  <a:pt x="1054227" y="58165"/>
                </a:lnTo>
                <a:lnTo>
                  <a:pt x="1030712" y="58165"/>
                </a:lnTo>
                <a:lnTo>
                  <a:pt x="974725" y="90677"/>
                </a:lnTo>
                <a:lnTo>
                  <a:pt x="971803" y="92455"/>
                </a:lnTo>
                <a:lnTo>
                  <a:pt x="970661" y="96392"/>
                </a:lnTo>
                <a:lnTo>
                  <a:pt x="972438" y="99313"/>
                </a:lnTo>
                <a:lnTo>
                  <a:pt x="974216" y="102362"/>
                </a:lnTo>
                <a:lnTo>
                  <a:pt x="978153" y="103377"/>
                </a:lnTo>
                <a:lnTo>
                  <a:pt x="981201" y="101726"/>
                </a:lnTo>
                <a:lnTo>
                  <a:pt x="1055909" y="58165"/>
                </a:lnTo>
                <a:lnTo>
                  <a:pt x="1054227" y="58165"/>
                </a:lnTo>
                <a:lnTo>
                  <a:pt x="1055958" y="58137"/>
                </a:lnTo>
                <a:lnTo>
                  <a:pt x="1066800" y="51815"/>
                </a:lnTo>
                <a:lnTo>
                  <a:pt x="978280" y="0"/>
                </a:lnTo>
                <a:close/>
              </a:path>
              <a:path w="1066800" h="103504">
                <a:moveTo>
                  <a:pt x="1041669" y="51803"/>
                </a:moveTo>
                <a:lnTo>
                  <a:pt x="1030761" y="58137"/>
                </a:lnTo>
                <a:lnTo>
                  <a:pt x="1054227" y="58165"/>
                </a:lnTo>
                <a:lnTo>
                  <a:pt x="1054227" y="57276"/>
                </a:lnTo>
                <a:lnTo>
                  <a:pt x="1051052" y="57276"/>
                </a:lnTo>
                <a:lnTo>
                  <a:pt x="1041669" y="51803"/>
                </a:lnTo>
                <a:close/>
              </a:path>
              <a:path w="1066800" h="103504">
                <a:moveTo>
                  <a:pt x="0" y="44195"/>
                </a:moveTo>
                <a:lnTo>
                  <a:pt x="0" y="56895"/>
                </a:lnTo>
                <a:lnTo>
                  <a:pt x="1030761" y="58137"/>
                </a:lnTo>
                <a:lnTo>
                  <a:pt x="1041669" y="51803"/>
                </a:lnTo>
                <a:lnTo>
                  <a:pt x="1030756" y="45437"/>
                </a:lnTo>
                <a:lnTo>
                  <a:pt x="0" y="44195"/>
                </a:lnTo>
                <a:close/>
              </a:path>
              <a:path w="1066800" h="103504">
                <a:moveTo>
                  <a:pt x="1051052" y="46354"/>
                </a:moveTo>
                <a:lnTo>
                  <a:pt x="1041669" y="51803"/>
                </a:lnTo>
                <a:lnTo>
                  <a:pt x="1051052" y="57276"/>
                </a:lnTo>
                <a:lnTo>
                  <a:pt x="1051052" y="46354"/>
                </a:lnTo>
                <a:close/>
              </a:path>
              <a:path w="1066800" h="103504">
                <a:moveTo>
                  <a:pt x="1054227" y="46354"/>
                </a:moveTo>
                <a:lnTo>
                  <a:pt x="1051052" y="46354"/>
                </a:lnTo>
                <a:lnTo>
                  <a:pt x="1051052" y="57276"/>
                </a:lnTo>
                <a:lnTo>
                  <a:pt x="1054227" y="57276"/>
                </a:lnTo>
                <a:lnTo>
                  <a:pt x="1054227" y="46354"/>
                </a:lnTo>
                <a:close/>
              </a:path>
              <a:path w="1066800" h="103504">
                <a:moveTo>
                  <a:pt x="1030756" y="45437"/>
                </a:moveTo>
                <a:lnTo>
                  <a:pt x="1041669" y="51803"/>
                </a:lnTo>
                <a:lnTo>
                  <a:pt x="1051052" y="46354"/>
                </a:lnTo>
                <a:lnTo>
                  <a:pt x="1054227" y="46354"/>
                </a:lnTo>
                <a:lnTo>
                  <a:pt x="1054227" y="45465"/>
                </a:lnTo>
                <a:lnTo>
                  <a:pt x="1030756" y="45437"/>
                </a:lnTo>
                <a:close/>
              </a:path>
            </a:pathLst>
          </a:custGeom>
          <a:solidFill>
            <a:srgbClr val="454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E05CD601-8960-4496-B96A-DC9EBCE94F53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6383" y="379933"/>
            <a:ext cx="168211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5" dirty="0">
                <a:solidFill>
                  <a:srgbClr val="000000"/>
                </a:solidFill>
              </a:rPr>
              <a:t>S</a:t>
            </a:r>
            <a:r>
              <a:rPr sz="2000" spc="-15" dirty="0">
                <a:solidFill>
                  <a:srgbClr val="000000"/>
                </a:solidFill>
              </a:rPr>
              <a:t>ou</a:t>
            </a:r>
            <a:r>
              <a:rPr sz="2000" spc="-65" dirty="0">
                <a:solidFill>
                  <a:srgbClr val="000000"/>
                </a:solidFill>
              </a:rPr>
              <a:t>r</a:t>
            </a:r>
            <a:r>
              <a:rPr sz="2000" spc="-125" dirty="0">
                <a:solidFill>
                  <a:srgbClr val="000000"/>
                </a:solidFill>
              </a:rPr>
              <a:t>ce</a:t>
            </a:r>
            <a:r>
              <a:rPr sz="2000" spc="-80" dirty="0">
                <a:solidFill>
                  <a:srgbClr val="000000"/>
                </a:solidFill>
              </a:rPr>
              <a:t> </a:t>
            </a:r>
            <a:r>
              <a:rPr sz="2000" spc="-45" dirty="0">
                <a:solidFill>
                  <a:srgbClr val="000000"/>
                </a:solidFill>
              </a:rPr>
              <a:t>P</a:t>
            </a:r>
            <a:r>
              <a:rPr sz="2000" spc="-90" dirty="0">
                <a:solidFill>
                  <a:srgbClr val="000000"/>
                </a:solidFill>
              </a:rPr>
              <a:t>r</a:t>
            </a:r>
            <a:r>
              <a:rPr sz="2000" spc="-60" dirty="0">
                <a:solidFill>
                  <a:srgbClr val="000000"/>
                </a:solidFill>
              </a:rPr>
              <a:t>o</a:t>
            </a:r>
            <a:r>
              <a:rPr sz="2000" spc="-65" dirty="0">
                <a:solidFill>
                  <a:srgbClr val="000000"/>
                </a:solidFill>
              </a:rPr>
              <a:t>g</a:t>
            </a:r>
            <a:r>
              <a:rPr sz="2000" spc="-80" dirty="0">
                <a:solidFill>
                  <a:srgbClr val="000000"/>
                </a:solidFill>
              </a:rPr>
              <a:t>r</a:t>
            </a:r>
            <a:r>
              <a:rPr sz="2000" spc="-114" dirty="0">
                <a:solidFill>
                  <a:srgbClr val="000000"/>
                </a:solidFill>
              </a:rPr>
              <a:t>am</a:t>
            </a:r>
            <a:endParaRPr sz="200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5B590229-AF98-44D2-A8AF-168D4DAB7E19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1286383" y="843788"/>
            <a:ext cx="6553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65" dirty="0">
                <a:latin typeface="Trebuchet MS"/>
                <a:cs typeface="Trebuchet MS"/>
              </a:rPr>
              <a:t>M</a:t>
            </a:r>
            <a:r>
              <a:rPr sz="2000" spc="125" dirty="0">
                <a:latin typeface="Trebuchet MS"/>
                <a:cs typeface="Trebuchet MS"/>
              </a:rPr>
              <a:t>A</a:t>
            </a:r>
            <a:r>
              <a:rPr sz="2000" spc="114" dirty="0">
                <a:latin typeface="Trebuchet MS"/>
                <a:cs typeface="Trebuchet MS"/>
              </a:rPr>
              <a:t>IN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0782" y="674794"/>
            <a:ext cx="1483360" cy="133286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ct val="149100"/>
              </a:lnSpc>
              <a:spcBef>
                <a:spcPts val="254"/>
              </a:spcBef>
            </a:pPr>
            <a:r>
              <a:rPr sz="2000" spc="-30" dirty="0">
                <a:latin typeface="Trebuchet MS"/>
                <a:cs typeface="Trebuchet MS"/>
              </a:rPr>
              <a:t>START 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1800" spc="80" dirty="0">
                <a:latin typeface="Trebuchet MS"/>
                <a:cs typeface="Trebuchet MS"/>
              </a:rPr>
              <a:t>EXTERN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35" dirty="0">
                <a:latin typeface="Trebuchet MS"/>
                <a:cs typeface="Trebuchet MS"/>
              </a:rPr>
              <a:t>SQRT </a:t>
            </a:r>
            <a:r>
              <a:rPr sz="1800" spc="-535" dirty="0">
                <a:latin typeface="Trebuchet MS"/>
                <a:cs typeface="Trebuchet MS"/>
              </a:rPr>
              <a:t> </a:t>
            </a:r>
            <a:r>
              <a:rPr sz="1800" spc="80" dirty="0">
                <a:latin typeface="Trebuchet MS"/>
                <a:cs typeface="Trebuchet MS"/>
              </a:rPr>
              <a:t>EXTERN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ERR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00782" y="2110485"/>
            <a:ext cx="177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1235" algn="l"/>
              </a:tabLst>
            </a:pPr>
            <a:r>
              <a:rPr sz="1800" dirty="0">
                <a:latin typeface="Trebuchet MS"/>
                <a:cs typeface="Trebuchet MS"/>
              </a:rPr>
              <a:t>ST	</a:t>
            </a:r>
            <a:r>
              <a:rPr sz="1800" spc="-100" dirty="0">
                <a:latin typeface="Trebuchet MS"/>
                <a:cs typeface="Trebuchet MS"/>
              </a:rPr>
              <a:t>14,S</a:t>
            </a:r>
            <a:r>
              <a:rPr sz="1800" spc="-10" dirty="0">
                <a:latin typeface="Trebuchet MS"/>
                <a:cs typeface="Trebuchet MS"/>
              </a:rPr>
              <a:t>A</a:t>
            </a:r>
            <a:r>
              <a:rPr sz="1800" spc="-20" dirty="0">
                <a:latin typeface="Trebuchet MS"/>
                <a:cs typeface="Trebuchet MS"/>
              </a:rPr>
              <a:t>VE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67333" y="2540183"/>
          <a:ext cx="2720340" cy="3074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4695"/>
                <a:gridCol w="935990"/>
                <a:gridCol w="1049655"/>
              </a:tblGrid>
              <a:tr h="734388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ts val="2035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21082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40" dirty="0">
                          <a:latin typeface="Trebuchet MS"/>
                          <a:cs typeface="Trebuchet MS"/>
                        </a:rPr>
                        <a:t>BALR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ts val="2035"/>
                        </a:lnSpc>
                      </a:pPr>
                      <a:r>
                        <a:rPr sz="1800" spc="-130" dirty="0">
                          <a:latin typeface="Trebuchet MS"/>
                          <a:cs typeface="Trebuchet MS"/>
                        </a:rPr>
                        <a:t>1,=F’9’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14,SQRT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</a:tr>
              <a:tr h="4019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-125" dirty="0">
                          <a:latin typeface="Trebuchet MS"/>
                          <a:cs typeface="Trebuchet MS"/>
                        </a:rPr>
                        <a:t>1,=F’3’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2069" marB="0"/>
                </a:tc>
              </a:tr>
              <a:tr h="40096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spc="55" dirty="0">
                          <a:latin typeface="Trebuchet MS"/>
                          <a:cs typeface="Trebuchet MS"/>
                        </a:rPr>
                        <a:t>BNE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spc="5" dirty="0">
                          <a:latin typeface="Trebuchet MS"/>
                          <a:cs typeface="Trebuchet MS"/>
                        </a:rPr>
                        <a:t>ERR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1435" marB="0"/>
                </a:tc>
              </a:tr>
              <a:tr h="4015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spc="-65" dirty="0">
                          <a:latin typeface="Trebuchet MS"/>
                          <a:cs typeface="Trebuchet MS"/>
                        </a:rPr>
                        <a:t>14,SAVE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1435" marB="0"/>
                </a:tc>
              </a:tr>
              <a:tr h="4017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5" dirty="0">
                          <a:latin typeface="Trebuchet MS"/>
                          <a:cs typeface="Trebuchet MS"/>
                        </a:rPr>
                        <a:t>BR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2069" marB="0"/>
                </a:tc>
              </a:tr>
              <a:tr h="733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SAVE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spc="105" dirty="0">
                          <a:latin typeface="Trebuchet MS"/>
                          <a:cs typeface="Trebuchet MS"/>
                        </a:rPr>
                        <a:t>DS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210820">
                        <a:lnSpc>
                          <a:spcPts val="2115"/>
                        </a:lnSpc>
                        <a:spcBef>
                          <a:spcPts val="994"/>
                        </a:spcBef>
                      </a:pPr>
                      <a:r>
                        <a:rPr sz="1800" spc="145" dirty="0">
                          <a:latin typeface="Trebuchet MS"/>
                          <a:cs typeface="Trebuchet MS"/>
                        </a:rPr>
                        <a:t>END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F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1435" marB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970778" y="278968"/>
            <a:ext cx="307086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35" dirty="0">
                <a:latin typeface="Trebuchet MS"/>
                <a:cs typeface="Trebuchet MS"/>
              </a:rPr>
              <a:t>og</a:t>
            </a:r>
            <a:r>
              <a:rPr sz="1800" spc="-30" dirty="0">
                <a:latin typeface="Trebuchet MS"/>
                <a:cs typeface="Trebuchet MS"/>
              </a:rPr>
              <a:t>r</a:t>
            </a:r>
            <a:r>
              <a:rPr sz="1800" spc="-145" dirty="0">
                <a:latin typeface="Trebuchet MS"/>
                <a:cs typeface="Trebuchet MS"/>
              </a:rPr>
              <a:t>am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Le</a:t>
            </a:r>
            <a:r>
              <a:rPr sz="1800" spc="-105" dirty="0">
                <a:latin typeface="Trebuchet MS"/>
                <a:cs typeface="Trebuchet MS"/>
              </a:rPr>
              <a:t>ngth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=48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B</a:t>
            </a:r>
            <a:r>
              <a:rPr sz="1800" spc="-95" dirty="0">
                <a:latin typeface="Trebuchet MS"/>
                <a:cs typeface="Trebuchet MS"/>
              </a:rPr>
              <a:t>ytes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85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rans</a:t>
            </a:r>
            <a:r>
              <a:rPr sz="1800" spc="-95" dirty="0">
                <a:latin typeface="Trebuchet MS"/>
                <a:cs typeface="Trebuchet MS"/>
              </a:rPr>
              <a:t>f</a:t>
            </a:r>
            <a:r>
              <a:rPr sz="1800" spc="-55" dirty="0">
                <a:latin typeface="Trebuchet MS"/>
                <a:cs typeface="Trebuchet MS"/>
              </a:rPr>
              <a:t>er</a:t>
            </a:r>
            <a:r>
              <a:rPr sz="1800" spc="-330" dirty="0">
                <a:latin typeface="Trebuchet MS"/>
                <a:cs typeface="Trebuchet MS"/>
              </a:rPr>
              <a:t> </a:t>
            </a:r>
            <a:r>
              <a:rPr sz="1800" spc="-150" dirty="0">
                <a:latin typeface="Trebuchet MS"/>
                <a:cs typeface="Trebuchet MS"/>
              </a:rPr>
              <a:t>V</a:t>
            </a:r>
            <a:r>
              <a:rPr sz="1800" spc="-114" dirty="0">
                <a:latin typeface="Trebuchet MS"/>
                <a:cs typeface="Trebuchet MS"/>
              </a:rPr>
              <a:t>ect</a:t>
            </a:r>
            <a:r>
              <a:rPr sz="1800" spc="25" dirty="0">
                <a:latin typeface="Trebuchet MS"/>
                <a:cs typeface="Trebuchet MS"/>
              </a:rPr>
              <a:t>or=8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B</a:t>
            </a:r>
            <a:r>
              <a:rPr sz="1800" spc="-114" dirty="0">
                <a:latin typeface="Trebuchet MS"/>
                <a:cs typeface="Trebuchet MS"/>
              </a:rPr>
              <a:t>yte</a:t>
            </a:r>
            <a:r>
              <a:rPr sz="1800" spc="-40" dirty="0">
                <a:latin typeface="Trebuchet MS"/>
                <a:cs typeface="Trebuchet MS"/>
              </a:rPr>
              <a:t>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1841500" algn="l"/>
              </a:tabLst>
            </a:pP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35" dirty="0">
                <a:latin typeface="Trebuchet MS"/>
                <a:cs typeface="Trebuchet MS"/>
              </a:rPr>
              <a:t>e</a:t>
            </a:r>
            <a:r>
              <a:rPr sz="1800" spc="-185" dirty="0">
                <a:latin typeface="Trebuchet MS"/>
                <a:cs typeface="Trebuchet MS"/>
              </a:rPr>
              <a:t>l</a:t>
            </a:r>
            <a:r>
              <a:rPr sz="1800" spc="-225" dirty="0">
                <a:latin typeface="Trebuchet MS"/>
                <a:cs typeface="Trebuchet MS"/>
              </a:rPr>
              <a:t>.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35" dirty="0">
                <a:latin typeface="Trebuchet MS"/>
                <a:cs typeface="Trebuchet MS"/>
              </a:rPr>
              <a:t>e</a:t>
            </a:r>
            <a:r>
              <a:rPr sz="1800" spc="-75" dirty="0">
                <a:latin typeface="Trebuchet MS"/>
                <a:cs typeface="Trebuchet MS"/>
              </a:rPr>
              <a:t>loc</a:t>
            </a:r>
            <a:r>
              <a:rPr sz="1800" spc="-95" dirty="0">
                <a:latin typeface="Trebuchet MS"/>
                <a:cs typeface="Trebuchet MS"/>
              </a:rPr>
              <a:t>ation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254" dirty="0">
                <a:latin typeface="Trebuchet MS"/>
                <a:cs typeface="Trebuchet MS"/>
              </a:rPr>
              <a:t>O</a:t>
            </a:r>
            <a:r>
              <a:rPr sz="1800" spc="-150" dirty="0">
                <a:latin typeface="Trebuchet MS"/>
                <a:cs typeface="Trebuchet MS"/>
              </a:rPr>
              <a:t>bje</a:t>
            </a:r>
            <a:r>
              <a:rPr sz="1800" spc="-145" dirty="0">
                <a:latin typeface="Trebuchet MS"/>
                <a:cs typeface="Trebuchet MS"/>
              </a:rPr>
              <a:t>c</a:t>
            </a:r>
            <a:r>
              <a:rPr sz="1800" spc="-114" dirty="0">
                <a:latin typeface="Trebuchet MS"/>
                <a:cs typeface="Trebuchet MS"/>
              </a:rPr>
              <a:t>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Code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951728" y="1131499"/>
          <a:ext cx="3587749" cy="40609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650"/>
                <a:gridCol w="457200"/>
                <a:gridCol w="497840"/>
                <a:gridCol w="441324"/>
                <a:gridCol w="1816735"/>
              </a:tblGrid>
              <a:tr h="274320">
                <a:tc gridSpan="5">
                  <a:txBody>
                    <a:bodyPr/>
                    <a:lstStyle/>
                    <a:p>
                      <a:pPr marL="31750">
                        <a:lnSpc>
                          <a:spcPts val="2035"/>
                        </a:lnSpc>
                      </a:pPr>
                      <a:r>
                        <a:rPr sz="1800" spc="-85" dirty="0">
                          <a:latin typeface="Trebuchet MS"/>
                          <a:cs typeface="Trebuchet MS"/>
                        </a:rPr>
                        <a:t>Add.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9710">
                <a:tc>
                  <a:txBody>
                    <a:bodyPr/>
                    <a:lstStyle/>
                    <a:p>
                      <a:pPr marL="31750">
                        <a:lnSpc>
                          <a:spcPts val="2025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25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0">
                        <a:lnSpc>
                          <a:spcPts val="2025"/>
                        </a:lnSpc>
                      </a:pPr>
                      <a:r>
                        <a:rPr sz="1800" spc="-70" dirty="0">
                          <a:latin typeface="Trebuchet MS"/>
                          <a:cs typeface="Trebuchet MS"/>
                        </a:rPr>
                        <a:t>‘SQRT’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9710">
                <a:tc>
                  <a:txBody>
                    <a:bodyPr/>
                    <a:lstStyle/>
                    <a:p>
                      <a:pPr marL="31750">
                        <a:lnSpc>
                          <a:spcPts val="2025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25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60070">
                        <a:lnSpc>
                          <a:spcPts val="2025"/>
                        </a:lnSpc>
                      </a:pPr>
                      <a:r>
                        <a:rPr sz="1800" spc="-105" dirty="0">
                          <a:latin typeface="Trebuchet MS"/>
                          <a:cs typeface="Trebuchet MS"/>
                        </a:rPr>
                        <a:t>‘ERRb’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79183">
                <a:tc>
                  <a:txBody>
                    <a:bodyPr/>
                    <a:lstStyle/>
                    <a:p>
                      <a:pPr marL="31750">
                        <a:lnSpc>
                          <a:spcPts val="2025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25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01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59435">
                        <a:lnSpc>
                          <a:spcPts val="2025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ST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2025"/>
                        </a:lnSpc>
                      </a:pPr>
                      <a:r>
                        <a:rPr sz="1800" spc="-90" dirty="0">
                          <a:latin typeface="Trebuchet MS"/>
                          <a:cs typeface="Trebuchet MS"/>
                        </a:rPr>
                        <a:t>14,36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</a:tr>
              <a:tr h="269710">
                <a:tc>
                  <a:txBody>
                    <a:bodyPr/>
                    <a:lstStyle/>
                    <a:p>
                      <a:pPr marL="31750">
                        <a:lnSpc>
                          <a:spcPts val="2025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25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01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59435">
                        <a:lnSpc>
                          <a:spcPts val="2025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2025"/>
                        </a:lnSpc>
                      </a:pPr>
                      <a:r>
                        <a:rPr sz="1800" spc="-100" dirty="0">
                          <a:latin typeface="Trebuchet MS"/>
                          <a:cs typeface="Trebuchet MS"/>
                        </a:rPr>
                        <a:t>1,40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</a:tr>
              <a:tr h="311150">
                <a:tc gridSpan="5">
                  <a:txBody>
                    <a:bodyPr/>
                    <a:lstStyle/>
                    <a:p>
                      <a:pPr marL="31750">
                        <a:lnSpc>
                          <a:spcPts val="2105"/>
                        </a:lnSpc>
                        <a:tabLst>
                          <a:tab pos="488315" algn="l"/>
                          <a:tab pos="1327150" algn="l"/>
                        </a:tabLst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16	01	</a:t>
                      </a:r>
                      <a:r>
                        <a:rPr sz="1800" spc="40" dirty="0">
                          <a:latin typeface="Trebuchet MS"/>
                          <a:cs typeface="Trebuchet MS"/>
                        </a:rPr>
                        <a:t>BALR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14,0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16278">
                <a:tc>
                  <a:txBody>
                    <a:bodyPr/>
                    <a:lstStyle/>
                    <a:p>
                      <a:pPr marL="31750">
                        <a:lnSpc>
                          <a:spcPts val="1814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31750">
                        <a:lnSpc>
                          <a:spcPts val="2150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1814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01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113664">
                        <a:lnSpc>
                          <a:spcPts val="2150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01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59435">
                        <a:lnSpc>
                          <a:spcPts val="1814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559435">
                        <a:lnSpc>
                          <a:spcPts val="2150"/>
                        </a:lnSpc>
                      </a:pPr>
                      <a:r>
                        <a:rPr sz="1800" spc="90" dirty="0">
                          <a:latin typeface="Trebuchet MS"/>
                          <a:cs typeface="Trebuchet MS"/>
                        </a:rPr>
                        <a:t>BC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ts val="1814"/>
                        </a:lnSpc>
                      </a:pPr>
                      <a:r>
                        <a:rPr sz="1800" spc="-100" dirty="0">
                          <a:latin typeface="Trebuchet MS"/>
                          <a:cs typeface="Trebuchet MS"/>
                        </a:rPr>
                        <a:t>1,44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163830">
                        <a:lnSpc>
                          <a:spcPts val="2150"/>
                        </a:lnSpc>
                      </a:pPr>
                      <a:r>
                        <a:rPr sz="1800" spc="-120" dirty="0">
                          <a:latin typeface="Trebuchet MS"/>
                          <a:cs typeface="Trebuchet MS"/>
                        </a:rPr>
                        <a:t>7,4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</a:tr>
              <a:tr h="269921">
                <a:tc>
                  <a:txBody>
                    <a:bodyPr/>
                    <a:lstStyle/>
                    <a:p>
                      <a:pPr marL="31750">
                        <a:lnSpc>
                          <a:spcPts val="2025"/>
                        </a:lnSpc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28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25"/>
                        </a:lnSpc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01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59435">
                        <a:lnSpc>
                          <a:spcPts val="2025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025"/>
                        </a:lnSpc>
                      </a:pPr>
                      <a:r>
                        <a:rPr sz="1800" spc="-90" dirty="0">
                          <a:latin typeface="Trebuchet MS"/>
                          <a:cs typeface="Trebuchet MS"/>
                        </a:rPr>
                        <a:t>14,36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</a:tr>
              <a:tr h="274503">
                <a:tc>
                  <a:txBody>
                    <a:bodyPr/>
                    <a:lstStyle/>
                    <a:p>
                      <a:pPr marL="31750">
                        <a:lnSpc>
                          <a:spcPts val="1985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32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1985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59435">
                        <a:lnSpc>
                          <a:spcPts val="1985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CR</a:t>
                      </a:r>
                      <a:r>
                        <a:rPr sz="1800" spc="-2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15,14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78929">
                <a:tc>
                  <a:txBody>
                    <a:bodyPr/>
                    <a:lstStyle/>
                    <a:p>
                      <a:pPr marL="31750">
                        <a:lnSpc>
                          <a:spcPts val="2025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34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25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660">
                        <a:lnSpc>
                          <a:spcPts val="2025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Sk</a:t>
                      </a:r>
                      <a:r>
                        <a:rPr sz="1800" spc="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pped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align</a:t>
                      </a:r>
                      <a:r>
                        <a:rPr sz="1800" spc="5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ent)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2060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36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60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660">
                        <a:lnSpc>
                          <a:spcPts val="206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26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em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sz="1800" spc="-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Location)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74178">
                <a:tc>
                  <a:txBody>
                    <a:bodyPr/>
                    <a:lstStyle/>
                    <a:p>
                      <a:pPr marL="31750">
                        <a:lnSpc>
                          <a:spcPts val="2060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40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60"/>
                        </a:lnSpc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6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9921">
                <a:tc>
                  <a:txBody>
                    <a:bodyPr/>
                    <a:lstStyle/>
                    <a:p>
                      <a:pPr marL="31750">
                        <a:lnSpc>
                          <a:spcPts val="2025"/>
                        </a:lnSpc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44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25"/>
                        </a:lnSpc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25"/>
                        </a:lnSpc>
                      </a:pPr>
                      <a:r>
                        <a:rPr sz="1800" spc="-175" dirty="0">
                          <a:latin typeface="Trebuchet MS"/>
                          <a:cs typeface="Trebuchet MS"/>
                        </a:rPr>
                        <a:t>F’3’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8794" y="168655"/>
            <a:ext cx="762000" cy="4641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30"/>
              </a:lnSpc>
              <a:spcBef>
                <a:spcPts val="95"/>
              </a:spcBef>
            </a:pPr>
            <a:r>
              <a:rPr sz="1600" spc="-55" dirty="0">
                <a:solidFill>
                  <a:srgbClr val="454545"/>
                </a:solidFill>
                <a:latin typeface="Trebuchet MS"/>
                <a:cs typeface="Trebuchet MS"/>
              </a:rPr>
              <a:t>Absolute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sz="1600" spc="-35" dirty="0">
                <a:solidFill>
                  <a:srgbClr val="454545"/>
                </a:solidFill>
                <a:latin typeface="Trebuchet MS"/>
                <a:cs typeface="Trebuchet MS"/>
              </a:rPr>
              <a:t>Address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0394" y="168655"/>
            <a:ext cx="696595" cy="4641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30"/>
              </a:lnSpc>
              <a:spcBef>
                <a:spcPts val="95"/>
              </a:spcBef>
            </a:pPr>
            <a:r>
              <a:rPr sz="1600" spc="-105" dirty="0">
                <a:solidFill>
                  <a:srgbClr val="454545"/>
                </a:solidFill>
                <a:latin typeface="Trebuchet MS"/>
                <a:cs typeface="Trebuchet MS"/>
              </a:rPr>
              <a:t>Relative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sz="1600" spc="20" dirty="0">
                <a:solidFill>
                  <a:srgbClr val="454545"/>
                </a:solidFill>
                <a:latin typeface="Trebuchet MS"/>
                <a:cs typeface="Trebuchet MS"/>
              </a:rPr>
              <a:t>A</a:t>
            </a:r>
            <a:r>
              <a:rPr sz="1600" spc="10" dirty="0">
                <a:solidFill>
                  <a:srgbClr val="454545"/>
                </a:solidFill>
                <a:latin typeface="Trebuchet MS"/>
                <a:cs typeface="Trebuchet MS"/>
              </a:rPr>
              <a:t>d</a:t>
            </a:r>
            <a:r>
              <a:rPr sz="1600" spc="-40" dirty="0">
                <a:solidFill>
                  <a:srgbClr val="454545"/>
                </a:solidFill>
                <a:latin typeface="Trebuchet MS"/>
                <a:cs typeface="Trebuchet MS"/>
              </a:rPr>
              <a:t>d</a:t>
            </a:r>
            <a:r>
              <a:rPr sz="1600" spc="-65" dirty="0">
                <a:solidFill>
                  <a:srgbClr val="454545"/>
                </a:solidFill>
                <a:latin typeface="Trebuchet MS"/>
                <a:cs typeface="Trebuchet MS"/>
              </a:rPr>
              <a:t>r</a:t>
            </a:r>
            <a:r>
              <a:rPr sz="1600" spc="-60" dirty="0">
                <a:solidFill>
                  <a:srgbClr val="454545"/>
                </a:solidFill>
                <a:latin typeface="Trebuchet MS"/>
                <a:cs typeface="Trebuchet MS"/>
              </a:rPr>
              <a:t>ess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39028" y="71627"/>
            <a:ext cx="4124325" cy="4444365"/>
            <a:chOff x="5939028" y="71627"/>
            <a:chExt cx="4124325" cy="44443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600" y="76199"/>
              <a:ext cx="4114800" cy="12009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600" y="76199"/>
              <a:ext cx="4114800" cy="4434840"/>
            </a:xfrm>
            <a:custGeom>
              <a:avLst/>
              <a:gdLst/>
              <a:ahLst/>
              <a:cxnLst/>
              <a:rect l="l" t="t" r="r" b="b"/>
              <a:pathLst>
                <a:path w="4114800" h="4434840">
                  <a:moveTo>
                    <a:pt x="0" y="1200912"/>
                  </a:moveTo>
                  <a:lnTo>
                    <a:pt x="4114800" y="1200912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200912"/>
                  </a:lnTo>
                  <a:close/>
                </a:path>
                <a:path w="4114800" h="4434840">
                  <a:moveTo>
                    <a:pt x="0" y="4434840"/>
                  </a:moveTo>
                  <a:lnTo>
                    <a:pt x="4114800" y="4434840"/>
                  </a:lnTo>
                  <a:lnTo>
                    <a:pt x="4114800" y="1143000"/>
                  </a:lnTo>
                  <a:lnTo>
                    <a:pt x="0" y="1143000"/>
                  </a:lnTo>
                  <a:lnTo>
                    <a:pt x="0" y="443484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938837" y="4795837"/>
            <a:ext cx="4124325" cy="1960245"/>
            <a:chOff x="5938837" y="4795837"/>
            <a:chExt cx="4124325" cy="196024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3600" y="5673852"/>
              <a:ext cx="4114800" cy="10774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943600" y="4800600"/>
              <a:ext cx="4114800" cy="1950720"/>
            </a:xfrm>
            <a:custGeom>
              <a:avLst/>
              <a:gdLst/>
              <a:ahLst/>
              <a:cxnLst/>
              <a:rect l="l" t="t" r="r" b="b"/>
              <a:pathLst>
                <a:path w="4114800" h="1950720">
                  <a:moveTo>
                    <a:pt x="0" y="1950720"/>
                  </a:moveTo>
                  <a:lnTo>
                    <a:pt x="4114800" y="1950720"/>
                  </a:lnTo>
                  <a:lnTo>
                    <a:pt x="4114800" y="873251"/>
                  </a:lnTo>
                  <a:lnTo>
                    <a:pt x="0" y="873251"/>
                  </a:lnTo>
                  <a:lnTo>
                    <a:pt x="0" y="1950720"/>
                  </a:lnTo>
                  <a:close/>
                </a:path>
                <a:path w="4114800" h="1950720">
                  <a:moveTo>
                    <a:pt x="0" y="830580"/>
                  </a:moveTo>
                  <a:lnTo>
                    <a:pt x="4114800" y="83058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83058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22975" y="1244854"/>
            <a:ext cx="501015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2250" algn="just">
              <a:lnSpc>
                <a:spcPct val="100000"/>
              </a:lnSpc>
              <a:spcBef>
                <a:spcPts val="95"/>
              </a:spcBef>
            </a:pPr>
            <a:r>
              <a:rPr sz="1600" spc="60" dirty="0">
                <a:latin typeface="Trebuchet MS"/>
                <a:cs typeface="Trebuchet MS"/>
              </a:rPr>
              <a:t>BC  BC  </a:t>
            </a:r>
            <a:r>
              <a:rPr sz="1600" spc="-10" dirty="0">
                <a:latin typeface="Trebuchet MS"/>
                <a:cs typeface="Trebuchet MS"/>
              </a:rPr>
              <a:t>ST </a:t>
            </a:r>
            <a:r>
              <a:rPr sz="1600" spc="-47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L</a:t>
            </a:r>
            <a:endParaRPr sz="16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600" spc="25" dirty="0">
                <a:latin typeface="Trebuchet MS"/>
                <a:cs typeface="Trebuchet MS"/>
              </a:rPr>
              <a:t>B</a:t>
            </a:r>
            <a:r>
              <a:rPr sz="1600" spc="30" dirty="0">
                <a:latin typeface="Trebuchet MS"/>
                <a:cs typeface="Trebuchet MS"/>
              </a:rPr>
              <a:t>ALR  </a:t>
            </a:r>
            <a:r>
              <a:rPr sz="1600" spc="170" dirty="0">
                <a:latin typeface="Trebuchet MS"/>
                <a:cs typeface="Trebuchet MS"/>
              </a:rPr>
              <a:t>C</a:t>
            </a:r>
            <a:endParaRPr sz="1600">
              <a:latin typeface="Trebuchet MS"/>
              <a:cs typeface="Trebuchet MS"/>
            </a:endParaRPr>
          </a:p>
          <a:p>
            <a:pPr marL="12700" marR="99695">
              <a:lnSpc>
                <a:spcPct val="100000"/>
              </a:lnSpc>
            </a:pPr>
            <a:r>
              <a:rPr sz="1600" spc="80" dirty="0">
                <a:latin typeface="Trebuchet MS"/>
                <a:cs typeface="Trebuchet MS"/>
              </a:rPr>
              <a:t>BC </a:t>
            </a:r>
            <a:r>
              <a:rPr sz="1600" spc="85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L 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65" dirty="0">
                <a:latin typeface="Trebuchet MS"/>
                <a:cs typeface="Trebuchet MS"/>
              </a:rPr>
              <a:t>BCR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37629" y="1244854"/>
            <a:ext cx="57912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45" dirty="0">
                <a:latin typeface="Trebuchet MS"/>
                <a:cs typeface="Trebuchet MS"/>
              </a:rPr>
              <a:t>15</a:t>
            </a:r>
            <a:r>
              <a:rPr sz="1600" spc="-110" dirty="0">
                <a:latin typeface="Trebuchet MS"/>
                <a:cs typeface="Trebuchet MS"/>
              </a:rPr>
              <a:t>,4</a:t>
            </a:r>
            <a:r>
              <a:rPr sz="1600" spc="-114" dirty="0">
                <a:latin typeface="Trebuchet MS"/>
                <a:cs typeface="Trebuchet MS"/>
              </a:rPr>
              <a:t>4</a:t>
            </a:r>
            <a:r>
              <a:rPr sz="1600" spc="-45" dirty="0">
                <a:latin typeface="Trebuchet MS"/>
                <a:cs typeface="Trebuchet MS"/>
              </a:rPr>
              <a:t>8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45" dirty="0">
                <a:latin typeface="Trebuchet MS"/>
                <a:cs typeface="Trebuchet MS"/>
              </a:rPr>
              <a:t>15</a:t>
            </a:r>
            <a:r>
              <a:rPr sz="1600" spc="-110" dirty="0">
                <a:latin typeface="Trebuchet MS"/>
                <a:cs typeface="Trebuchet MS"/>
              </a:rPr>
              <a:t>,5</a:t>
            </a:r>
            <a:r>
              <a:rPr sz="1600" spc="-114" dirty="0">
                <a:latin typeface="Trebuchet MS"/>
                <a:cs typeface="Trebuchet MS"/>
              </a:rPr>
              <a:t>2</a:t>
            </a:r>
            <a:r>
              <a:rPr sz="1600" spc="-45" dirty="0">
                <a:latin typeface="Trebuchet MS"/>
                <a:cs typeface="Trebuchet MS"/>
              </a:rPr>
              <a:t>6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40" dirty="0">
                <a:latin typeface="Trebuchet MS"/>
                <a:cs typeface="Trebuchet MS"/>
              </a:rPr>
              <a:t>14</a:t>
            </a:r>
            <a:r>
              <a:rPr sz="1600" spc="-105" dirty="0">
                <a:latin typeface="Trebuchet MS"/>
                <a:cs typeface="Trebuchet MS"/>
              </a:rPr>
              <a:t>,4</a:t>
            </a:r>
            <a:r>
              <a:rPr sz="1600" spc="-114" dirty="0">
                <a:latin typeface="Trebuchet MS"/>
                <a:cs typeface="Trebuchet MS"/>
              </a:rPr>
              <a:t>3</a:t>
            </a:r>
            <a:r>
              <a:rPr sz="1600" spc="-40" dirty="0">
                <a:latin typeface="Trebuchet MS"/>
                <a:cs typeface="Trebuchet MS"/>
              </a:rPr>
              <a:t>6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85" dirty="0">
                <a:latin typeface="Trebuchet MS"/>
                <a:cs typeface="Trebuchet MS"/>
              </a:rPr>
              <a:t>1,440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45" dirty="0">
                <a:latin typeface="Trebuchet MS"/>
                <a:cs typeface="Trebuchet MS"/>
              </a:rPr>
              <a:t>14</a:t>
            </a:r>
            <a:r>
              <a:rPr sz="1600" spc="-110" dirty="0">
                <a:latin typeface="Trebuchet MS"/>
                <a:cs typeface="Trebuchet MS"/>
              </a:rPr>
              <a:t>,4</a:t>
            </a:r>
            <a:r>
              <a:rPr sz="1600" spc="-114" dirty="0">
                <a:latin typeface="Trebuchet MS"/>
                <a:cs typeface="Trebuchet MS"/>
              </a:rPr>
              <a:t>0</a:t>
            </a:r>
            <a:r>
              <a:rPr sz="1600" spc="-45" dirty="0"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85" dirty="0">
                <a:latin typeface="Trebuchet MS"/>
                <a:cs typeface="Trebuchet MS"/>
              </a:rPr>
              <a:t>1,444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85" dirty="0">
                <a:latin typeface="Trebuchet MS"/>
                <a:cs typeface="Trebuchet MS"/>
              </a:rPr>
              <a:t>7,404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85" dirty="0">
                <a:latin typeface="Trebuchet MS"/>
                <a:cs typeface="Trebuchet MS"/>
              </a:rPr>
              <a:t>4,436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85" dirty="0">
                <a:latin typeface="Trebuchet MS"/>
                <a:cs typeface="Trebuchet MS"/>
              </a:rPr>
              <a:t>15,14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2975" y="3440048"/>
            <a:ext cx="32118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20" dirty="0">
                <a:latin typeface="Trebuchet MS"/>
                <a:cs typeface="Trebuchet MS"/>
              </a:rPr>
              <a:t>(Temp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Loc)</a:t>
            </a:r>
            <a:r>
              <a:rPr sz="1600" spc="425" dirty="0">
                <a:latin typeface="Trebuchet MS"/>
                <a:cs typeface="Trebuchet MS"/>
              </a:rPr>
              <a:t> </a:t>
            </a:r>
            <a:r>
              <a:rPr sz="1600" spc="-140" dirty="0">
                <a:latin typeface="Trebuchet MS"/>
                <a:cs typeface="Trebuchet MS"/>
              </a:rPr>
              <a:t>left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for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10" dirty="0">
                <a:latin typeface="Trebuchet MS"/>
                <a:cs typeface="Trebuchet MS"/>
              </a:rPr>
              <a:t>alignment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purpose</a:t>
            </a:r>
            <a:endParaRPr sz="1600">
              <a:latin typeface="Trebuchet MS"/>
              <a:cs typeface="Trebuchet MS"/>
            </a:endParaRPr>
          </a:p>
          <a:p>
            <a:pPr marL="1155700">
              <a:lnSpc>
                <a:spcPct val="100000"/>
              </a:lnSpc>
            </a:pPr>
            <a:r>
              <a:rPr sz="1600" spc="-45" dirty="0">
                <a:latin typeface="Trebuchet MS"/>
                <a:cs typeface="Trebuchet MS"/>
              </a:rPr>
              <a:t>9</a:t>
            </a:r>
            <a:endParaRPr sz="1600">
              <a:latin typeface="Trebuchet MS"/>
              <a:cs typeface="Trebuchet MS"/>
            </a:endParaRPr>
          </a:p>
          <a:p>
            <a:pPr marL="1097915">
              <a:lnSpc>
                <a:spcPct val="100000"/>
              </a:lnSpc>
            </a:pPr>
            <a:r>
              <a:rPr sz="1600" spc="-45" dirty="0">
                <a:latin typeface="Trebuchet MS"/>
                <a:cs typeface="Trebuchet MS"/>
              </a:rPr>
              <a:t>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3600" y="4800600"/>
            <a:ext cx="4114800" cy="5334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1600" spc="25" dirty="0">
                <a:latin typeface="Trebuchet MS"/>
                <a:cs typeface="Trebuchet MS"/>
              </a:rPr>
              <a:t>SQRT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43600" y="5334000"/>
            <a:ext cx="4114800" cy="338455"/>
          </a:xfrm>
          <a:custGeom>
            <a:avLst/>
            <a:gdLst/>
            <a:ahLst/>
            <a:cxnLst/>
            <a:rect l="l" t="t" r="r" b="b"/>
            <a:pathLst>
              <a:path w="4114800" h="338454">
                <a:moveTo>
                  <a:pt x="0" y="338328"/>
                </a:moveTo>
                <a:lnTo>
                  <a:pt x="4114800" y="338328"/>
                </a:lnTo>
                <a:lnTo>
                  <a:pt x="4114800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48171" y="5360670"/>
            <a:ext cx="4105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/>
                <a:cs typeface="Trebuchet MS"/>
              </a:rPr>
              <a:t>ERR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288794" y="5780353"/>
            <a:ext cx="80645" cy="260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8794" y="1168654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0394" y="1168654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88794" y="1327149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60394" y="1327149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88794" y="1485646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5" dirty="0">
                <a:latin typeface="Trebuchet MS"/>
                <a:cs typeface="Trebuchet MS"/>
              </a:rPr>
              <a:t>400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60394" y="1485646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88794" y="1644142"/>
            <a:ext cx="359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404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60394" y="1644142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latin typeface="Trebuchet MS"/>
                <a:cs typeface="Trebuchet MS"/>
              </a:rPr>
              <a:t>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8794" y="1802333"/>
            <a:ext cx="360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latin typeface="Trebuchet MS"/>
                <a:cs typeface="Trebuchet MS"/>
              </a:rPr>
              <a:t>40</a:t>
            </a:r>
            <a:r>
              <a:rPr sz="1600" b="1" spc="-60" dirty="0">
                <a:latin typeface="Trebuchet MS"/>
                <a:cs typeface="Trebuchet MS"/>
              </a:rPr>
              <a:t>8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60394" y="1802333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latin typeface="Trebuchet MS"/>
                <a:cs typeface="Trebuchet MS"/>
              </a:rPr>
              <a:t>8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88794" y="1961514"/>
            <a:ext cx="360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41</a:t>
            </a:r>
            <a:r>
              <a:rPr sz="1600" b="1" spc="-60" dirty="0">
                <a:latin typeface="Trebuchet MS"/>
                <a:cs typeface="Trebuchet MS"/>
              </a:rPr>
              <a:t>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60394" y="1961514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12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88794" y="2120011"/>
            <a:ext cx="360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41</a:t>
            </a:r>
            <a:r>
              <a:rPr sz="1600" b="1" spc="-60" dirty="0">
                <a:latin typeface="Trebuchet MS"/>
                <a:cs typeface="Trebuchet MS"/>
              </a:rPr>
              <a:t>6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60394" y="2120011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16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88794" y="2278506"/>
            <a:ext cx="360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42</a:t>
            </a:r>
            <a:r>
              <a:rPr sz="1600" b="1" spc="-60" dirty="0"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60394" y="2278506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20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88794" y="2437002"/>
            <a:ext cx="360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42</a:t>
            </a:r>
            <a:r>
              <a:rPr sz="1600" b="1" spc="-60" dirty="0">
                <a:latin typeface="Trebuchet MS"/>
                <a:cs typeface="Trebuchet MS"/>
              </a:rPr>
              <a:t>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60394" y="2437002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24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88794" y="2595498"/>
            <a:ext cx="360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42</a:t>
            </a:r>
            <a:r>
              <a:rPr sz="1600" b="1" spc="-60" dirty="0">
                <a:latin typeface="Trebuchet MS"/>
                <a:cs typeface="Trebuchet MS"/>
              </a:rPr>
              <a:t>8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60394" y="2595498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28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88794" y="2753994"/>
            <a:ext cx="360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43</a:t>
            </a:r>
            <a:r>
              <a:rPr sz="1600" b="1" spc="-60" dirty="0">
                <a:latin typeface="Trebuchet MS"/>
                <a:cs typeface="Trebuchet MS"/>
              </a:rPr>
              <a:t>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60394" y="2753994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32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88794" y="2912491"/>
            <a:ext cx="360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43</a:t>
            </a:r>
            <a:r>
              <a:rPr sz="1600" b="1" spc="-60" dirty="0">
                <a:latin typeface="Trebuchet MS"/>
                <a:cs typeface="Trebuchet MS"/>
              </a:rPr>
              <a:t>6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60394" y="2912491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36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88794" y="3070986"/>
            <a:ext cx="360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44</a:t>
            </a:r>
            <a:r>
              <a:rPr sz="1600" b="1" spc="-60" dirty="0"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60394" y="3070986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40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288794" y="3229178"/>
            <a:ext cx="360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latin typeface="Trebuchet MS"/>
                <a:cs typeface="Trebuchet MS"/>
              </a:rPr>
              <a:t>44</a:t>
            </a:r>
            <a:r>
              <a:rPr sz="1600" b="1" spc="-60" dirty="0">
                <a:latin typeface="Trebuchet MS"/>
                <a:cs typeface="Trebuchet MS"/>
              </a:rPr>
              <a:t>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60394" y="3229178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latin typeface="Trebuchet MS"/>
                <a:cs typeface="Trebuchet MS"/>
              </a:rPr>
              <a:t>44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345182" y="3388233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45182" y="3546728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345182" y="3705225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345182" y="3863721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45182" y="4022216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345182" y="4180713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288794" y="4655896"/>
            <a:ext cx="359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latin typeface="Trebuchet MS"/>
                <a:cs typeface="Trebuchet MS"/>
              </a:rPr>
              <a:t>448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288794" y="4815078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288794" y="4973573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288794" y="5290565"/>
            <a:ext cx="359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latin typeface="Trebuchet MS"/>
                <a:cs typeface="Trebuchet MS"/>
              </a:rPr>
              <a:t>526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288794" y="5449011"/>
            <a:ext cx="80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086232" y="887983"/>
            <a:ext cx="565150" cy="4051300"/>
          </a:xfrm>
          <a:prstGeom prst="rect">
            <a:avLst/>
          </a:prstGeom>
        </p:spPr>
        <p:txBody>
          <a:bodyPr vert="vert" wrap="square" lIns="0" tIns="571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45"/>
              </a:spcBef>
            </a:pPr>
            <a:r>
              <a:rPr sz="1800" b="1" spc="170" dirty="0">
                <a:latin typeface="Trebuchet MS"/>
                <a:cs typeface="Trebuchet MS"/>
              </a:rPr>
              <a:t>BSS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spc="220" dirty="0">
                <a:latin typeface="Trebuchet MS"/>
                <a:cs typeface="Trebuchet MS"/>
              </a:rPr>
              <a:t>LOADING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spc="170" dirty="0">
                <a:latin typeface="Trebuchet MS"/>
                <a:cs typeface="Trebuchet MS"/>
              </a:rPr>
              <a:t>OF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spc="195" dirty="0">
                <a:latin typeface="Trebuchet MS"/>
                <a:cs typeface="Trebuchet MS"/>
              </a:rPr>
              <a:t>PROGRAMS</a:t>
            </a:r>
            <a:r>
              <a:rPr sz="1800" b="1" spc="-90" dirty="0">
                <a:latin typeface="Trebuchet MS"/>
                <a:cs typeface="Trebuchet MS"/>
              </a:rPr>
              <a:t> </a:t>
            </a:r>
            <a:r>
              <a:rPr sz="1800" b="1" spc="155" dirty="0">
                <a:latin typeface="Trebuchet MS"/>
                <a:cs typeface="Trebuchet MS"/>
              </a:rPr>
              <a:t>FOR </a:t>
            </a:r>
            <a:r>
              <a:rPr sz="1800" b="1" spc="-5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DIRECT</a:t>
            </a:r>
            <a:r>
              <a:rPr sz="1800" b="1" spc="-240" dirty="0">
                <a:latin typeface="Trebuchet MS"/>
                <a:cs typeface="Trebuchet MS"/>
              </a:rPr>
              <a:t> </a:t>
            </a:r>
            <a:r>
              <a:rPr sz="1800" b="1" spc="-75" dirty="0">
                <a:latin typeface="Trebuchet MS"/>
                <a:cs typeface="Trebuchet MS"/>
              </a:rPr>
              <a:t>A</a:t>
            </a:r>
            <a:r>
              <a:rPr sz="1800" b="1" dirty="0">
                <a:latin typeface="Trebuchet MS"/>
                <a:cs typeface="Trebuchet MS"/>
              </a:rPr>
              <a:t>C</a:t>
            </a:r>
            <a:r>
              <a:rPr sz="1800" b="1" spc="5" dirty="0">
                <a:latin typeface="Trebuchet MS"/>
                <a:cs typeface="Trebuchet MS"/>
              </a:rPr>
              <a:t>C</a:t>
            </a:r>
            <a:r>
              <a:rPr sz="1800" b="1" dirty="0">
                <a:latin typeface="Trebuchet MS"/>
                <a:cs typeface="Trebuchet MS"/>
              </a:rPr>
              <a:t>ESS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360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300843" y="5703214"/>
            <a:ext cx="6064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888888"/>
                </a:solidFill>
                <a:latin typeface="Trebuchet MS"/>
                <a:cs typeface="Trebuchet MS"/>
              </a:rPr>
              <a:t>06</a:t>
            </a:r>
            <a:r>
              <a:rPr sz="1000" spc="-250" dirty="0">
                <a:solidFill>
                  <a:srgbClr val="888888"/>
                </a:solidFill>
                <a:latin typeface="Trebuchet MS"/>
                <a:cs typeface="Trebuchet MS"/>
              </a:rPr>
              <a:t>/</a:t>
            </a:r>
            <a:r>
              <a:rPr sz="1000" spc="-30" dirty="0">
                <a:solidFill>
                  <a:srgbClr val="888888"/>
                </a:solidFill>
                <a:latin typeface="Trebuchet MS"/>
                <a:cs typeface="Trebuchet MS"/>
              </a:rPr>
              <a:t>08</a:t>
            </a:r>
            <a:r>
              <a:rPr sz="1000" spc="-250" dirty="0">
                <a:solidFill>
                  <a:srgbClr val="888888"/>
                </a:solidFill>
                <a:latin typeface="Trebuchet MS"/>
                <a:cs typeface="Trebuchet MS"/>
              </a:rPr>
              <a:t>/</a:t>
            </a:r>
            <a:r>
              <a:rPr sz="1000" spc="-30" dirty="0">
                <a:solidFill>
                  <a:srgbClr val="888888"/>
                </a:solidFill>
                <a:latin typeface="Trebuchet MS"/>
                <a:cs typeface="Trebuchet MS"/>
              </a:rPr>
              <a:t>2021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433809" y="5486806"/>
            <a:ext cx="382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0" dirty="0">
                <a:solidFill>
                  <a:srgbClr val="B71E42"/>
                </a:solidFill>
                <a:latin typeface="Trebuchet MS"/>
                <a:cs typeface="Trebuchet MS"/>
              </a:rPr>
              <a:t>26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0" name="Date Placeholder 5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4EB69FA5-EC46-4A15-9835-7DA1FD00A120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lang="en-US" spc="-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4658" y="1847850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8063" y="772795"/>
            <a:ext cx="67132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45" dirty="0">
                <a:solidFill>
                  <a:srgbClr val="000000"/>
                </a:solidFill>
              </a:rPr>
              <a:t>A</a:t>
            </a:r>
            <a:r>
              <a:rPr spc="275" dirty="0">
                <a:solidFill>
                  <a:srgbClr val="000000"/>
                </a:solidFill>
              </a:rPr>
              <a:t>D</a:t>
            </a:r>
            <a:r>
              <a:rPr spc="-204" dirty="0">
                <a:solidFill>
                  <a:srgbClr val="000000"/>
                </a:solidFill>
              </a:rPr>
              <a:t>V</a:t>
            </a:r>
            <a:r>
              <a:rPr spc="350" dirty="0">
                <a:solidFill>
                  <a:srgbClr val="000000"/>
                </a:solidFill>
              </a:rPr>
              <a:t>AN</a:t>
            </a:r>
            <a:r>
              <a:rPr spc="-260" dirty="0">
                <a:solidFill>
                  <a:srgbClr val="000000"/>
                </a:solidFill>
              </a:rPr>
              <a:t>T</a:t>
            </a:r>
            <a:r>
              <a:rPr spc="110" dirty="0">
                <a:solidFill>
                  <a:srgbClr val="000000"/>
                </a:solidFill>
              </a:rPr>
              <a:t>A</a:t>
            </a:r>
            <a:r>
              <a:rPr spc="45" dirty="0">
                <a:solidFill>
                  <a:srgbClr val="000000"/>
                </a:solidFill>
              </a:rPr>
              <a:t>GE</a:t>
            </a:r>
            <a:r>
              <a:rPr spc="-75" dirty="0">
                <a:solidFill>
                  <a:srgbClr val="000000"/>
                </a:solidFill>
              </a:rPr>
              <a:t>S</a:t>
            </a:r>
            <a:r>
              <a:rPr spc="-395" dirty="0">
                <a:solidFill>
                  <a:srgbClr val="000000"/>
                </a:solidFill>
              </a:rPr>
              <a:t> </a:t>
            </a:r>
            <a:r>
              <a:rPr spc="380" dirty="0">
                <a:solidFill>
                  <a:srgbClr val="000000"/>
                </a:solidFill>
              </a:rPr>
              <a:t>AND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spc="130" dirty="0">
                <a:solidFill>
                  <a:srgbClr val="000000"/>
                </a:solidFill>
              </a:rPr>
              <a:t>DISA</a:t>
            </a:r>
            <a:r>
              <a:rPr spc="270" dirty="0">
                <a:solidFill>
                  <a:srgbClr val="000000"/>
                </a:solidFill>
              </a:rPr>
              <a:t>D</a:t>
            </a:r>
            <a:r>
              <a:rPr spc="-204" dirty="0">
                <a:solidFill>
                  <a:srgbClr val="000000"/>
                </a:solidFill>
              </a:rPr>
              <a:t>V</a:t>
            </a:r>
            <a:r>
              <a:rPr spc="350" dirty="0">
                <a:solidFill>
                  <a:srgbClr val="000000"/>
                </a:solidFill>
              </a:rPr>
              <a:t>AN</a:t>
            </a:r>
            <a:r>
              <a:rPr spc="-260" dirty="0">
                <a:solidFill>
                  <a:srgbClr val="000000"/>
                </a:solidFill>
              </a:rPr>
              <a:t>T</a:t>
            </a:r>
            <a:r>
              <a:rPr spc="110" dirty="0">
                <a:solidFill>
                  <a:srgbClr val="000000"/>
                </a:solidFill>
              </a:rPr>
              <a:t>A</a:t>
            </a:r>
            <a:r>
              <a:rPr spc="45" dirty="0">
                <a:solidFill>
                  <a:srgbClr val="000000"/>
                </a:solidFill>
              </a:rPr>
              <a:t>GE</a:t>
            </a:r>
            <a:r>
              <a:rPr spc="-75" dirty="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A6B0B30F-25C9-42D7-95B0-F6FFCE0892F6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28063" y="2149576"/>
            <a:ext cx="4483735" cy="21672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45" dirty="0">
                <a:latin typeface="Trebuchet MS"/>
                <a:cs typeface="Trebuchet MS"/>
              </a:rPr>
              <a:t>All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4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functions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done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by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the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loader</a:t>
            </a:r>
            <a:endParaRPr sz="1700">
              <a:latin typeface="Trebuchet MS"/>
              <a:cs typeface="Trebuchet MS"/>
            </a:endParaRPr>
          </a:p>
          <a:p>
            <a:pPr marL="241300" marR="5080" indent="-228600">
              <a:lnSpc>
                <a:spcPts val="1839"/>
              </a:lnSpc>
              <a:spcBef>
                <a:spcPts val="103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55" dirty="0">
                <a:latin typeface="Trebuchet MS"/>
                <a:cs typeface="Trebuchet MS"/>
              </a:rPr>
              <a:t>Relo</a:t>
            </a:r>
            <a:r>
              <a:rPr sz="1700" spc="-65" dirty="0">
                <a:latin typeface="Trebuchet MS"/>
                <a:cs typeface="Trebuchet MS"/>
              </a:rPr>
              <a:t>c</a:t>
            </a:r>
            <a:r>
              <a:rPr sz="1700" spc="-90" dirty="0">
                <a:latin typeface="Trebuchet MS"/>
                <a:cs typeface="Trebuchet MS"/>
              </a:rPr>
              <a:t>ation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bits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a</a:t>
            </a:r>
            <a:r>
              <a:rPr sz="1700" spc="-100" dirty="0">
                <a:latin typeface="Trebuchet MS"/>
                <a:cs typeface="Trebuchet MS"/>
              </a:rPr>
              <a:t>r</a:t>
            </a:r>
            <a:r>
              <a:rPr sz="1700" spc="-114" dirty="0">
                <a:latin typeface="Trebuchet MS"/>
                <a:cs typeface="Trebuchet MS"/>
              </a:rPr>
              <a:t>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used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to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sol</a:t>
            </a:r>
            <a:r>
              <a:rPr sz="1700" spc="-110" dirty="0">
                <a:latin typeface="Trebuchet MS"/>
                <a:cs typeface="Trebuchet MS"/>
              </a:rPr>
              <a:t>v</a:t>
            </a:r>
            <a:r>
              <a:rPr sz="1700" spc="-114" dirty="0">
                <a:latin typeface="Trebuchet MS"/>
                <a:cs typeface="Trebuchet MS"/>
              </a:rPr>
              <a:t>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the</a:t>
            </a:r>
            <a:r>
              <a:rPr sz="1700" spc="-50" dirty="0">
                <a:latin typeface="Trebuchet MS"/>
                <a:cs typeface="Trebuchet MS"/>
              </a:rPr>
              <a:t> p</a:t>
            </a:r>
            <a:r>
              <a:rPr sz="1700" spc="-90" dirty="0">
                <a:latin typeface="Trebuchet MS"/>
                <a:cs typeface="Trebuchet MS"/>
              </a:rPr>
              <a:t>r</a:t>
            </a:r>
            <a:r>
              <a:rPr sz="1700" spc="-80" dirty="0">
                <a:latin typeface="Trebuchet MS"/>
                <a:cs typeface="Trebuchet MS"/>
              </a:rPr>
              <a:t>ob</a:t>
            </a:r>
            <a:r>
              <a:rPr sz="1700" spc="-50" dirty="0">
                <a:latin typeface="Trebuchet MS"/>
                <a:cs typeface="Trebuchet MS"/>
              </a:rPr>
              <a:t>l</a:t>
            </a:r>
            <a:r>
              <a:rPr sz="1700" spc="-105" dirty="0">
                <a:latin typeface="Trebuchet MS"/>
                <a:cs typeface="Trebuchet MS"/>
              </a:rPr>
              <a:t>em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of  </a:t>
            </a:r>
            <a:r>
              <a:rPr sz="1700" spc="-95" dirty="0">
                <a:latin typeface="Trebuchet MS"/>
                <a:cs typeface="Trebuchet MS"/>
              </a:rPr>
              <a:t>relocation.</a:t>
            </a:r>
            <a:endParaRPr sz="1700">
              <a:latin typeface="Trebuchet MS"/>
              <a:cs typeface="Trebuchet MS"/>
            </a:endParaRPr>
          </a:p>
          <a:p>
            <a:pPr marL="241300" indent="-228600">
              <a:lnSpc>
                <a:spcPts val="1939"/>
              </a:lnSpc>
              <a:spcBef>
                <a:spcPts val="76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175" dirty="0">
                <a:latin typeface="Trebuchet MS"/>
                <a:cs typeface="Trebuchet MS"/>
              </a:rPr>
              <a:t>T</a:t>
            </a:r>
            <a:r>
              <a:rPr sz="1700" spc="-70" dirty="0">
                <a:latin typeface="Trebuchet MS"/>
                <a:cs typeface="Trebuchet MS"/>
              </a:rPr>
              <a:t>rans</a:t>
            </a:r>
            <a:r>
              <a:rPr sz="1700" spc="-215" dirty="0">
                <a:latin typeface="Trebuchet MS"/>
                <a:cs typeface="Trebuchet MS"/>
              </a:rPr>
              <a:t>f</a:t>
            </a:r>
            <a:r>
              <a:rPr sz="1700" spc="-50" dirty="0">
                <a:latin typeface="Trebuchet MS"/>
                <a:cs typeface="Trebuchet MS"/>
              </a:rPr>
              <a:t>er</a:t>
            </a:r>
            <a:r>
              <a:rPr sz="1700" spc="-70" dirty="0">
                <a:latin typeface="Trebuchet MS"/>
                <a:cs typeface="Trebuchet MS"/>
              </a:rPr>
              <a:t> </a:t>
            </a:r>
            <a:r>
              <a:rPr sz="1700" spc="-130" dirty="0">
                <a:latin typeface="Trebuchet MS"/>
                <a:cs typeface="Trebuchet MS"/>
              </a:rPr>
              <a:t>v</a:t>
            </a:r>
            <a:r>
              <a:rPr sz="1700" spc="-114" dirty="0">
                <a:latin typeface="Trebuchet MS"/>
                <a:cs typeface="Trebuchet MS"/>
              </a:rPr>
              <a:t>ec</a:t>
            </a:r>
            <a:r>
              <a:rPr sz="1700" spc="-100" dirty="0">
                <a:latin typeface="Trebuchet MS"/>
                <a:cs typeface="Trebuchet MS"/>
              </a:rPr>
              <a:t>t</a:t>
            </a:r>
            <a:r>
              <a:rPr sz="1700" spc="20" dirty="0">
                <a:latin typeface="Trebuchet MS"/>
                <a:cs typeface="Trebuchet MS"/>
              </a:rPr>
              <a:t>or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i</a:t>
            </a:r>
            <a:r>
              <a:rPr sz="1700" spc="-85" dirty="0">
                <a:latin typeface="Trebuchet MS"/>
                <a:cs typeface="Trebuchet MS"/>
              </a:rPr>
              <a:t>s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used</a:t>
            </a:r>
            <a:r>
              <a:rPr sz="1700" spc="-6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to</a:t>
            </a:r>
            <a:r>
              <a:rPr sz="1700" spc="-55" dirty="0">
                <a:latin typeface="Trebuchet MS"/>
                <a:cs typeface="Trebuchet MS"/>
              </a:rPr>
              <a:t> sol</a:t>
            </a:r>
            <a:r>
              <a:rPr sz="1700" spc="-110" dirty="0">
                <a:latin typeface="Trebuchet MS"/>
                <a:cs typeface="Trebuchet MS"/>
              </a:rPr>
              <a:t>v</a:t>
            </a:r>
            <a:r>
              <a:rPr sz="1700" spc="-114" dirty="0">
                <a:latin typeface="Trebuchet MS"/>
                <a:cs typeface="Trebuchet MS"/>
              </a:rPr>
              <a:t>e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the</a:t>
            </a:r>
            <a:r>
              <a:rPr sz="1700" spc="-50" dirty="0">
                <a:latin typeface="Trebuchet MS"/>
                <a:cs typeface="Trebuchet MS"/>
              </a:rPr>
              <a:t> p</a:t>
            </a:r>
            <a:r>
              <a:rPr sz="1700" spc="-90" dirty="0">
                <a:latin typeface="Trebuchet MS"/>
                <a:cs typeface="Trebuchet MS"/>
              </a:rPr>
              <a:t>r</a:t>
            </a:r>
            <a:r>
              <a:rPr sz="1700" spc="-80" dirty="0">
                <a:latin typeface="Trebuchet MS"/>
                <a:cs typeface="Trebuchet MS"/>
              </a:rPr>
              <a:t>ob</a:t>
            </a:r>
            <a:r>
              <a:rPr sz="1700" spc="-50" dirty="0">
                <a:latin typeface="Trebuchet MS"/>
                <a:cs typeface="Trebuchet MS"/>
              </a:rPr>
              <a:t>l</a:t>
            </a:r>
            <a:r>
              <a:rPr sz="1700" spc="-105" dirty="0">
                <a:latin typeface="Trebuchet MS"/>
                <a:cs typeface="Trebuchet MS"/>
              </a:rPr>
              <a:t>em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of</a:t>
            </a:r>
            <a:endParaRPr sz="1700">
              <a:latin typeface="Trebuchet MS"/>
              <a:cs typeface="Trebuchet MS"/>
            </a:endParaRPr>
          </a:p>
          <a:p>
            <a:pPr marL="241300">
              <a:lnSpc>
                <a:spcPts val="1939"/>
              </a:lnSpc>
            </a:pPr>
            <a:r>
              <a:rPr sz="1700" spc="-120" dirty="0">
                <a:latin typeface="Trebuchet MS"/>
                <a:cs typeface="Trebuchet MS"/>
              </a:rPr>
              <a:t>linking.</a:t>
            </a:r>
            <a:endParaRPr sz="1700">
              <a:latin typeface="Trebuchet MS"/>
              <a:cs typeface="Trebuchet MS"/>
            </a:endParaRPr>
          </a:p>
          <a:p>
            <a:pPr marL="241300" marR="68580" indent="-228600">
              <a:lnSpc>
                <a:spcPts val="1839"/>
              </a:lnSpc>
              <a:spcBef>
                <a:spcPts val="1019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40" dirty="0">
                <a:latin typeface="Trebuchet MS"/>
                <a:cs typeface="Trebuchet MS"/>
              </a:rPr>
              <a:t>P</a:t>
            </a:r>
            <a:r>
              <a:rPr sz="1700" spc="-90" dirty="0">
                <a:latin typeface="Trebuchet MS"/>
                <a:cs typeface="Trebuchet MS"/>
              </a:rPr>
              <a:t>r</a:t>
            </a:r>
            <a:r>
              <a:rPr sz="1700" spc="-70" dirty="0">
                <a:latin typeface="Trebuchet MS"/>
                <a:cs typeface="Trebuchet MS"/>
              </a:rPr>
              <a:t>ogram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lengt</a:t>
            </a:r>
            <a:r>
              <a:rPr sz="1700" spc="-125" dirty="0">
                <a:latin typeface="Trebuchet MS"/>
                <a:cs typeface="Trebuchet MS"/>
              </a:rPr>
              <a:t>h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145" dirty="0">
                <a:latin typeface="Trebuchet MS"/>
                <a:cs typeface="Trebuchet MS"/>
              </a:rPr>
              <a:t>in</a:t>
            </a:r>
            <a:r>
              <a:rPr sz="1700" spc="-135" dirty="0">
                <a:latin typeface="Trebuchet MS"/>
                <a:cs typeface="Trebuchet MS"/>
              </a:rPr>
              <a:t>f</a:t>
            </a:r>
            <a:r>
              <a:rPr sz="1700" spc="20" dirty="0">
                <a:latin typeface="Trebuchet MS"/>
                <a:cs typeface="Trebuchet MS"/>
              </a:rPr>
              <a:t>o</a:t>
            </a:r>
            <a:r>
              <a:rPr sz="1700" spc="5" dirty="0">
                <a:latin typeface="Trebuchet MS"/>
                <a:cs typeface="Trebuchet MS"/>
              </a:rPr>
              <a:t>r</a:t>
            </a:r>
            <a:r>
              <a:rPr sz="1700" spc="-110" dirty="0">
                <a:latin typeface="Trebuchet MS"/>
                <a:cs typeface="Trebuchet MS"/>
              </a:rPr>
              <a:t>m</a:t>
            </a:r>
            <a:r>
              <a:rPr sz="1700" spc="-90" dirty="0">
                <a:latin typeface="Trebuchet MS"/>
                <a:cs typeface="Trebuchet MS"/>
              </a:rPr>
              <a:t>ation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i</a:t>
            </a:r>
            <a:r>
              <a:rPr sz="1700" spc="-85" dirty="0">
                <a:latin typeface="Trebuchet MS"/>
                <a:cs typeface="Trebuchet MS"/>
              </a:rPr>
              <a:t>s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used</a:t>
            </a:r>
            <a:r>
              <a:rPr sz="1700" spc="-6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to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sol</a:t>
            </a:r>
            <a:r>
              <a:rPr sz="1700" spc="-110" dirty="0">
                <a:latin typeface="Trebuchet MS"/>
                <a:cs typeface="Trebuchet MS"/>
              </a:rPr>
              <a:t>v</a:t>
            </a:r>
            <a:r>
              <a:rPr sz="1700" spc="-114" dirty="0">
                <a:latin typeface="Trebuchet MS"/>
                <a:cs typeface="Trebuchet MS"/>
              </a:rPr>
              <a:t>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the  </a:t>
            </a:r>
            <a:r>
              <a:rPr sz="1700" spc="-80" dirty="0">
                <a:latin typeface="Trebuchet MS"/>
                <a:cs typeface="Trebuchet MS"/>
              </a:rPr>
              <a:t>problem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of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allocation.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93255" y="2010670"/>
            <a:ext cx="4372610" cy="297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106045" indent="-228600">
              <a:lnSpc>
                <a:spcPct val="130000"/>
              </a:lnSpc>
              <a:spcBef>
                <a:spcPts val="9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50" dirty="0">
                <a:latin typeface="Trebuchet MS"/>
                <a:cs typeface="Trebuchet MS"/>
              </a:rPr>
              <a:t>The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20" dirty="0">
                <a:latin typeface="Trebuchet MS"/>
                <a:cs typeface="Trebuchet MS"/>
              </a:rPr>
              <a:t>t</a:t>
            </a:r>
            <a:r>
              <a:rPr sz="1700" spc="-70" dirty="0">
                <a:latin typeface="Trebuchet MS"/>
                <a:cs typeface="Trebuchet MS"/>
              </a:rPr>
              <a:t>rans</a:t>
            </a:r>
            <a:r>
              <a:rPr sz="1700" spc="-215" dirty="0">
                <a:latin typeface="Trebuchet MS"/>
                <a:cs typeface="Trebuchet MS"/>
              </a:rPr>
              <a:t>f</a:t>
            </a:r>
            <a:r>
              <a:rPr sz="1700" spc="-50" dirty="0">
                <a:latin typeface="Trebuchet MS"/>
                <a:cs typeface="Trebuchet MS"/>
              </a:rPr>
              <a:t>er</a:t>
            </a:r>
            <a:r>
              <a:rPr sz="1700" spc="-75" dirty="0">
                <a:latin typeface="Trebuchet MS"/>
                <a:cs typeface="Trebuchet MS"/>
              </a:rPr>
              <a:t> </a:t>
            </a:r>
            <a:r>
              <a:rPr sz="1700" spc="-130" dirty="0">
                <a:latin typeface="Trebuchet MS"/>
                <a:cs typeface="Trebuchet MS"/>
              </a:rPr>
              <a:t>v</a:t>
            </a:r>
            <a:r>
              <a:rPr sz="1700" spc="-114" dirty="0">
                <a:latin typeface="Trebuchet MS"/>
                <a:cs typeface="Trebuchet MS"/>
              </a:rPr>
              <a:t>ec</a:t>
            </a:r>
            <a:r>
              <a:rPr sz="1700" spc="-100" dirty="0">
                <a:latin typeface="Trebuchet MS"/>
                <a:cs typeface="Trebuchet MS"/>
              </a:rPr>
              <a:t>t</a:t>
            </a:r>
            <a:r>
              <a:rPr sz="1700" spc="20" dirty="0">
                <a:latin typeface="Trebuchet MS"/>
                <a:cs typeface="Trebuchet MS"/>
              </a:rPr>
              <a:t>or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linka</a:t>
            </a:r>
            <a:r>
              <a:rPr sz="1700" spc="-125" dirty="0">
                <a:latin typeface="Trebuchet MS"/>
                <a:cs typeface="Trebuchet MS"/>
              </a:rPr>
              <a:t>g</a:t>
            </a:r>
            <a:r>
              <a:rPr sz="1700" spc="-75" dirty="0">
                <a:latin typeface="Trebuchet MS"/>
                <a:cs typeface="Trebuchet MS"/>
              </a:rPr>
              <a:t>es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i</a:t>
            </a:r>
            <a:r>
              <a:rPr sz="1700" spc="-85" dirty="0">
                <a:latin typeface="Trebuchet MS"/>
                <a:cs typeface="Trebuchet MS"/>
              </a:rPr>
              <a:t>s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15" dirty="0">
                <a:latin typeface="Trebuchet MS"/>
                <a:cs typeface="Trebuchet MS"/>
              </a:rPr>
              <a:t>o</a:t>
            </a:r>
            <a:r>
              <a:rPr sz="1700" spc="-135" dirty="0">
                <a:latin typeface="Trebuchet MS"/>
                <a:cs typeface="Trebuchet MS"/>
              </a:rPr>
              <a:t>n</a:t>
            </a:r>
            <a:r>
              <a:rPr sz="1700" spc="-90" dirty="0">
                <a:latin typeface="Trebuchet MS"/>
                <a:cs typeface="Trebuchet MS"/>
              </a:rPr>
              <a:t>l</a:t>
            </a:r>
            <a:r>
              <a:rPr sz="1700" spc="-95" dirty="0">
                <a:latin typeface="Trebuchet MS"/>
                <a:cs typeface="Trebuchet MS"/>
              </a:rPr>
              <a:t>y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u</a:t>
            </a:r>
            <a:r>
              <a:rPr sz="1700" spc="-45" dirty="0">
                <a:latin typeface="Trebuchet MS"/>
                <a:cs typeface="Trebuchet MS"/>
              </a:rPr>
              <a:t>s</a:t>
            </a:r>
            <a:r>
              <a:rPr sz="1700" spc="-160" dirty="0">
                <a:latin typeface="Trebuchet MS"/>
                <a:cs typeface="Trebuchet MS"/>
              </a:rPr>
              <a:t>ef</a:t>
            </a:r>
            <a:r>
              <a:rPr sz="1700" spc="-105" dirty="0">
                <a:latin typeface="Trebuchet MS"/>
                <a:cs typeface="Trebuchet MS"/>
              </a:rPr>
              <a:t>ul</a:t>
            </a:r>
            <a:r>
              <a:rPr sz="1700" spc="-70" dirty="0">
                <a:latin typeface="Trebuchet MS"/>
                <a:cs typeface="Trebuchet MS"/>
              </a:rPr>
              <a:t> </a:t>
            </a:r>
            <a:r>
              <a:rPr sz="1700" spc="-215" dirty="0">
                <a:latin typeface="Trebuchet MS"/>
                <a:cs typeface="Trebuchet MS"/>
              </a:rPr>
              <a:t>f</a:t>
            </a:r>
            <a:r>
              <a:rPr sz="1700" spc="15" dirty="0">
                <a:latin typeface="Trebuchet MS"/>
                <a:cs typeface="Trebuchet MS"/>
              </a:rPr>
              <a:t>or  </a:t>
            </a:r>
            <a:r>
              <a:rPr sz="1700" spc="-80" dirty="0">
                <a:latin typeface="Trebuchet MS"/>
                <a:cs typeface="Trebuchet MS"/>
              </a:rPr>
              <a:t>transfers</a:t>
            </a:r>
            <a:r>
              <a:rPr sz="1700" spc="-85" dirty="0">
                <a:latin typeface="Trebuchet MS"/>
                <a:cs typeface="Trebuchet MS"/>
              </a:rPr>
              <a:t> </a:t>
            </a:r>
            <a:r>
              <a:rPr sz="1700" spc="-135" dirty="0">
                <a:latin typeface="Trebuchet MS"/>
                <a:cs typeface="Trebuchet MS"/>
              </a:rPr>
              <a:t>&amp;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is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not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suited</a:t>
            </a:r>
            <a:r>
              <a:rPr sz="1700" spc="-7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for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loading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15" dirty="0">
                <a:latin typeface="Trebuchet MS"/>
                <a:cs typeface="Trebuchet MS"/>
              </a:rPr>
              <a:t>or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storing </a:t>
            </a:r>
            <a:r>
              <a:rPr sz="1700" spc="-50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exte</a:t>
            </a:r>
            <a:r>
              <a:rPr sz="1700" spc="-65" dirty="0">
                <a:latin typeface="Trebuchet MS"/>
                <a:cs typeface="Trebuchet MS"/>
              </a:rPr>
              <a:t>r</a:t>
            </a:r>
            <a:r>
              <a:rPr sz="1700" spc="-125" dirty="0">
                <a:latin typeface="Trebuchet MS"/>
                <a:cs typeface="Trebuchet MS"/>
              </a:rPr>
              <a:t>nal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155" dirty="0">
                <a:latin typeface="Trebuchet MS"/>
                <a:cs typeface="Trebuchet MS"/>
              </a:rPr>
              <a:t>data.</a:t>
            </a:r>
            <a:endParaRPr sz="1700">
              <a:latin typeface="Trebuchet MS"/>
              <a:cs typeface="Trebuchet MS"/>
            </a:endParaRPr>
          </a:p>
          <a:p>
            <a:pPr marL="241300" marR="363220" indent="-228600">
              <a:lnSpc>
                <a:spcPct val="130000"/>
              </a:lnSpc>
              <a:spcBef>
                <a:spcPts val="994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95" dirty="0">
                <a:latin typeface="Trebuchet MS"/>
                <a:cs typeface="Trebuchet MS"/>
              </a:rPr>
              <a:t>Transfer</a:t>
            </a:r>
            <a:r>
              <a:rPr sz="1700" spc="-7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vector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increases</a:t>
            </a:r>
            <a:r>
              <a:rPr sz="1700" spc="-6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the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size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of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object </a:t>
            </a:r>
            <a:r>
              <a:rPr sz="1700" spc="-49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p</a:t>
            </a:r>
            <a:r>
              <a:rPr sz="1700" spc="-90" dirty="0">
                <a:latin typeface="Trebuchet MS"/>
                <a:cs typeface="Trebuchet MS"/>
              </a:rPr>
              <a:t>r</a:t>
            </a:r>
            <a:r>
              <a:rPr sz="1700" spc="-70" dirty="0">
                <a:latin typeface="Trebuchet MS"/>
                <a:cs typeface="Trebuchet MS"/>
              </a:rPr>
              <a:t>ogram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i</a:t>
            </a:r>
            <a:r>
              <a:rPr sz="1700" spc="-125" dirty="0">
                <a:latin typeface="Trebuchet MS"/>
                <a:cs typeface="Trebuchet MS"/>
              </a:rPr>
              <a:t>n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m</a:t>
            </a:r>
            <a:r>
              <a:rPr sz="1700" spc="-85" dirty="0">
                <a:latin typeface="Trebuchet MS"/>
                <a:cs typeface="Trebuchet MS"/>
              </a:rPr>
              <a:t>e</a:t>
            </a:r>
            <a:r>
              <a:rPr sz="1700" spc="-140" dirty="0">
                <a:latin typeface="Trebuchet MS"/>
                <a:cs typeface="Trebuchet MS"/>
              </a:rPr>
              <a:t>m</a:t>
            </a:r>
            <a:r>
              <a:rPr sz="1700" spc="20" dirty="0">
                <a:latin typeface="Trebuchet MS"/>
                <a:cs typeface="Trebuchet MS"/>
              </a:rPr>
              <a:t>o</a:t>
            </a:r>
            <a:r>
              <a:rPr sz="1700" spc="50" dirty="0">
                <a:latin typeface="Trebuchet MS"/>
                <a:cs typeface="Trebuchet MS"/>
              </a:rPr>
              <a:t>r</a:t>
            </a:r>
            <a:r>
              <a:rPr sz="1700" spc="-229" dirty="0">
                <a:latin typeface="Trebuchet MS"/>
                <a:cs typeface="Trebuchet MS"/>
              </a:rPr>
              <a:t>y</a:t>
            </a:r>
            <a:r>
              <a:rPr sz="1700" spc="-254" dirty="0">
                <a:latin typeface="Trebuchet MS"/>
                <a:cs typeface="Trebuchet MS"/>
              </a:rPr>
              <a:t>.</a:t>
            </a:r>
            <a:endParaRPr sz="1700">
              <a:latin typeface="Trebuchet MS"/>
              <a:cs typeface="Trebuchet MS"/>
            </a:endParaRPr>
          </a:p>
          <a:p>
            <a:pPr marL="241300" marR="5080" indent="-228600">
              <a:lnSpc>
                <a:spcPct val="13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30" dirty="0">
                <a:latin typeface="Trebuchet MS"/>
                <a:cs typeface="Trebuchet MS"/>
              </a:rPr>
              <a:t>BSS</a:t>
            </a:r>
            <a:r>
              <a:rPr sz="1700" spc="-45" dirty="0">
                <a:latin typeface="Trebuchet MS"/>
                <a:cs typeface="Trebuchet MS"/>
              </a:rPr>
              <a:t> l</a:t>
            </a:r>
            <a:r>
              <a:rPr sz="1700" spc="-75" dirty="0">
                <a:latin typeface="Trebuchet MS"/>
                <a:cs typeface="Trebuchet MS"/>
              </a:rPr>
              <a:t>o</a:t>
            </a:r>
            <a:r>
              <a:rPr sz="1700" spc="-90" dirty="0">
                <a:latin typeface="Trebuchet MS"/>
                <a:cs typeface="Trebuchet MS"/>
              </a:rPr>
              <a:t>ader</a:t>
            </a:r>
            <a:r>
              <a:rPr sz="1700" spc="-50" dirty="0">
                <a:latin typeface="Trebuchet MS"/>
                <a:cs typeface="Trebuchet MS"/>
              </a:rPr>
              <a:t> p</a:t>
            </a:r>
            <a:r>
              <a:rPr sz="1700" spc="-90" dirty="0">
                <a:latin typeface="Trebuchet MS"/>
                <a:cs typeface="Trebuchet MS"/>
              </a:rPr>
              <a:t>r</a:t>
            </a:r>
            <a:r>
              <a:rPr sz="1700" spc="-40" dirty="0">
                <a:latin typeface="Trebuchet MS"/>
                <a:cs typeface="Trebuchet MS"/>
              </a:rPr>
              <a:t>o</a:t>
            </a:r>
            <a:r>
              <a:rPr sz="1700" spc="-45" dirty="0">
                <a:latin typeface="Trebuchet MS"/>
                <a:cs typeface="Trebuchet MS"/>
              </a:rPr>
              <a:t>c</a:t>
            </a:r>
            <a:r>
              <a:rPr sz="1700" spc="-65" dirty="0">
                <a:latin typeface="Trebuchet MS"/>
                <a:cs typeface="Trebuchet MS"/>
              </a:rPr>
              <a:t>es</a:t>
            </a:r>
            <a:r>
              <a:rPr sz="1700" spc="-50" dirty="0">
                <a:latin typeface="Trebuchet MS"/>
                <a:cs typeface="Trebuchet MS"/>
              </a:rPr>
              <a:t>s</a:t>
            </a:r>
            <a:r>
              <a:rPr sz="1700" spc="-75" dirty="0">
                <a:latin typeface="Trebuchet MS"/>
                <a:cs typeface="Trebuchet MS"/>
              </a:rPr>
              <a:t>es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p</a:t>
            </a:r>
            <a:r>
              <a:rPr sz="1700" spc="-90" dirty="0">
                <a:latin typeface="Trebuchet MS"/>
                <a:cs typeface="Trebuchet MS"/>
              </a:rPr>
              <a:t>r</a:t>
            </a:r>
            <a:r>
              <a:rPr sz="1700" spc="-40" dirty="0">
                <a:latin typeface="Trebuchet MS"/>
                <a:cs typeface="Trebuchet MS"/>
              </a:rPr>
              <a:t>o</a:t>
            </a:r>
            <a:r>
              <a:rPr sz="1700" spc="-45" dirty="0">
                <a:latin typeface="Trebuchet MS"/>
                <a:cs typeface="Trebuchet MS"/>
              </a:rPr>
              <a:t>c</a:t>
            </a:r>
            <a:r>
              <a:rPr sz="1700" spc="-95" dirty="0">
                <a:latin typeface="Trebuchet MS"/>
                <a:cs typeface="Trebuchet MS"/>
              </a:rPr>
              <a:t>e</a:t>
            </a:r>
            <a:r>
              <a:rPr sz="1700" spc="-110" dirty="0">
                <a:latin typeface="Trebuchet MS"/>
                <a:cs typeface="Trebuchet MS"/>
              </a:rPr>
              <a:t>d</a:t>
            </a:r>
            <a:r>
              <a:rPr sz="1700" spc="-40" dirty="0">
                <a:latin typeface="Trebuchet MS"/>
                <a:cs typeface="Trebuchet MS"/>
              </a:rPr>
              <a:t>u</a:t>
            </a:r>
            <a:r>
              <a:rPr sz="1700" spc="-70" dirty="0">
                <a:latin typeface="Trebuchet MS"/>
                <a:cs typeface="Trebuchet MS"/>
              </a:rPr>
              <a:t>r</a:t>
            </a:r>
            <a:r>
              <a:rPr sz="1700" spc="-114" dirty="0">
                <a:latin typeface="Trebuchet MS"/>
                <a:cs typeface="Trebuchet MS"/>
              </a:rPr>
              <a:t>e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seg</a:t>
            </a:r>
            <a:r>
              <a:rPr sz="1700" spc="-110" dirty="0">
                <a:latin typeface="Trebuchet MS"/>
                <a:cs typeface="Trebuchet MS"/>
              </a:rPr>
              <a:t>m</a:t>
            </a:r>
            <a:r>
              <a:rPr sz="1700" spc="-85" dirty="0">
                <a:latin typeface="Trebuchet MS"/>
                <a:cs typeface="Trebuchet MS"/>
              </a:rPr>
              <a:t>ents</a:t>
            </a:r>
            <a:r>
              <a:rPr sz="1700" spc="-70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but  </a:t>
            </a:r>
            <a:r>
              <a:rPr sz="1700" spc="-30" dirty="0">
                <a:latin typeface="Trebuchet MS"/>
                <a:cs typeface="Trebuchet MS"/>
              </a:rPr>
              <a:t>d</a:t>
            </a:r>
            <a:r>
              <a:rPr sz="1700" spc="-35" dirty="0">
                <a:latin typeface="Trebuchet MS"/>
                <a:cs typeface="Trebuchet MS"/>
              </a:rPr>
              <a:t>o</a:t>
            </a:r>
            <a:r>
              <a:rPr sz="1700" spc="-75" dirty="0">
                <a:latin typeface="Trebuchet MS"/>
                <a:cs typeface="Trebuchet MS"/>
              </a:rPr>
              <a:t>es</a:t>
            </a:r>
            <a:r>
              <a:rPr sz="1700" spc="-55" dirty="0">
                <a:latin typeface="Trebuchet MS"/>
                <a:cs typeface="Trebuchet MS"/>
              </a:rPr>
              <a:t> not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200" dirty="0">
                <a:latin typeface="Trebuchet MS"/>
                <a:cs typeface="Trebuchet MS"/>
              </a:rPr>
              <a:t>f</a:t>
            </a:r>
            <a:r>
              <a:rPr sz="1700" spc="-125" dirty="0">
                <a:latin typeface="Trebuchet MS"/>
                <a:cs typeface="Trebuchet MS"/>
              </a:rPr>
              <a:t>acilitate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access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to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30" dirty="0">
                <a:latin typeface="Trebuchet MS"/>
                <a:cs typeface="Trebuchet MS"/>
              </a:rPr>
              <a:t>data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seg</a:t>
            </a:r>
            <a:r>
              <a:rPr sz="1700" spc="-110" dirty="0">
                <a:latin typeface="Trebuchet MS"/>
                <a:cs typeface="Trebuchet MS"/>
              </a:rPr>
              <a:t>m</a:t>
            </a:r>
            <a:r>
              <a:rPr sz="1700" spc="-85" dirty="0">
                <a:latin typeface="Trebuchet MS"/>
                <a:cs typeface="Trebuchet MS"/>
              </a:rPr>
              <a:t>ents</a:t>
            </a:r>
            <a:r>
              <a:rPr sz="1700" spc="-7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that  </a:t>
            </a:r>
            <a:r>
              <a:rPr sz="1700" spc="-114" dirty="0">
                <a:latin typeface="Trebuchet MS"/>
                <a:cs typeface="Trebuchet MS"/>
              </a:rPr>
              <a:t>can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be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sh</a:t>
            </a:r>
            <a:r>
              <a:rPr sz="1700" spc="-95" dirty="0">
                <a:latin typeface="Trebuchet MS"/>
                <a:cs typeface="Trebuchet MS"/>
              </a:rPr>
              <a:t>a</a:t>
            </a:r>
            <a:r>
              <a:rPr sz="1700" spc="-30" dirty="0">
                <a:latin typeface="Trebuchet MS"/>
                <a:cs typeface="Trebuchet MS"/>
              </a:rPr>
              <a:t>r</a:t>
            </a:r>
            <a:r>
              <a:rPr sz="1700" spc="-95" dirty="0">
                <a:latin typeface="Trebuchet MS"/>
                <a:cs typeface="Trebuchet MS"/>
              </a:rPr>
              <a:t>ed</a:t>
            </a:r>
            <a:r>
              <a:rPr sz="1700" spc="-65" dirty="0">
                <a:latin typeface="Trebuchet MS"/>
                <a:cs typeface="Trebuchet MS"/>
              </a:rPr>
              <a:t> </a:t>
            </a:r>
            <a:r>
              <a:rPr sz="1700" spc="-120" dirty="0">
                <a:latin typeface="Trebuchet MS"/>
                <a:cs typeface="Trebuchet MS"/>
              </a:rPr>
              <a:t>called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185" dirty="0">
                <a:latin typeface="Trebuchet MS"/>
                <a:cs typeface="Trebuchet MS"/>
              </a:rPr>
              <a:t>COMMO</a:t>
            </a:r>
            <a:r>
              <a:rPr sz="1700" spc="245" dirty="0">
                <a:latin typeface="Trebuchet MS"/>
                <a:cs typeface="Trebuchet MS"/>
              </a:rPr>
              <a:t>N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43252" y="771855"/>
            <a:ext cx="4977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25" dirty="0">
                <a:solidFill>
                  <a:srgbClr val="000000"/>
                </a:solidFill>
              </a:rPr>
              <a:t>DIRECT</a:t>
            </a:r>
            <a:r>
              <a:rPr spc="-135" dirty="0">
                <a:solidFill>
                  <a:srgbClr val="000000"/>
                </a:solidFill>
              </a:rPr>
              <a:t> </a:t>
            </a:r>
            <a:r>
              <a:rPr spc="160" dirty="0">
                <a:solidFill>
                  <a:srgbClr val="000000"/>
                </a:solidFill>
              </a:rPr>
              <a:t>LINKING</a:t>
            </a:r>
            <a:r>
              <a:rPr spc="-110" dirty="0">
                <a:solidFill>
                  <a:srgbClr val="000000"/>
                </a:solidFill>
              </a:rPr>
              <a:t> </a:t>
            </a:r>
            <a:r>
              <a:rPr spc="125" dirty="0">
                <a:solidFill>
                  <a:srgbClr val="000000"/>
                </a:solidFill>
              </a:rPr>
              <a:t>LOADERS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710DBB05-4036-4EA2-8D30-D9B24C1341EE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1525651"/>
            <a:ext cx="9419590" cy="182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95" dirty="0">
                <a:latin typeface="Trebuchet MS"/>
                <a:cs typeface="Trebuchet MS"/>
              </a:rPr>
              <a:t>It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general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relocatable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loader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most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popular </a:t>
            </a:r>
            <a:r>
              <a:rPr sz="2000" spc="-114" dirty="0">
                <a:latin typeface="Trebuchet MS"/>
                <a:cs typeface="Trebuchet MS"/>
              </a:rPr>
              <a:t>loading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scheme.</a:t>
            </a:r>
            <a:endParaRPr sz="2000">
              <a:latin typeface="Trebuchet MS"/>
              <a:cs typeface="Trebuchet MS"/>
            </a:endParaRPr>
          </a:p>
          <a:p>
            <a:pPr marL="240665" marR="5080" indent="-228600">
              <a:lnSpc>
                <a:spcPct val="150000"/>
              </a:lnSpc>
              <a:spcBef>
                <a:spcPts val="99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95" dirty="0">
                <a:latin typeface="Trebuchet MS"/>
                <a:cs typeface="Trebuchet MS"/>
              </a:rPr>
              <a:t>It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has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advantage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allowing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programmer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multiple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procedure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segment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 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multiple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segments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giving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programmer 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complete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freedom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referencing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20" dirty="0">
                <a:latin typeface="Trebuchet MS"/>
                <a:cs typeface="Trebuchet MS"/>
              </a:rPr>
              <a:t>or </a:t>
            </a:r>
            <a:r>
              <a:rPr sz="2000" spc="-58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85" dirty="0">
                <a:latin typeface="Trebuchet MS"/>
                <a:cs typeface="Trebuchet MS"/>
              </a:rPr>
              <a:t>struc</a:t>
            </a:r>
            <a:r>
              <a:rPr sz="2000" spc="-70" dirty="0">
                <a:latin typeface="Trebuchet MS"/>
                <a:cs typeface="Trebuchet MS"/>
              </a:rPr>
              <a:t>t</a:t>
            </a:r>
            <a:r>
              <a:rPr sz="2000" spc="-145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ns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cont</a:t>
            </a:r>
            <a:r>
              <a:rPr sz="2000" spc="-130" dirty="0">
                <a:latin typeface="Trebuchet MS"/>
                <a:cs typeface="Trebuchet MS"/>
              </a:rPr>
              <a:t>ained</a:t>
            </a:r>
            <a:r>
              <a:rPr sz="2000" spc="-85" dirty="0">
                <a:latin typeface="Trebuchet MS"/>
                <a:cs typeface="Trebuchet MS"/>
              </a:rPr>
              <a:t> i</a:t>
            </a:r>
            <a:r>
              <a:rPr sz="2000" spc="-150" dirty="0">
                <a:latin typeface="Trebuchet MS"/>
                <a:cs typeface="Trebuchet MS"/>
              </a:rPr>
              <a:t>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ot</a:t>
            </a:r>
            <a:r>
              <a:rPr sz="2000" spc="-65" dirty="0">
                <a:latin typeface="Trebuchet MS"/>
                <a:cs typeface="Trebuchet MS"/>
              </a:rPr>
              <a:t>h</a:t>
            </a:r>
            <a:r>
              <a:rPr sz="2000" spc="-60" dirty="0">
                <a:latin typeface="Trebuchet MS"/>
                <a:cs typeface="Trebuchet MS"/>
              </a:rPr>
              <a:t>er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se</a:t>
            </a:r>
            <a:r>
              <a:rPr sz="2000" spc="-120" dirty="0">
                <a:latin typeface="Trebuchet MS"/>
                <a:cs typeface="Trebuchet MS"/>
              </a:rPr>
              <a:t>g</a:t>
            </a:r>
            <a:r>
              <a:rPr sz="2000" spc="-125" dirty="0">
                <a:latin typeface="Trebuchet MS"/>
                <a:cs typeface="Trebuchet MS"/>
              </a:rPr>
              <a:t>me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85" dirty="0">
                <a:latin typeface="Trebuchet MS"/>
                <a:cs typeface="Trebuchet MS"/>
              </a:rPr>
              <a:t>ts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49771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25" dirty="0">
                <a:solidFill>
                  <a:srgbClr val="000000"/>
                </a:solidFill>
              </a:rPr>
              <a:t>DIRECT</a:t>
            </a:r>
            <a:r>
              <a:rPr spc="-140" dirty="0">
                <a:solidFill>
                  <a:srgbClr val="000000"/>
                </a:solidFill>
              </a:rPr>
              <a:t> </a:t>
            </a:r>
            <a:r>
              <a:rPr spc="160" dirty="0">
                <a:solidFill>
                  <a:srgbClr val="000000"/>
                </a:solidFill>
              </a:rPr>
              <a:t>LINKING</a:t>
            </a:r>
            <a:r>
              <a:rPr spc="-110" dirty="0">
                <a:solidFill>
                  <a:srgbClr val="000000"/>
                </a:solidFill>
              </a:rPr>
              <a:t> </a:t>
            </a:r>
            <a:r>
              <a:rPr spc="125" dirty="0">
                <a:solidFill>
                  <a:srgbClr val="000000"/>
                </a:solidFill>
              </a:rPr>
              <a:t>LOADERS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F1B06096-5D59-4FB3-AE72-D93667D50C05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59433" y="1416278"/>
            <a:ext cx="9295765" cy="276542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8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Trebuchet MS"/>
                <a:cs typeface="Trebuchet MS"/>
              </a:rPr>
              <a:t>The </a:t>
            </a:r>
            <a:r>
              <a:rPr sz="2000" spc="-135" dirty="0">
                <a:latin typeface="Trebuchet MS"/>
                <a:cs typeface="Trebuchet MS"/>
              </a:rPr>
              <a:t>a</a:t>
            </a:r>
            <a:r>
              <a:rPr sz="2000" spc="-114" dirty="0">
                <a:latin typeface="Trebuchet MS"/>
                <a:cs typeface="Trebuchet MS"/>
              </a:rPr>
              <a:t>s</a:t>
            </a:r>
            <a:r>
              <a:rPr sz="2000" spc="-95" dirty="0">
                <a:latin typeface="Trebuchet MS"/>
                <a:cs typeface="Trebuchet MS"/>
              </a:rPr>
              <a:t>sembler</a:t>
            </a:r>
            <a:r>
              <a:rPr sz="2000" spc="-60" dirty="0">
                <a:latin typeface="Trebuchet MS"/>
                <a:cs typeface="Trebuchet MS"/>
              </a:rPr>
              <a:t> p</a:t>
            </a:r>
            <a:r>
              <a:rPr sz="2000" spc="-90" dirty="0">
                <a:latin typeface="Trebuchet MS"/>
                <a:cs typeface="Trebuchet MS"/>
              </a:rPr>
              <a:t>r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100" dirty="0">
                <a:latin typeface="Trebuchet MS"/>
                <a:cs typeface="Trebuchet MS"/>
              </a:rPr>
              <a:t>vides</a:t>
            </a:r>
            <a:endParaRPr sz="2000">
              <a:latin typeface="Trebuchet MS"/>
              <a:cs typeface="Trebuchet MS"/>
            </a:endParaRPr>
          </a:p>
          <a:p>
            <a:pPr marL="984885" lvl="1" indent="-516255">
              <a:lnSpc>
                <a:spcPct val="100000"/>
              </a:lnSpc>
              <a:spcBef>
                <a:spcPts val="969"/>
              </a:spcBef>
              <a:buClr>
                <a:srgbClr val="B71E42"/>
              </a:buClr>
              <a:buAutoNum type="arabicPeriod"/>
              <a:tabLst>
                <a:tab pos="984885" algn="l"/>
                <a:tab pos="985519" algn="l"/>
              </a:tabLst>
            </a:pPr>
            <a:r>
              <a:rPr sz="1800" spc="-55" dirty="0">
                <a:latin typeface="Trebuchet MS"/>
                <a:cs typeface="Trebuchet MS"/>
              </a:rPr>
              <a:t>The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lengt</a:t>
            </a:r>
            <a:r>
              <a:rPr sz="1800" spc="-130" dirty="0">
                <a:latin typeface="Trebuchet MS"/>
                <a:cs typeface="Trebuchet MS"/>
              </a:rPr>
              <a:t>h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seg</a:t>
            </a:r>
            <a:r>
              <a:rPr sz="1800" spc="-140" dirty="0">
                <a:latin typeface="Trebuchet MS"/>
                <a:cs typeface="Trebuchet MS"/>
              </a:rPr>
              <a:t>m</a:t>
            </a:r>
            <a:r>
              <a:rPr sz="1800" spc="-110" dirty="0">
                <a:latin typeface="Trebuchet MS"/>
                <a:cs typeface="Trebuchet MS"/>
              </a:rPr>
              <a:t>ent</a:t>
            </a:r>
            <a:endParaRPr sz="1800">
              <a:latin typeface="Trebuchet MS"/>
              <a:cs typeface="Trebuchet MS"/>
            </a:endParaRPr>
          </a:p>
          <a:p>
            <a:pPr marL="984885" lvl="1" indent="-516255">
              <a:lnSpc>
                <a:spcPct val="100000"/>
              </a:lnSpc>
              <a:spcBef>
                <a:spcPts val="925"/>
              </a:spcBef>
              <a:buClr>
                <a:srgbClr val="B71E42"/>
              </a:buClr>
              <a:buAutoNum type="arabicPeriod"/>
              <a:tabLst>
                <a:tab pos="984885" algn="l"/>
                <a:tab pos="985519" algn="l"/>
              </a:tabLst>
            </a:pPr>
            <a:r>
              <a:rPr sz="1800" spc="135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list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55" dirty="0">
                <a:latin typeface="Trebuchet MS"/>
                <a:cs typeface="Trebuchet MS"/>
              </a:rPr>
              <a:t>all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entries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their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relative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location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within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segment</a:t>
            </a:r>
            <a:endParaRPr sz="1800">
              <a:latin typeface="Trebuchet MS"/>
              <a:cs typeface="Trebuchet MS"/>
            </a:endParaRPr>
          </a:p>
          <a:p>
            <a:pPr marL="984885" lvl="1" indent="-516255">
              <a:lnSpc>
                <a:spcPct val="100000"/>
              </a:lnSpc>
              <a:spcBef>
                <a:spcPts val="935"/>
              </a:spcBef>
              <a:buClr>
                <a:srgbClr val="B71E42"/>
              </a:buClr>
              <a:buAutoNum type="arabicPeriod"/>
              <a:tabLst>
                <a:tab pos="984885" algn="l"/>
                <a:tab pos="985519" algn="l"/>
              </a:tabLst>
            </a:pPr>
            <a:r>
              <a:rPr sz="1800" spc="135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l</a:t>
            </a:r>
            <a:r>
              <a:rPr sz="1800" spc="-125" dirty="0">
                <a:latin typeface="Trebuchet MS"/>
                <a:cs typeface="Trebuchet MS"/>
              </a:rPr>
              <a:t>i</a:t>
            </a:r>
            <a:r>
              <a:rPr sz="1800" spc="-80" dirty="0">
                <a:latin typeface="Trebuchet MS"/>
                <a:cs typeface="Trebuchet MS"/>
              </a:rPr>
              <a:t>st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85" dirty="0">
                <a:latin typeface="Trebuchet MS"/>
                <a:cs typeface="Trebuchet MS"/>
              </a:rPr>
              <a:t>a</a:t>
            </a:r>
            <a:r>
              <a:rPr sz="1800" spc="-145" dirty="0">
                <a:latin typeface="Trebuchet MS"/>
                <a:cs typeface="Trebuchet MS"/>
              </a:rPr>
              <a:t>l</a:t>
            </a:r>
            <a:r>
              <a:rPr sz="1800" spc="-140" dirty="0">
                <a:latin typeface="Trebuchet MS"/>
                <a:cs typeface="Trebuchet MS"/>
              </a:rPr>
              <a:t>l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external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s</a:t>
            </a:r>
            <a:r>
              <a:rPr sz="1800" spc="-70" dirty="0">
                <a:latin typeface="Trebuchet MS"/>
                <a:cs typeface="Trebuchet MS"/>
              </a:rPr>
              <a:t>ymb</a:t>
            </a:r>
            <a:r>
              <a:rPr sz="1800" spc="-50" dirty="0">
                <a:latin typeface="Trebuchet MS"/>
                <a:cs typeface="Trebuchet MS"/>
              </a:rPr>
              <a:t>o</a:t>
            </a:r>
            <a:r>
              <a:rPr sz="1800" spc="-95" dirty="0">
                <a:latin typeface="Trebuchet MS"/>
                <a:cs typeface="Trebuchet MS"/>
              </a:rPr>
              <a:t>ls</a:t>
            </a:r>
            <a:endParaRPr sz="1800">
              <a:latin typeface="Trebuchet MS"/>
              <a:cs typeface="Trebuchet MS"/>
            </a:endParaRPr>
          </a:p>
          <a:p>
            <a:pPr marL="984885" marR="5080" lvl="1" indent="-515620">
              <a:lnSpc>
                <a:spcPct val="120000"/>
              </a:lnSpc>
              <a:spcBef>
                <a:spcPts val="505"/>
              </a:spcBef>
              <a:buClr>
                <a:srgbClr val="B71E42"/>
              </a:buClr>
              <a:buAutoNum type="arabicPeriod"/>
              <a:tabLst>
                <a:tab pos="984885" algn="l"/>
                <a:tab pos="985519" algn="l"/>
              </a:tabLst>
            </a:pPr>
            <a:r>
              <a:rPr sz="1800" spc="-85" dirty="0">
                <a:latin typeface="Trebuchet MS"/>
                <a:cs typeface="Trebuchet MS"/>
              </a:rPr>
              <a:t>Information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as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to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where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address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constants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are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loaded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in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segment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description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h</a:t>
            </a:r>
            <a:r>
              <a:rPr sz="1800" spc="-40" dirty="0">
                <a:latin typeface="Trebuchet MS"/>
                <a:cs typeface="Trebuchet MS"/>
              </a:rPr>
              <a:t>o</a:t>
            </a:r>
            <a:r>
              <a:rPr sz="1800" spc="-45" dirty="0">
                <a:latin typeface="Trebuchet MS"/>
                <a:cs typeface="Trebuchet MS"/>
              </a:rPr>
              <a:t>w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r</a:t>
            </a:r>
            <a:r>
              <a:rPr sz="1800" spc="-145" dirty="0">
                <a:latin typeface="Trebuchet MS"/>
                <a:cs typeface="Trebuchet MS"/>
              </a:rPr>
              <a:t>e</a:t>
            </a:r>
            <a:r>
              <a:rPr sz="1800" spc="-85" dirty="0">
                <a:latin typeface="Trebuchet MS"/>
                <a:cs typeface="Trebuchet MS"/>
              </a:rPr>
              <a:t>vi</a:t>
            </a:r>
            <a:r>
              <a:rPr sz="1800" spc="-80" dirty="0">
                <a:latin typeface="Trebuchet MS"/>
                <a:cs typeface="Trebuchet MS"/>
              </a:rPr>
              <a:t>s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their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v</a:t>
            </a:r>
            <a:r>
              <a:rPr sz="1800" spc="-114" dirty="0">
                <a:latin typeface="Trebuchet MS"/>
                <a:cs typeface="Trebuchet MS"/>
              </a:rPr>
              <a:t>alues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984885" lvl="1" indent="-516255">
              <a:lnSpc>
                <a:spcPct val="100000"/>
              </a:lnSpc>
              <a:spcBef>
                <a:spcPts val="925"/>
              </a:spcBef>
              <a:buClr>
                <a:srgbClr val="B71E42"/>
              </a:buClr>
              <a:buAutoNum type="arabicPeriod"/>
              <a:tabLst>
                <a:tab pos="984885" algn="l"/>
                <a:tab pos="985519" algn="l"/>
              </a:tabLst>
            </a:pPr>
            <a:r>
              <a:rPr sz="1800" spc="-55" dirty="0">
                <a:latin typeface="Trebuchet MS"/>
                <a:cs typeface="Trebuchet MS"/>
              </a:rPr>
              <a:t>The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machine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code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translation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source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program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relative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addresses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assigned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39903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" dirty="0">
                <a:solidFill>
                  <a:srgbClr val="000000"/>
                </a:solidFill>
              </a:rPr>
              <a:t>ASSEMBLER</a:t>
            </a:r>
            <a:r>
              <a:rPr spc="-130" dirty="0">
                <a:solidFill>
                  <a:srgbClr val="000000"/>
                </a:solidFill>
              </a:rPr>
              <a:t> </a:t>
            </a:r>
            <a:r>
              <a:rPr spc="175" dirty="0">
                <a:solidFill>
                  <a:srgbClr val="000000"/>
                </a:solidFill>
              </a:rPr>
              <a:t>RECORDS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129873BF-19FC-4564-90CD-6E1E6034E7D5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1560068"/>
            <a:ext cx="9345930" cy="2541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95" dirty="0">
                <a:latin typeface="Trebuchet MS"/>
                <a:cs typeface="Trebuchet MS"/>
              </a:rPr>
              <a:t>External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Symbol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Dictionary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(ESD)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record:</a:t>
            </a:r>
            <a:r>
              <a:rPr sz="2000" spc="-25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Entries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Externals</a:t>
            </a:r>
            <a:endParaRPr sz="2000">
              <a:latin typeface="Trebuchet MS"/>
              <a:cs typeface="Trebuchet MS"/>
            </a:endParaRPr>
          </a:p>
          <a:p>
            <a:pPr marL="240665" marR="5080" indent="-228600">
              <a:lnSpc>
                <a:spcPct val="120100"/>
              </a:lnSpc>
              <a:spcBef>
                <a:spcPts val="99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Trebuchet MS"/>
                <a:cs typeface="Trebuchet MS"/>
              </a:rPr>
              <a:t>The </a:t>
            </a:r>
            <a:r>
              <a:rPr sz="2000" spc="-95" dirty="0">
                <a:latin typeface="Trebuchet MS"/>
                <a:cs typeface="Trebuchet MS"/>
              </a:rPr>
              <a:t>text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40" dirty="0">
                <a:latin typeface="Trebuchet MS"/>
                <a:cs typeface="Trebuchet MS"/>
              </a:rPr>
              <a:t>(TXT)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records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contains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actual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object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code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translated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version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source </a:t>
            </a:r>
            <a:r>
              <a:rPr sz="2000" spc="-58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program.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9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Trebuchet MS"/>
                <a:cs typeface="Trebuchet MS"/>
              </a:rPr>
              <a:t>The </a:t>
            </a:r>
            <a:r>
              <a:rPr sz="2000" spc="-85" dirty="0">
                <a:latin typeface="Trebuchet MS"/>
                <a:cs typeface="Trebuchet MS"/>
              </a:rPr>
              <a:t>Relocation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Linkage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Directory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15" dirty="0">
                <a:latin typeface="Trebuchet MS"/>
                <a:cs typeface="Trebuchet MS"/>
              </a:rPr>
              <a:t>(RLD)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records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contains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relocation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information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165" dirty="0">
                <a:latin typeface="Trebuchet MS"/>
                <a:cs typeface="Trebuchet MS"/>
              </a:rPr>
              <a:t>END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record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indicates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end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object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deck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specifies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starting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address</a:t>
            </a:r>
            <a:endParaRPr sz="2000">
              <a:latin typeface="Trebuchet MS"/>
              <a:cs typeface="Trebuchet MS"/>
            </a:endParaRPr>
          </a:p>
          <a:p>
            <a:pPr marL="240665">
              <a:lnSpc>
                <a:spcPct val="100000"/>
              </a:lnSpc>
              <a:spcBef>
                <a:spcPts val="480"/>
              </a:spcBef>
            </a:pPr>
            <a:r>
              <a:rPr sz="2000" spc="-265" dirty="0">
                <a:latin typeface="Trebuchet MS"/>
                <a:cs typeface="Trebuchet MS"/>
              </a:rPr>
              <a:t>f</a:t>
            </a:r>
            <a:r>
              <a:rPr sz="2000" spc="25" dirty="0">
                <a:latin typeface="Trebuchet MS"/>
                <a:cs typeface="Trebuchet MS"/>
              </a:rPr>
              <a:t>or</a:t>
            </a:r>
            <a:r>
              <a:rPr sz="2000" spc="-70" dirty="0">
                <a:latin typeface="Trebuchet MS"/>
                <a:cs typeface="Trebuchet MS"/>
              </a:rPr>
              <a:t> e</a:t>
            </a:r>
            <a:r>
              <a:rPr sz="2000" spc="-125" dirty="0">
                <a:latin typeface="Trebuchet MS"/>
                <a:cs typeface="Trebuchet MS"/>
              </a:rPr>
              <a:t>x</a:t>
            </a:r>
            <a:r>
              <a:rPr sz="2000" spc="-130" dirty="0">
                <a:latin typeface="Trebuchet MS"/>
                <a:cs typeface="Trebuchet MS"/>
              </a:rPr>
              <a:t>ecut</a:t>
            </a:r>
            <a:r>
              <a:rPr sz="2000" spc="-70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on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190358" y="129412"/>
          <a:ext cx="9604375" cy="1854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875"/>
                <a:gridCol w="1920875"/>
                <a:gridCol w="1920875"/>
                <a:gridCol w="1920875"/>
                <a:gridCol w="1920875"/>
              </a:tblGrid>
              <a:tr h="370839">
                <a:tc gridSpan="5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spc="190" dirty="0">
                          <a:latin typeface="Trebuchet MS"/>
                          <a:cs typeface="Trebuchet MS"/>
                        </a:rPr>
                        <a:t>ESD</a:t>
                      </a:r>
                      <a:r>
                        <a:rPr sz="1800" b="1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55" dirty="0">
                          <a:latin typeface="Trebuchet MS"/>
                          <a:cs typeface="Trebuchet MS"/>
                        </a:rPr>
                        <a:t>Cards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No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75" dirty="0">
                          <a:latin typeface="Trebuchet MS"/>
                          <a:cs typeface="Trebuchet MS"/>
                        </a:rPr>
                        <a:t>Symbol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30" dirty="0">
                          <a:latin typeface="Trebuchet MS"/>
                          <a:cs typeface="Trebuchet MS"/>
                        </a:rPr>
                        <a:t>Type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lati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800" spc="-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ess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95" dirty="0">
                          <a:latin typeface="Trebuchet MS"/>
                          <a:cs typeface="Trebuchet MS"/>
                        </a:rPr>
                        <a:t>Length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60" dirty="0">
                          <a:latin typeface="Trebuchet MS"/>
                          <a:cs typeface="Trebuchet MS"/>
                        </a:rPr>
                        <a:t>JOHN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100" dirty="0">
                          <a:latin typeface="Trebuchet MS"/>
                          <a:cs typeface="Trebuchet MS"/>
                        </a:rPr>
                        <a:t>SD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64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RESULT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110" dirty="0">
                          <a:latin typeface="Trebuchet MS"/>
                          <a:cs typeface="Trebuchet MS"/>
                        </a:rPr>
                        <a:t>LD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52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90" dirty="0">
                          <a:latin typeface="Trebuchet MS"/>
                          <a:cs typeface="Trebuchet MS"/>
                        </a:rPr>
                        <a:t>--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60" dirty="0">
                          <a:latin typeface="Trebuchet MS"/>
                          <a:cs typeface="Trebuchet MS"/>
                        </a:rPr>
                        <a:t>SUM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5" dirty="0">
                          <a:latin typeface="Trebuchet MS"/>
                          <a:cs typeface="Trebuchet MS"/>
                        </a:rPr>
                        <a:t>ER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90" dirty="0">
                          <a:latin typeface="Trebuchet MS"/>
                          <a:cs typeface="Trebuchet MS"/>
                        </a:rPr>
                        <a:t>----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90" dirty="0">
                          <a:latin typeface="Trebuchet MS"/>
                          <a:cs typeface="Trebuchet MS"/>
                        </a:rPr>
                        <a:t>--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90358" y="2458339"/>
          <a:ext cx="9604375" cy="1483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875"/>
                <a:gridCol w="1920875"/>
                <a:gridCol w="1920875"/>
                <a:gridCol w="1920875"/>
                <a:gridCol w="1920875"/>
              </a:tblGrid>
              <a:tr h="370839">
                <a:tc gridSpan="5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170" dirty="0">
                          <a:latin typeface="Trebuchet MS"/>
                          <a:cs typeface="Trebuchet MS"/>
                        </a:rPr>
                        <a:t>RLD</a:t>
                      </a:r>
                      <a:r>
                        <a:rPr sz="1800" b="1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55" dirty="0">
                          <a:latin typeface="Trebuchet MS"/>
                          <a:cs typeface="Trebuchet MS"/>
                        </a:rPr>
                        <a:t>Cards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No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75" dirty="0">
                          <a:latin typeface="Trebuchet MS"/>
                          <a:cs typeface="Trebuchet MS"/>
                        </a:rPr>
                        <a:t>Symbol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45" dirty="0">
                          <a:latin typeface="Trebuchet MS"/>
                          <a:cs typeface="Trebuchet MS"/>
                        </a:rPr>
                        <a:t>Flag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95" dirty="0">
                          <a:latin typeface="Trebuchet MS"/>
                          <a:cs typeface="Trebuchet MS"/>
                        </a:rPr>
                        <a:t>Length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lati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800" spc="-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ess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Trebuchet MS"/>
                          <a:cs typeface="Trebuchet MS"/>
                        </a:rPr>
                        <a:t>JOHN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48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Trebuchet MS"/>
                          <a:cs typeface="Trebuchet MS"/>
                        </a:rPr>
                        <a:t>SUM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60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760220" y="4454652"/>
            <a:ext cx="8130540" cy="963294"/>
            <a:chOff x="1760220" y="4454652"/>
            <a:chExt cx="8130540" cy="96329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0220" y="4454652"/>
              <a:ext cx="2397252" cy="9631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1316" y="4454652"/>
              <a:ext cx="2397252" cy="9631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2411" y="4454652"/>
              <a:ext cx="2397251" cy="9631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3508" y="4454652"/>
              <a:ext cx="2397252" cy="96316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420492" y="4511166"/>
            <a:ext cx="693991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51989" algn="l"/>
                <a:tab pos="3884929" algn="l"/>
                <a:tab pos="5741670" algn="l"/>
              </a:tabLst>
            </a:pPr>
            <a:r>
              <a:rPr sz="4600" spc="114" dirty="0">
                <a:latin typeface="Trebuchet MS"/>
                <a:cs typeface="Trebuchet MS"/>
              </a:rPr>
              <a:t>ESD	</a:t>
            </a:r>
            <a:r>
              <a:rPr sz="4600" spc="300" dirty="0">
                <a:latin typeface="Trebuchet MS"/>
                <a:cs typeface="Trebuchet MS"/>
              </a:rPr>
              <a:t>TXT	</a:t>
            </a:r>
            <a:r>
              <a:rPr sz="4600" spc="215" dirty="0">
                <a:latin typeface="Trebuchet MS"/>
                <a:cs typeface="Trebuchet MS"/>
              </a:rPr>
              <a:t>RLD	</a:t>
            </a:r>
            <a:r>
              <a:rPr sz="4600" spc="370" dirty="0">
                <a:latin typeface="Trebuchet MS"/>
                <a:cs typeface="Trebuchet MS"/>
              </a:rPr>
              <a:t>END</a:t>
            </a:r>
            <a:endParaRPr sz="4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B6D40A83-05C4-4E05-A0DD-C3D72DED6ABC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0" y="-58236"/>
          <a:ext cx="12190727" cy="63245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0495"/>
                <a:gridCol w="2796539"/>
                <a:gridCol w="669289"/>
                <a:gridCol w="2644140"/>
                <a:gridCol w="2369185"/>
                <a:gridCol w="1021079"/>
              </a:tblGrid>
              <a:tr h="318078">
                <a:tc gridSpan="6">
                  <a:txBody>
                    <a:bodyPr/>
                    <a:lstStyle/>
                    <a:p>
                      <a:pPr marL="1339850">
                        <a:lnSpc>
                          <a:spcPts val="2035"/>
                        </a:lnSpc>
                      </a:pPr>
                      <a:r>
                        <a:rPr sz="1800" b="1" spc="250" dirty="0">
                          <a:latin typeface="Trebuchet MS"/>
                          <a:cs typeface="Trebuchet MS"/>
                        </a:rPr>
                        <a:t>TXT</a:t>
                      </a:r>
                      <a:r>
                        <a:rPr sz="1800" b="1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55" dirty="0">
                          <a:latin typeface="Trebuchet MS"/>
                          <a:cs typeface="Trebuchet MS"/>
                        </a:rPr>
                        <a:t>Cards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0839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No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lati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800" spc="-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ess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bje</a:t>
                      </a:r>
                      <a:r>
                        <a:rPr sz="1800" spc="5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Code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0839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40" dirty="0">
                          <a:latin typeface="Trebuchet MS"/>
                          <a:cs typeface="Trebuchet MS"/>
                        </a:rPr>
                        <a:t>BALR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00" dirty="0">
                          <a:latin typeface="Trebuchet MS"/>
                          <a:cs typeface="Trebuchet MS"/>
                        </a:rPr>
                        <a:t>12,0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39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ST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95" dirty="0">
                          <a:latin typeface="Trebuchet MS"/>
                          <a:cs typeface="Trebuchet MS"/>
                        </a:rPr>
                        <a:t>14,54(0,12)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39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00" dirty="0">
                          <a:latin typeface="Trebuchet MS"/>
                          <a:cs typeface="Trebuchet MS"/>
                        </a:rPr>
                        <a:t>1,46(0,12)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39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10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15,</a:t>
                      </a:r>
                      <a:r>
                        <a:rPr sz="1800" spc="-2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58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0,12)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14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40" dirty="0">
                          <a:latin typeface="Trebuchet MS"/>
                          <a:cs typeface="Trebuchet MS"/>
                        </a:rPr>
                        <a:t>BALR</a:t>
                      </a:r>
                      <a:r>
                        <a:rPr sz="1800" spc="40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14,15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0839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ST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00" dirty="0">
                          <a:latin typeface="Trebuchet MS"/>
                          <a:cs typeface="Trebuchet MS"/>
                        </a:rPr>
                        <a:t>1,50(0,12)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39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95" dirty="0">
                          <a:latin typeface="Trebuchet MS"/>
                          <a:cs typeface="Trebuchet MS"/>
                        </a:rPr>
                        <a:t>14,54(0,12)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39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70" dirty="0">
                          <a:latin typeface="Trebuchet MS"/>
                          <a:cs typeface="Trebuchet MS"/>
                        </a:rPr>
                        <a:t>BCR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90" dirty="0">
                          <a:latin typeface="Trebuchet MS"/>
                          <a:cs typeface="Trebuchet MS"/>
                        </a:rPr>
                        <a:t>15,14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0839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32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36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0839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40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44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0801">
                <a:tc>
                  <a:txBody>
                    <a:bodyPr/>
                    <a:lstStyle/>
                    <a:p>
                      <a:pPr marL="217170" algn="ctr">
                        <a:lnSpc>
                          <a:spcPts val="197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1543050">
                        <a:lnSpc>
                          <a:spcPts val="550"/>
                        </a:lnSpc>
                      </a:pP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r.</a:t>
                      </a:r>
                      <a:r>
                        <a:rPr sz="1000" spc="-2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rsha</a:t>
                      </a:r>
                      <a:r>
                        <a:rPr sz="1000" spc="-2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00" spc="-3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Bhute,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97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48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68580">
                        <a:lnSpc>
                          <a:spcPts val="550"/>
                        </a:lnSpc>
                      </a:pP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NIT</a:t>
                      </a:r>
                      <a:r>
                        <a:rPr sz="1000" spc="-4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III,</a:t>
                      </a:r>
                      <a:r>
                        <a:rPr sz="1000" spc="-2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SP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S,</a:t>
                      </a:r>
                      <a:r>
                        <a:rPr sz="1000" spc="1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bus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Imp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leme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nt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io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00" spc="-1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2570">
                        <a:lnSpc>
                          <a:spcPts val="740"/>
                        </a:lnSpc>
                        <a:spcBef>
                          <a:spcPts val="815"/>
                        </a:spcBef>
                      </a:pPr>
                      <a:r>
                        <a:rPr sz="1000" spc="-7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06/08/2021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ts val="2445"/>
                        </a:lnSpc>
                        <a:spcBef>
                          <a:spcPts val="370"/>
                        </a:spcBef>
                      </a:pPr>
                      <a:r>
                        <a:rPr sz="2800" spc="-70" dirty="0">
                          <a:solidFill>
                            <a:srgbClr val="B71E42"/>
                          </a:solidFill>
                          <a:latin typeface="Trebuchet MS"/>
                          <a:cs typeface="Trebuchet MS"/>
                        </a:rPr>
                        <a:t>33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46990" marB="0"/>
                </a:tc>
              </a:tr>
              <a:tr h="370840">
                <a:tc>
                  <a:txBody>
                    <a:bodyPr/>
                    <a:lstStyle/>
                    <a:p>
                      <a:pPr marL="13398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60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241869" y="0"/>
            <a:ext cx="12700" cy="6200140"/>
          </a:xfrm>
          <a:custGeom>
            <a:avLst/>
            <a:gdLst/>
            <a:ahLst/>
            <a:cxnLst/>
            <a:rect l="l" t="t" r="r" b="b"/>
            <a:pathLst>
              <a:path w="12700" h="6200140">
                <a:moveTo>
                  <a:pt x="0" y="6199593"/>
                </a:moveTo>
                <a:lnTo>
                  <a:pt x="12700" y="6199593"/>
                </a:lnTo>
                <a:lnTo>
                  <a:pt x="12700" y="0"/>
                </a:lnTo>
                <a:lnTo>
                  <a:pt x="0" y="0"/>
                </a:lnTo>
                <a:lnTo>
                  <a:pt x="0" y="61995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721720" y="0"/>
            <a:ext cx="12700" cy="6200140"/>
          </a:xfrm>
          <a:custGeom>
            <a:avLst/>
            <a:gdLst/>
            <a:ahLst/>
            <a:cxnLst/>
            <a:rect l="l" t="t" r="r" b="b"/>
            <a:pathLst>
              <a:path w="12700" h="6200140">
                <a:moveTo>
                  <a:pt x="0" y="6199593"/>
                </a:moveTo>
                <a:lnTo>
                  <a:pt x="12700" y="6199593"/>
                </a:lnTo>
                <a:lnTo>
                  <a:pt x="12700" y="0"/>
                </a:lnTo>
                <a:lnTo>
                  <a:pt x="0" y="0"/>
                </a:lnTo>
                <a:lnTo>
                  <a:pt x="0" y="61995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CDD68C5C-C645-42A0-96B6-889A7697A804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lang="en-US" spc="-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019300"/>
              <a:ext cx="12192000" cy="41056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126483"/>
              <a:ext cx="12192000" cy="73151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1" y="0"/>
              <a:ext cx="1033272" cy="1464564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024432" y="540384"/>
            <a:ext cx="0" cy="2359660"/>
          </a:xfrm>
          <a:custGeom>
            <a:avLst/>
            <a:gdLst/>
            <a:ahLst/>
            <a:cxnLst/>
            <a:rect l="l" t="t" r="r" b="b"/>
            <a:pathLst>
              <a:path h="2359660">
                <a:moveTo>
                  <a:pt x="0" y="0"/>
                </a:moveTo>
                <a:lnTo>
                  <a:pt x="0" y="23596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18082" y="540384"/>
            <a:ext cx="9975850" cy="5184140"/>
          </a:xfrm>
          <a:custGeom>
            <a:avLst/>
            <a:gdLst/>
            <a:ahLst/>
            <a:cxnLst/>
            <a:rect l="l" t="t" r="r" b="b"/>
            <a:pathLst>
              <a:path w="9975850" h="5184140">
                <a:moveTo>
                  <a:pt x="4348683" y="0"/>
                </a:moveTo>
                <a:lnTo>
                  <a:pt x="4348683" y="2359660"/>
                </a:lnTo>
              </a:path>
              <a:path w="9975850" h="5184140">
                <a:moveTo>
                  <a:pt x="0" y="2353310"/>
                </a:moveTo>
                <a:lnTo>
                  <a:pt x="4355033" y="2353310"/>
                </a:lnTo>
              </a:path>
              <a:path w="9975850" h="5184140">
                <a:moveTo>
                  <a:pt x="3848049" y="2707640"/>
                </a:moveTo>
                <a:lnTo>
                  <a:pt x="3848049" y="5184101"/>
                </a:lnTo>
              </a:path>
              <a:path w="9975850" h="5184140">
                <a:moveTo>
                  <a:pt x="5768924" y="2707640"/>
                </a:moveTo>
                <a:lnTo>
                  <a:pt x="5768924" y="5184101"/>
                </a:lnTo>
              </a:path>
              <a:path w="9975850" h="5184140">
                <a:moveTo>
                  <a:pt x="7689799" y="2707640"/>
                </a:moveTo>
                <a:lnTo>
                  <a:pt x="7689799" y="5184101"/>
                </a:lnTo>
              </a:path>
              <a:path w="9975850" h="5184140">
                <a:moveTo>
                  <a:pt x="0" y="2713990"/>
                </a:moveTo>
                <a:lnTo>
                  <a:pt x="9617024" y="2713990"/>
                </a:lnTo>
              </a:path>
              <a:path w="9975850" h="5184140">
                <a:moveTo>
                  <a:pt x="0" y="3018790"/>
                </a:moveTo>
                <a:lnTo>
                  <a:pt x="9617024" y="3018790"/>
                </a:lnTo>
              </a:path>
              <a:path w="9975850" h="5184140">
                <a:moveTo>
                  <a:pt x="0" y="3323590"/>
                </a:moveTo>
                <a:lnTo>
                  <a:pt x="9617024" y="3323590"/>
                </a:lnTo>
              </a:path>
              <a:path w="9975850" h="5184140">
                <a:moveTo>
                  <a:pt x="0" y="3694429"/>
                </a:moveTo>
                <a:lnTo>
                  <a:pt x="9617024" y="3694429"/>
                </a:lnTo>
              </a:path>
              <a:path w="9975850" h="5184140">
                <a:moveTo>
                  <a:pt x="0" y="4065270"/>
                </a:moveTo>
                <a:lnTo>
                  <a:pt x="9617024" y="4065270"/>
                </a:lnTo>
              </a:path>
              <a:path w="9975850" h="5184140">
                <a:moveTo>
                  <a:pt x="0" y="4436109"/>
                </a:moveTo>
                <a:lnTo>
                  <a:pt x="9617024" y="4436109"/>
                </a:lnTo>
              </a:path>
              <a:path w="9975850" h="5184140">
                <a:moveTo>
                  <a:pt x="0" y="4806950"/>
                </a:moveTo>
                <a:lnTo>
                  <a:pt x="9617024" y="4806950"/>
                </a:lnTo>
              </a:path>
              <a:path w="9975850" h="5184140">
                <a:moveTo>
                  <a:pt x="6350" y="2402840"/>
                </a:moveTo>
                <a:lnTo>
                  <a:pt x="6350" y="5184101"/>
                </a:lnTo>
              </a:path>
              <a:path w="9975850" h="5184140">
                <a:moveTo>
                  <a:pt x="9610674" y="2402840"/>
                </a:moveTo>
                <a:lnTo>
                  <a:pt x="9610674" y="5184101"/>
                </a:lnTo>
              </a:path>
              <a:path w="9975850" h="5184140">
                <a:moveTo>
                  <a:pt x="0" y="2409190"/>
                </a:moveTo>
                <a:lnTo>
                  <a:pt x="9617024" y="2409190"/>
                </a:lnTo>
              </a:path>
              <a:path w="9975850" h="5184140">
                <a:moveTo>
                  <a:pt x="0" y="5177751"/>
                </a:moveTo>
                <a:lnTo>
                  <a:pt x="9617024" y="5177751"/>
                </a:lnTo>
              </a:path>
              <a:path w="9975850" h="5184140">
                <a:moveTo>
                  <a:pt x="5374589" y="357124"/>
                </a:moveTo>
                <a:lnTo>
                  <a:pt x="5374589" y="2359660"/>
                </a:lnTo>
              </a:path>
              <a:path w="9975850" h="5184140">
                <a:moveTo>
                  <a:pt x="6973265" y="357124"/>
                </a:moveTo>
                <a:lnTo>
                  <a:pt x="6973265" y="2359660"/>
                </a:lnTo>
              </a:path>
              <a:path w="9975850" h="5184140">
                <a:moveTo>
                  <a:pt x="8471357" y="357124"/>
                </a:moveTo>
                <a:lnTo>
                  <a:pt x="8471357" y="2359660"/>
                </a:lnTo>
              </a:path>
              <a:path w="9975850" h="5184140">
                <a:moveTo>
                  <a:pt x="4543628" y="695198"/>
                </a:moveTo>
                <a:lnTo>
                  <a:pt x="9975672" y="695198"/>
                </a:lnTo>
              </a:path>
              <a:path w="9975850" h="5184140">
                <a:moveTo>
                  <a:pt x="4543628" y="1026794"/>
                </a:moveTo>
                <a:lnTo>
                  <a:pt x="9975672" y="1026794"/>
                </a:lnTo>
              </a:path>
              <a:path w="9975850" h="5184140">
                <a:moveTo>
                  <a:pt x="4543628" y="1358391"/>
                </a:moveTo>
                <a:lnTo>
                  <a:pt x="9975672" y="1358391"/>
                </a:lnTo>
              </a:path>
              <a:path w="9975850" h="5184140">
                <a:moveTo>
                  <a:pt x="4549978" y="25526"/>
                </a:moveTo>
                <a:lnTo>
                  <a:pt x="4549978" y="2359660"/>
                </a:lnTo>
              </a:path>
              <a:path w="9975850" h="5184140">
                <a:moveTo>
                  <a:pt x="9969322" y="25526"/>
                </a:moveTo>
                <a:lnTo>
                  <a:pt x="9969322" y="2359660"/>
                </a:lnTo>
              </a:path>
              <a:path w="9975850" h="5184140">
                <a:moveTo>
                  <a:pt x="4543628" y="2353310"/>
                </a:moveTo>
                <a:lnTo>
                  <a:pt x="9975672" y="235331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954907" y="153670"/>
            <a:ext cx="3487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0" dirty="0">
                <a:latin typeface="Trebuchet MS"/>
                <a:cs typeface="Trebuchet MS"/>
              </a:rPr>
              <a:t>OBJECT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spc="215" dirty="0">
                <a:latin typeface="Trebuchet MS"/>
                <a:cs typeface="Trebuchet MS"/>
              </a:rPr>
              <a:t>DECK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spc="200" dirty="0">
                <a:latin typeface="Trebuchet MS"/>
                <a:cs typeface="Trebuchet MS"/>
              </a:rPr>
              <a:t>PROGRAM</a:t>
            </a:r>
            <a:r>
              <a:rPr sz="1800" b="1" spc="-95" dirty="0">
                <a:latin typeface="Trebuchet MS"/>
                <a:cs typeface="Trebuchet MS"/>
              </a:rPr>
              <a:t> </a:t>
            </a:r>
            <a:r>
              <a:rPr sz="1800" b="1" spc="105" dirty="0">
                <a:latin typeface="Trebuchet MS"/>
                <a:cs typeface="Trebuchet MS"/>
              </a:rPr>
              <a:t>PG1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42248" y="457200"/>
          <a:ext cx="12049752" cy="6084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0313"/>
                <a:gridCol w="940928"/>
                <a:gridCol w="451498"/>
                <a:gridCol w="470061"/>
                <a:gridCol w="457200"/>
                <a:gridCol w="914400"/>
                <a:gridCol w="926673"/>
                <a:gridCol w="357283"/>
                <a:gridCol w="397662"/>
                <a:gridCol w="1487865"/>
                <a:gridCol w="1021517"/>
                <a:gridCol w="2362200"/>
                <a:gridCol w="772152"/>
              </a:tblGrid>
              <a:tr h="277522">
                <a:tc gridSpan="13">
                  <a:txBody>
                    <a:bodyPr/>
                    <a:lstStyle/>
                    <a:p>
                      <a:pPr marL="1115695">
                        <a:lnSpc>
                          <a:spcPct val="100000"/>
                        </a:lnSpc>
                        <a:spcBef>
                          <a:spcPts val="204"/>
                        </a:spcBef>
                        <a:tabLst>
                          <a:tab pos="5659755" algn="l"/>
                        </a:tabLst>
                      </a:pPr>
                      <a:r>
                        <a:rPr sz="1400" b="1" spc="150" dirty="0">
                          <a:latin typeface="Trebuchet MS"/>
                          <a:cs typeface="Trebuchet MS"/>
                        </a:rPr>
                        <a:t>ESD</a:t>
                      </a:r>
                      <a:r>
                        <a:rPr sz="1400" b="1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40" dirty="0">
                          <a:latin typeface="Trebuchet MS"/>
                          <a:cs typeface="Trebuchet MS"/>
                        </a:rPr>
                        <a:t>Cards	</a:t>
                      </a:r>
                      <a:r>
                        <a:rPr sz="2100" b="1" spc="292" baseline="-7936" dirty="0">
                          <a:latin typeface="Trebuchet MS"/>
                          <a:cs typeface="Trebuchet MS"/>
                        </a:rPr>
                        <a:t>TXT</a:t>
                      </a:r>
                      <a:r>
                        <a:rPr sz="2100" b="1" spc="-97" baseline="-7936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00" b="1" spc="60" baseline="-7936" dirty="0">
                          <a:latin typeface="Trebuchet MS"/>
                          <a:cs typeface="Trebuchet MS"/>
                        </a:rPr>
                        <a:t>Cards</a:t>
                      </a:r>
                      <a:endParaRPr sz="2100" baseline="-7936">
                        <a:latin typeface="Trebuchet MS"/>
                        <a:cs typeface="Trebuchet MS"/>
                      </a:endParaRPr>
                    </a:p>
                  </a:txBody>
                  <a:tcPr marL="0" marR="0" marT="26034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565">
                <a:tc gridSpan="1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43842">
                <a:tc>
                  <a:txBody>
                    <a:bodyPr/>
                    <a:lstStyle/>
                    <a:p>
                      <a:pPr marR="185420" algn="r">
                        <a:lnSpc>
                          <a:spcPts val="1585"/>
                        </a:lnSpc>
                      </a:pPr>
                      <a:r>
                        <a:rPr sz="1400" spc="-75" dirty="0">
                          <a:latin typeface="Trebuchet MS"/>
                          <a:cs typeface="Trebuchet MS"/>
                        </a:rPr>
                        <a:t>Ref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R="186690" algn="r">
                        <a:lnSpc>
                          <a:spcPct val="100000"/>
                        </a:lnSpc>
                      </a:pPr>
                      <a:r>
                        <a:rPr sz="1400" spc="105" dirty="0">
                          <a:latin typeface="Trebuchet MS"/>
                          <a:cs typeface="Trebuchet MS"/>
                        </a:rPr>
                        <a:t>No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ts val="1585"/>
                        </a:lnSpc>
                      </a:pPr>
                      <a:r>
                        <a:rPr sz="1400" spc="-60" dirty="0">
                          <a:latin typeface="Trebuchet MS"/>
                          <a:cs typeface="Trebuchet MS"/>
                        </a:rPr>
                        <a:t>Symbol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ts val="1585"/>
                        </a:lnSpc>
                      </a:pPr>
                      <a:r>
                        <a:rPr sz="1400" spc="-100" dirty="0">
                          <a:latin typeface="Trebuchet MS"/>
                          <a:cs typeface="Trebuchet MS"/>
                        </a:rPr>
                        <a:t>Type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ts val="1585"/>
                        </a:lnSpc>
                      </a:pPr>
                      <a:r>
                        <a:rPr sz="1400" spc="70" dirty="0">
                          <a:latin typeface="Trebuchet MS"/>
                          <a:cs typeface="Trebuchet MS"/>
                        </a:rPr>
                        <a:t>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76200">
                        <a:lnSpc>
                          <a:spcPts val="1585"/>
                        </a:lnSpc>
                      </a:pPr>
                      <a:r>
                        <a:rPr sz="1400" spc="-85" dirty="0">
                          <a:latin typeface="Trebuchet MS"/>
                          <a:cs typeface="Trebuchet MS"/>
                        </a:rPr>
                        <a:t>Relative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 marR="76200">
                        <a:lnSpc>
                          <a:spcPct val="100000"/>
                        </a:lnSpc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Address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575"/>
                        </a:lnSpc>
                      </a:pPr>
                      <a:r>
                        <a:rPr sz="1400" spc="-75" dirty="0">
                          <a:latin typeface="Trebuchet MS"/>
                          <a:cs typeface="Trebuchet MS"/>
                        </a:rPr>
                        <a:t>Length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75" dirty="0">
                          <a:latin typeface="Trebuchet MS"/>
                          <a:cs typeface="Trebuchet MS"/>
                        </a:rPr>
                        <a:t>Ref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110" dirty="0">
                          <a:latin typeface="Trebuchet MS"/>
                          <a:cs typeface="Trebuchet MS"/>
                        </a:rPr>
                        <a:t>No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Re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ati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400" spc="-1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ess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Contents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8007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35" dirty="0">
                          <a:latin typeface="Trebuchet MS"/>
                          <a:cs typeface="Trebuchet MS"/>
                        </a:rPr>
                        <a:t>Comments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89652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PG1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15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85" dirty="0">
                          <a:latin typeface="Trebuchet MS"/>
                          <a:cs typeface="Trebuchet MS"/>
                        </a:rPr>
                        <a:t>SD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01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762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60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930"/>
                        </a:lnSpc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61975">
                        <a:lnSpc>
                          <a:spcPts val="930"/>
                        </a:lnSpc>
                      </a:pPr>
                      <a:r>
                        <a:rPr sz="1400" spc="-35" dirty="0">
                          <a:latin typeface="Trebuchet MS"/>
                          <a:cs typeface="Trebuchet MS"/>
                        </a:rPr>
                        <a:t>40-43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930"/>
                        </a:lnSpc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20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</a:tr>
              <a:tr h="289652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20" dirty="0">
                          <a:latin typeface="Trebuchet MS"/>
                          <a:cs typeface="Trebuchet MS"/>
                        </a:rPr>
                        <a:t>PG1ENT1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15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80" dirty="0">
                          <a:latin typeface="Trebuchet MS"/>
                          <a:cs typeface="Trebuchet MS"/>
                        </a:rPr>
                        <a:t>LD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762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20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140"/>
                        </a:lnSpc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7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61975">
                        <a:lnSpc>
                          <a:spcPts val="1140"/>
                        </a:lnSpc>
                      </a:pPr>
                      <a:r>
                        <a:rPr sz="1400" spc="-35" dirty="0">
                          <a:latin typeface="Trebuchet MS"/>
                          <a:cs typeface="Trebuchet MS"/>
                        </a:rPr>
                        <a:t>44-47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1140"/>
                        </a:lnSpc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45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3360" algn="ctr">
                        <a:lnSpc>
                          <a:spcPts val="1140"/>
                        </a:lnSpc>
                      </a:pPr>
                      <a:r>
                        <a:rPr sz="1400" spc="5" dirty="0">
                          <a:latin typeface="Trebuchet MS"/>
                          <a:cs typeface="Trebuchet MS"/>
                        </a:rPr>
                        <a:t>=30+15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</a:tr>
              <a:tr h="238720">
                <a:tc>
                  <a:txBody>
                    <a:bodyPr/>
                    <a:lstStyle/>
                    <a:p>
                      <a:pPr marL="1115695" marR="3175">
                        <a:lnSpc>
                          <a:spcPts val="1570"/>
                        </a:lnSpc>
                        <a:spcBef>
                          <a:spcPts val="30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ts val="1570"/>
                        </a:lnSpc>
                        <a:spcBef>
                          <a:spcPts val="305"/>
                        </a:spcBef>
                      </a:pPr>
                      <a:r>
                        <a:rPr sz="1400" spc="20" dirty="0">
                          <a:latin typeface="Trebuchet MS"/>
                          <a:cs typeface="Trebuchet MS"/>
                        </a:rPr>
                        <a:t>PG1ENT2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21590">
                        <a:lnSpc>
                          <a:spcPts val="1570"/>
                        </a:lnSpc>
                        <a:spcBef>
                          <a:spcPts val="305"/>
                        </a:spcBef>
                      </a:pPr>
                      <a:r>
                        <a:rPr sz="1400" spc="80" dirty="0">
                          <a:latin typeface="Trebuchet MS"/>
                          <a:cs typeface="Trebuchet MS"/>
                        </a:rPr>
                        <a:t>LD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ts val="1570"/>
                        </a:lnSpc>
                        <a:spcBef>
                          <a:spcPts val="305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76200">
                        <a:lnSpc>
                          <a:spcPts val="157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30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570"/>
                        </a:lnSpc>
                        <a:spcBef>
                          <a:spcPts val="305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355"/>
                        </a:lnSpc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61975">
                        <a:lnSpc>
                          <a:spcPts val="1355"/>
                        </a:lnSpc>
                      </a:pPr>
                      <a:r>
                        <a:rPr sz="1400" spc="-35" dirty="0">
                          <a:latin typeface="Trebuchet MS"/>
                          <a:cs typeface="Trebuchet MS"/>
                        </a:rPr>
                        <a:t>48-51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1355"/>
                        </a:lnSpc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7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ts val="1355"/>
                        </a:lnSpc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=30-20-3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</a:tr>
              <a:tr h="50930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6919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PG2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159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02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7620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565"/>
                        </a:lnSpc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61975">
                        <a:lnSpc>
                          <a:spcPts val="1565"/>
                        </a:lnSpc>
                      </a:pPr>
                      <a:r>
                        <a:rPr sz="1400" spc="-40" dirty="0">
                          <a:latin typeface="Trebuchet MS"/>
                          <a:cs typeface="Trebuchet MS"/>
                        </a:rPr>
                        <a:t>52-55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1565"/>
                        </a:lnSpc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735">
                        <a:lnSpc>
                          <a:spcPts val="1565"/>
                        </a:lnSpc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Unkn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PG1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</a:tr>
              <a:tr h="331167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2704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9"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20" dirty="0">
                          <a:latin typeface="Trebuchet MS"/>
                          <a:cs typeface="Trebuchet MS"/>
                        </a:rPr>
                        <a:t>PG2ENT1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635" marR="317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400" b="1" spc="40" dirty="0">
                          <a:latin typeface="Trebuchet MS"/>
                          <a:cs typeface="Trebuchet MS"/>
                        </a:rPr>
                        <a:t>Cards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5080" marR="317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5270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159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2704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03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7620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5619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35" dirty="0">
                          <a:latin typeface="Trebuchet MS"/>
                          <a:cs typeface="Trebuchet MS"/>
                        </a:rPr>
                        <a:t>56-59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40" dirty="0">
                          <a:latin typeface="Trebuchet MS"/>
                          <a:cs typeface="Trebuchet MS"/>
                        </a:rPr>
                        <a:t>-15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511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=-20+4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</a:tr>
              <a:tr h="316202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b="1" spc="135" dirty="0">
                          <a:latin typeface="Trebuchet MS"/>
                          <a:cs typeface="Trebuchet MS"/>
                        </a:rPr>
                        <a:t>RLD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4769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70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</a:tr>
              <a:tr h="289771">
                <a:tc>
                  <a:txBody>
                    <a:bodyPr/>
                    <a:lstStyle/>
                    <a:p>
                      <a:pPr marL="11156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Ref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70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 marR="850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7780" marR="577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SD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5425" indent="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75" dirty="0">
                          <a:latin typeface="Trebuchet MS"/>
                          <a:cs typeface="Trebuchet MS"/>
                        </a:rPr>
                        <a:t>Length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563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110" dirty="0">
                          <a:latin typeface="Trebuchet MS"/>
                          <a:cs typeface="Trebuchet MS"/>
                        </a:rPr>
                        <a:t>Flag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+/-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Re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ati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400" spc="-1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ess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</a:tr>
              <a:tr h="440512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70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5" dirty="0">
                          <a:latin typeface="Trebuchet MS"/>
                          <a:cs typeface="Trebuchet MS"/>
                        </a:rPr>
                        <a:t>01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096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40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</a:tr>
              <a:tr h="440512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7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70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5" dirty="0">
                          <a:latin typeface="Trebuchet MS"/>
                          <a:cs typeface="Trebuchet MS"/>
                        </a:rPr>
                        <a:t>01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096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44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</a:tr>
              <a:tr h="471891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70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5" dirty="0">
                          <a:latin typeface="Trebuchet MS"/>
                          <a:cs typeface="Trebuchet MS"/>
                        </a:rPr>
                        <a:t>02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096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52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</a:tr>
              <a:tr h="471891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70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5" dirty="0">
                          <a:latin typeface="Trebuchet MS"/>
                          <a:cs typeface="Trebuchet MS"/>
                        </a:rPr>
                        <a:t>03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096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56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</a:tr>
              <a:tr h="471891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70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5" dirty="0">
                          <a:latin typeface="Trebuchet MS"/>
                          <a:cs typeface="Trebuchet MS"/>
                        </a:rPr>
                        <a:t>02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096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56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</a:tr>
              <a:tr h="491611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70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5" dirty="0">
                          <a:latin typeface="Trebuchet MS"/>
                          <a:cs typeface="Trebuchet MS"/>
                        </a:rPr>
                        <a:t>01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55244" marR="8509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III,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673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762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mtClean="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30" smtClean="0">
                          <a:latin typeface="Trebuchet MS"/>
                          <a:cs typeface="Trebuchet MS"/>
                        </a:rPr>
                        <a:t>56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18161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Date Placeholder 1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0A87E8D7-2F2E-4F9F-93E3-BE29BBA92700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lang="en-US" spc="-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1018082" y="2588895"/>
            <a:ext cx="4355465" cy="0"/>
          </a:xfrm>
          <a:custGeom>
            <a:avLst/>
            <a:gdLst/>
            <a:ahLst/>
            <a:cxnLst/>
            <a:rect l="l" t="t" r="r" b="b"/>
            <a:pathLst>
              <a:path w="4355465">
                <a:moveTo>
                  <a:pt x="0" y="0"/>
                </a:moveTo>
                <a:lnTo>
                  <a:pt x="435503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18082" y="540384"/>
            <a:ext cx="8505825" cy="4442460"/>
          </a:xfrm>
          <a:custGeom>
            <a:avLst/>
            <a:gdLst/>
            <a:ahLst/>
            <a:cxnLst/>
            <a:rect l="l" t="t" r="r" b="b"/>
            <a:pathLst>
              <a:path w="8505825" h="4442460">
                <a:moveTo>
                  <a:pt x="6350" y="0"/>
                </a:moveTo>
                <a:lnTo>
                  <a:pt x="6350" y="2359660"/>
                </a:lnTo>
              </a:path>
              <a:path w="8505825" h="4442460">
                <a:moveTo>
                  <a:pt x="4348683" y="0"/>
                </a:moveTo>
                <a:lnTo>
                  <a:pt x="4348683" y="2359660"/>
                </a:lnTo>
              </a:path>
              <a:path w="8505825" h="4442460">
                <a:moveTo>
                  <a:pt x="0" y="2353310"/>
                </a:moveTo>
                <a:lnTo>
                  <a:pt x="4355033" y="2353310"/>
                </a:lnTo>
              </a:path>
              <a:path w="8505825" h="4442460">
                <a:moveTo>
                  <a:pt x="1704924" y="2707640"/>
                </a:moveTo>
                <a:lnTo>
                  <a:pt x="1704924" y="4442459"/>
                </a:lnTo>
              </a:path>
              <a:path w="8505825" h="4442460">
                <a:moveTo>
                  <a:pt x="5102174" y="2707640"/>
                </a:moveTo>
                <a:lnTo>
                  <a:pt x="5102174" y="4442459"/>
                </a:lnTo>
              </a:path>
              <a:path w="8505825" h="4442460">
                <a:moveTo>
                  <a:pt x="6800799" y="2707640"/>
                </a:moveTo>
                <a:lnTo>
                  <a:pt x="6800799" y="4442459"/>
                </a:lnTo>
              </a:path>
              <a:path w="8505825" h="4442460">
                <a:moveTo>
                  <a:pt x="0" y="2713990"/>
                </a:moveTo>
                <a:lnTo>
                  <a:pt x="8505774" y="2713990"/>
                </a:lnTo>
              </a:path>
              <a:path w="8505825" h="4442460">
                <a:moveTo>
                  <a:pt x="0" y="3018790"/>
                </a:moveTo>
                <a:lnTo>
                  <a:pt x="8505774" y="3018790"/>
                </a:lnTo>
              </a:path>
              <a:path w="8505825" h="4442460">
                <a:moveTo>
                  <a:pt x="0" y="3323590"/>
                </a:moveTo>
                <a:lnTo>
                  <a:pt x="8505774" y="3323590"/>
                </a:lnTo>
              </a:path>
              <a:path w="8505825" h="4442460">
                <a:moveTo>
                  <a:pt x="0" y="3694429"/>
                </a:moveTo>
                <a:lnTo>
                  <a:pt x="8505774" y="3694429"/>
                </a:lnTo>
              </a:path>
              <a:path w="8505825" h="4442460">
                <a:moveTo>
                  <a:pt x="0" y="4065270"/>
                </a:moveTo>
                <a:lnTo>
                  <a:pt x="8505774" y="4065270"/>
                </a:lnTo>
              </a:path>
              <a:path w="8505825" h="4442460">
                <a:moveTo>
                  <a:pt x="6350" y="2402840"/>
                </a:moveTo>
                <a:lnTo>
                  <a:pt x="6350" y="4442459"/>
                </a:lnTo>
              </a:path>
              <a:path w="8505825" h="4442460">
                <a:moveTo>
                  <a:pt x="8499424" y="2402840"/>
                </a:moveTo>
                <a:lnTo>
                  <a:pt x="8499424" y="4442459"/>
                </a:lnTo>
              </a:path>
              <a:path w="8505825" h="4442460">
                <a:moveTo>
                  <a:pt x="0" y="2409190"/>
                </a:moveTo>
                <a:lnTo>
                  <a:pt x="8505774" y="2409190"/>
                </a:lnTo>
              </a:path>
              <a:path w="8505825" h="4442460">
                <a:moveTo>
                  <a:pt x="0" y="4436109"/>
                </a:moveTo>
                <a:lnTo>
                  <a:pt x="8505774" y="4436109"/>
                </a:lnTo>
              </a:path>
              <a:path w="8505825" h="4442460">
                <a:moveTo>
                  <a:pt x="5374589" y="357124"/>
                </a:moveTo>
                <a:lnTo>
                  <a:pt x="5374589" y="2359660"/>
                </a:lnTo>
              </a:path>
              <a:path w="8505825" h="4442460">
                <a:moveTo>
                  <a:pt x="6973265" y="357124"/>
                </a:moveTo>
                <a:lnTo>
                  <a:pt x="6973265" y="2359660"/>
                </a:lnTo>
              </a:path>
              <a:path w="8505825" h="4442460">
                <a:moveTo>
                  <a:pt x="4543628" y="695198"/>
                </a:moveTo>
                <a:lnTo>
                  <a:pt x="8477707" y="695198"/>
                </a:lnTo>
              </a:path>
              <a:path w="8505825" h="4442460">
                <a:moveTo>
                  <a:pt x="4543628" y="1026794"/>
                </a:moveTo>
                <a:lnTo>
                  <a:pt x="8477707" y="1026794"/>
                </a:lnTo>
              </a:path>
              <a:path w="8505825" h="4442460">
                <a:moveTo>
                  <a:pt x="4543628" y="1358391"/>
                </a:moveTo>
                <a:lnTo>
                  <a:pt x="8477707" y="1358391"/>
                </a:lnTo>
              </a:path>
              <a:path w="8505825" h="4442460">
                <a:moveTo>
                  <a:pt x="4543628" y="2021713"/>
                </a:moveTo>
                <a:lnTo>
                  <a:pt x="8477707" y="2021713"/>
                </a:lnTo>
              </a:path>
              <a:path w="8505825" h="4442460">
                <a:moveTo>
                  <a:pt x="4549978" y="25526"/>
                </a:moveTo>
                <a:lnTo>
                  <a:pt x="4549978" y="2359660"/>
                </a:lnTo>
              </a:path>
              <a:path w="8505825" h="4442460">
                <a:moveTo>
                  <a:pt x="8471357" y="25526"/>
                </a:moveTo>
                <a:lnTo>
                  <a:pt x="8471357" y="2359660"/>
                </a:lnTo>
              </a:path>
              <a:path w="8505825" h="4442460">
                <a:moveTo>
                  <a:pt x="4543628" y="2353310"/>
                </a:moveTo>
                <a:lnTo>
                  <a:pt x="8477707" y="235331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954907" y="153670"/>
            <a:ext cx="3487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0" dirty="0">
                <a:latin typeface="Trebuchet MS"/>
                <a:cs typeface="Trebuchet MS"/>
              </a:rPr>
              <a:t>OBJECT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spc="215" dirty="0">
                <a:latin typeface="Trebuchet MS"/>
                <a:cs typeface="Trebuchet MS"/>
              </a:rPr>
              <a:t>DECK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spc="200" dirty="0">
                <a:latin typeface="Trebuchet MS"/>
                <a:cs typeface="Trebuchet MS"/>
              </a:rPr>
              <a:t>PROGRAM</a:t>
            </a:r>
            <a:r>
              <a:rPr sz="1800" b="1" spc="-95" dirty="0">
                <a:latin typeface="Trebuchet MS"/>
                <a:cs typeface="Trebuchet MS"/>
              </a:rPr>
              <a:t> </a:t>
            </a:r>
            <a:r>
              <a:rPr sz="1800" b="1" spc="105" dirty="0">
                <a:latin typeface="Trebuchet MS"/>
                <a:cs typeface="Trebuchet MS"/>
              </a:rPr>
              <a:t>PG2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0" y="381000"/>
          <a:ext cx="12364082" cy="55765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6860"/>
                <a:gridCol w="976629"/>
                <a:gridCol w="622300"/>
                <a:gridCol w="529589"/>
                <a:gridCol w="896620"/>
                <a:gridCol w="1092200"/>
                <a:gridCol w="433070"/>
                <a:gridCol w="275589"/>
                <a:gridCol w="1593215"/>
                <a:gridCol w="1913890"/>
                <a:gridCol w="1463040"/>
                <a:gridCol w="1021080"/>
              </a:tblGrid>
              <a:tr h="292036">
                <a:tc gridSpan="2"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b="1" spc="150" dirty="0">
                          <a:latin typeface="Trebuchet MS"/>
                          <a:cs typeface="Trebuchet MS"/>
                        </a:rPr>
                        <a:t>ESD</a:t>
                      </a:r>
                      <a:r>
                        <a:rPr sz="1400" b="1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40" dirty="0">
                          <a:latin typeface="Trebuchet MS"/>
                          <a:cs typeface="Trebuchet MS"/>
                        </a:rPr>
                        <a:t>Cards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6034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b="1" spc="195" dirty="0">
                          <a:latin typeface="Trebuchet MS"/>
                          <a:cs typeface="Trebuchet MS"/>
                        </a:rPr>
                        <a:t>TXT</a:t>
                      </a:r>
                      <a:r>
                        <a:rPr sz="1400" b="1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40" dirty="0">
                          <a:latin typeface="Trebuchet MS"/>
                          <a:cs typeface="Trebuchet MS"/>
                        </a:rPr>
                        <a:t>Cards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143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1105">
                <a:tc grid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67054">
                <a:tc>
                  <a:txBody>
                    <a:bodyPr/>
                    <a:lstStyle/>
                    <a:p>
                      <a:pPr marR="185420" algn="r">
                        <a:lnSpc>
                          <a:spcPts val="1585"/>
                        </a:lnSpc>
                      </a:pPr>
                      <a:r>
                        <a:rPr sz="1400" spc="-75" dirty="0">
                          <a:latin typeface="Trebuchet MS"/>
                          <a:cs typeface="Trebuchet MS"/>
                        </a:rPr>
                        <a:t>Ref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R="186690" algn="r">
                        <a:lnSpc>
                          <a:spcPct val="100000"/>
                        </a:lnSpc>
                      </a:pPr>
                      <a:r>
                        <a:rPr sz="1400" spc="105" dirty="0">
                          <a:latin typeface="Trebuchet MS"/>
                          <a:cs typeface="Trebuchet MS"/>
                        </a:rPr>
                        <a:t>No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ts val="1585"/>
                        </a:lnSpc>
                      </a:pPr>
                      <a:r>
                        <a:rPr sz="1400" spc="-60" dirty="0">
                          <a:latin typeface="Trebuchet MS"/>
                          <a:cs typeface="Trebuchet MS"/>
                        </a:rPr>
                        <a:t>Symbol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2065">
                        <a:lnSpc>
                          <a:spcPts val="1585"/>
                        </a:lnSpc>
                      </a:pPr>
                      <a:r>
                        <a:rPr sz="1400" spc="-100" dirty="0">
                          <a:latin typeface="Trebuchet MS"/>
                          <a:cs typeface="Trebuchet MS"/>
                        </a:rPr>
                        <a:t>Type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ts val="1585"/>
                        </a:lnSpc>
                      </a:pPr>
                      <a:r>
                        <a:rPr sz="1400" spc="70" dirty="0">
                          <a:latin typeface="Trebuchet MS"/>
                          <a:cs typeface="Trebuchet MS"/>
                        </a:rPr>
                        <a:t>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57785">
                        <a:lnSpc>
                          <a:spcPts val="1585"/>
                        </a:lnSpc>
                      </a:pPr>
                      <a:r>
                        <a:rPr sz="1400" spc="-85" dirty="0">
                          <a:latin typeface="Trebuchet MS"/>
                          <a:cs typeface="Trebuchet MS"/>
                        </a:rPr>
                        <a:t>Relative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 marR="57785">
                        <a:lnSpc>
                          <a:spcPct val="100000"/>
                        </a:lnSpc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Address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75"/>
                        </a:lnSpc>
                      </a:pPr>
                      <a:r>
                        <a:rPr sz="1400" spc="-75" dirty="0">
                          <a:latin typeface="Trebuchet MS"/>
                          <a:cs typeface="Trebuchet MS"/>
                        </a:rPr>
                        <a:t>Length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75" dirty="0">
                          <a:latin typeface="Trebuchet MS"/>
                          <a:cs typeface="Trebuchet MS"/>
                        </a:rPr>
                        <a:t>Ref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Re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ati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400" spc="-1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ess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Contents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4800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PG2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20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85" dirty="0">
                          <a:latin typeface="Trebuchet MS"/>
                          <a:cs typeface="Trebuchet MS"/>
                        </a:rPr>
                        <a:t>SD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01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577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36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930"/>
                        </a:lnSpc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61975">
                        <a:lnSpc>
                          <a:spcPts val="930"/>
                        </a:lnSpc>
                      </a:pPr>
                      <a:r>
                        <a:rPr sz="1400" spc="-35" dirty="0">
                          <a:latin typeface="Trebuchet MS"/>
                          <a:cs typeface="Trebuchet MS"/>
                        </a:rPr>
                        <a:t>24-27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ts val="930"/>
                        </a:lnSpc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04800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20" dirty="0">
                          <a:latin typeface="Trebuchet MS"/>
                          <a:cs typeface="Trebuchet MS"/>
                        </a:rPr>
                        <a:t>PG2ENT1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20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80" dirty="0">
                          <a:latin typeface="Trebuchet MS"/>
                          <a:cs typeface="Trebuchet MS"/>
                        </a:rPr>
                        <a:t>LD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577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140"/>
                        </a:lnSpc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17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61975">
                        <a:lnSpc>
                          <a:spcPts val="1140"/>
                        </a:lnSpc>
                      </a:pPr>
                      <a:r>
                        <a:rPr sz="1400" spc="-35" dirty="0">
                          <a:latin typeface="Trebuchet MS"/>
                          <a:cs typeface="Trebuchet MS"/>
                        </a:rPr>
                        <a:t>28-31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ts val="1140"/>
                        </a:lnSpc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51205">
                <a:tc>
                  <a:txBody>
                    <a:bodyPr/>
                    <a:lstStyle/>
                    <a:p>
                      <a:pPr marL="1115695" marR="3175">
                        <a:lnSpc>
                          <a:spcPts val="157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ts val="1570"/>
                        </a:lnSpc>
                        <a:spcBef>
                          <a:spcPts val="305"/>
                        </a:spcBef>
                      </a:pPr>
                      <a:r>
                        <a:rPr sz="1400" spc="20" dirty="0">
                          <a:latin typeface="Trebuchet MS"/>
                          <a:cs typeface="Trebuchet MS"/>
                        </a:rPr>
                        <a:t>PG1ENT1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12065">
                        <a:lnSpc>
                          <a:spcPts val="1570"/>
                        </a:lnSpc>
                        <a:spcBef>
                          <a:spcPts val="305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ts val="1570"/>
                        </a:lnSpc>
                        <a:spcBef>
                          <a:spcPts val="305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02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57785">
                        <a:lnSpc>
                          <a:spcPts val="1570"/>
                        </a:lnSpc>
                        <a:spcBef>
                          <a:spcPts val="305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70"/>
                        </a:lnSpc>
                        <a:spcBef>
                          <a:spcPts val="305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355"/>
                        </a:lnSpc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61975">
                        <a:lnSpc>
                          <a:spcPts val="1355"/>
                        </a:lnSpc>
                      </a:pPr>
                      <a:r>
                        <a:rPr sz="1400" spc="-35" dirty="0">
                          <a:latin typeface="Trebuchet MS"/>
                          <a:cs typeface="Trebuchet MS"/>
                        </a:rPr>
                        <a:t>32-25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ts val="1355"/>
                        </a:lnSpc>
                      </a:pPr>
                      <a:r>
                        <a:rPr sz="1400" spc="-50" dirty="0">
                          <a:latin typeface="Trebuchet MS"/>
                          <a:cs typeface="Trebuchet MS"/>
                        </a:rPr>
                        <a:t>-3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3594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87488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8"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spc="20" dirty="0">
                          <a:latin typeface="Trebuchet MS"/>
                          <a:cs typeface="Trebuchet MS"/>
                        </a:rPr>
                        <a:t>PG1ENT2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35" marR="3175">
                        <a:lnSpc>
                          <a:spcPct val="100000"/>
                        </a:lnSpc>
                      </a:pPr>
                      <a:r>
                        <a:rPr sz="1400" b="1" spc="40" dirty="0">
                          <a:latin typeface="Trebuchet MS"/>
                          <a:cs typeface="Trebuchet MS"/>
                        </a:rPr>
                        <a:t>Cards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5080" marR="317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mtClean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.</a:t>
                      </a:r>
                      <a:r>
                        <a:rPr sz="1000" spc="-20" smtClean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rsha</a:t>
                      </a:r>
                      <a:r>
                        <a:rPr sz="1000" spc="-2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00" spc="-3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mtClean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Bhu</a:t>
                      </a:r>
                      <a:r>
                        <a:rPr lang="en-US" sz="1000" spc="-5" dirty="0" smtClean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lang="en-US" sz="1000" dirty="0" smtClean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000" smtClean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206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03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5778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8"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--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16205" marR="481330">
                        <a:lnSpc>
                          <a:spcPct val="143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Le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ngth 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11620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11620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11620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6515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leme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nt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io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00" spc="-1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936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2895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10" dirty="0">
                          <a:latin typeface="Trebuchet MS"/>
                          <a:cs typeface="Trebuchet MS"/>
                        </a:rPr>
                        <a:t>Flag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+/-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28956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28956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28956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28956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18745" marR="598805">
                        <a:lnSpc>
                          <a:spcPct val="143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Re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ati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400" spc="-1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ess  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24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28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32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32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06425">
                        <a:lnSpc>
                          <a:spcPct val="100000"/>
                        </a:lnSpc>
                      </a:pPr>
                      <a:r>
                        <a:rPr sz="1000" spc="-7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06/08/2021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75590">
                        <a:lnSpc>
                          <a:spcPct val="100000"/>
                        </a:lnSpc>
                      </a:pPr>
                      <a:r>
                        <a:rPr sz="2800" spc="-70" dirty="0">
                          <a:solidFill>
                            <a:srgbClr val="B71E42"/>
                          </a:solidFill>
                          <a:latin typeface="Trebuchet MS"/>
                          <a:cs typeface="Trebuchet MS"/>
                        </a:rPr>
                        <a:t>36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5139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115695" marR="3175">
                        <a:lnSpc>
                          <a:spcPct val="100000"/>
                        </a:lnSpc>
                      </a:pPr>
                      <a:r>
                        <a:rPr sz="1400" b="1" spc="135" dirty="0">
                          <a:latin typeface="Trebuchet MS"/>
                          <a:cs typeface="Trebuchet MS"/>
                        </a:rPr>
                        <a:t>RLD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926">
                <a:tc>
                  <a:txBody>
                    <a:bodyPr/>
                    <a:lstStyle/>
                    <a:p>
                      <a:pPr marL="11156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Ref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35" dirty="0">
                          <a:latin typeface="Trebuchet MS"/>
                          <a:cs typeface="Trebuchet MS"/>
                        </a:rPr>
                        <a:t>ESD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57785" marR="673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75" dirty="0">
                          <a:latin typeface="Trebuchet MS"/>
                          <a:cs typeface="Trebuchet MS"/>
                        </a:rPr>
                        <a:t>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927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880" marR="120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02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7883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17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880" marR="120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03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880" marR="120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03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9168">
                <a:tc>
                  <a:txBody>
                    <a:bodyPr/>
                    <a:lstStyle/>
                    <a:p>
                      <a:pPr marL="1115695" marR="31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18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880" marR="120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02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2708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000" spc="-1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e,</a:t>
                      </a:r>
                      <a:r>
                        <a:rPr sz="1000" spc="19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4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UNIT</a:t>
                      </a:r>
                      <a:r>
                        <a:rPr sz="1000" spc="-6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-6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III,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6731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SP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S,</a:t>
                      </a:r>
                      <a:r>
                        <a:rPr sz="1000" spc="1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SP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5778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000" spc="-1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bus</a:t>
                      </a:r>
                      <a:r>
                        <a:rPr sz="1000" spc="-5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solidFill>
                            <a:srgbClr val="888888"/>
                          </a:solidFill>
                          <a:latin typeface="Trebuchet MS"/>
                          <a:cs typeface="Trebuchet MS"/>
                        </a:rPr>
                        <a:t>Imp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Date Placeholder 1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7BEF24A5-E035-4FEC-B37E-4BF96C3844B9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lang="en-US" spc="-3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18332" y="958596"/>
            <a:ext cx="3054350" cy="4453255"/>
            <a:chOff x="3418332" y="958596"/>
            <a:chExt cx="3054350" cy="4453255"/>
          </a:xfrm>
        </p:grpSpPr>
        <p:sp>
          <p:nvSpPr>
            <p:cNvPr id="3" name="object 3"/>
            <p:cNvSpPr/>
            <p:nvPr/>
          </p:nvSpPr>
          <p:spPr>
            <a:xfrm>
              <a:off x="3425952" y="966216"/>
              <a:ext cx="3039110" cy="463550"/>
            </a:xfrm>
            <a:custGeom>
              <a:avLst/>
              <a:gdLst/>
              <a:ahLst/>
              <a:cxnLst/>
              <a:rect l="l" t="t" r="r" b="b"/>
              <a:pathLst>
                <a:path w="3039110" h="463550">
                  <a:moveTo>
                    <a:pt x="3038855" y="0"/>
                  </a:moveTo>
                  <a:lnTo>
                    <a:pt x="0" y="0"/>
                  </a:lnTo>
                  <a:lnTo>
                    <a:pt x="0" y="463296"/>
                  </a:lnTo>
                  <a:lnTo>
                    <a:pt x="3038855" y="463296"/>
                  </a:lnTo>
                  <a:lnTo>
                    <a:pt x="3038855" y="0"/>
                  </a:lnTo>
                  <a:close/>
                </a:path>
              </a:pathLst>
            </a:custGeom>
            <a:solidFill>
              <a:srgbClr val="B71E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25952" y="966216"/>
              <a:ext cx="3039110" cy="4064635"/>
            </a:xfrm>
            <a:custGeom>
              <a:avLst/>
              <a:gdLst/>
              <a:ahLst/>
              <a:cxnLst/>
              <a:rect l="l" t="t" r="r" b="b"/>
              <a:pathLst>
                <a:path w="3039110" h="4064635">
                  <a:moveTo>
                    <a:pt x="0" y="463296"/>
                  </a:moveTo>
                  <a:lnTo>
                    <a:pt x="3038855" y="463296"/>
                  </a:lnTo>
                  <a:lnTo>
                    <a:pt x="3038855" y="0"/>
                  </a:lnTo>
                  <a:lnTo>
                    <a:pt x="0" y="0"/>
                  </a:lnTo>
                  <a:lnTo>
                    <a:pt x="0" y="463296"/>
                  </a:lnTo>
                  <a:close/>
                </a:path>
                <a:path w="3039110" h="4064635">
                  <a:moveTo>
                    <a:pt x="0" y="2240280"/>
                  </a:moveTo>
                  <a:lnTo>
                    <a:pt x="3038855" y="2240280"/>
                  </a:lnTo>
                  <a:lnTo>
                    <a:pt x="3038855" y="463296"/>
                  </a:lnTo>
                  <a:lnTo>
                    <a:pt x="0" y="463296"/>
                  </a:lnTo>
                  <a:lnTo>
                    <a:pt x="0" y="2240280"/>
                  </a:lnTo>
                  <a:close/>
                </a:path>
                <a:path w="3039110" h="4064635">
                  <a:moveTo>
                    <a:pt x="0" y="4064508"/>
                  </a:moveTo>
                  <a:lnTo>
                    <a:pt x="3038855" y="4064508"/>
                  </a:lnTo>
                  <a:lnTo>
                    <a:pt x="3038855" y="2476500"/>
                  </a:lnTo>
                  <a:lnTo>
                    <a:pt x="0" y="2476500"/>
                  </a:lnTo>
                  <a:lnTo>
                    <a:pt x="0" y="4064508"/>
                  </a:lnTo>
                  <a:close/>
                </a:path>
              </a:pathLst>
            </a:custGeom>
            <a:ln w="15240">
              <a:solidFill>
                <a:srgbClr val="8512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25952" y="5061204"/>
              <a:ext cx="3039110" cy="342900"/>
            </a:xfrm>
            <a:custGeom>
              <a:avLst/>
              <a:gdLst/>
              <a:ahLst/>
              <a:cxnLst/>
              <a:rect l="l" t="t" r="r" b="b"/>
              <a:pathLst>
                <a:path w="3039110" h="342900">
                  <a:moveTo>
                    <a:pt x="3038855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3038855" y="342900"/>
                  </a:lnTo>
                  <a:lnTo>
                    <a:pt x="3038855" y="0"/>
                  </a:lnTo>
                  <a:close/>
                </a:path>
              </a:pathLst>
            </a:custGeom>
            <a:solidFill>
              <a:srgbClr val="B71E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25952" y="5061204"/>
              <a:ext cx="3039110" cy="342900"/>
            </a:xfrm>
            <a:custGeom>
              <a:avLst/>
              <a:gdLst/>
              <a:ahLst/>
              <a:cxnLst/>
              <a:rect l="l" t="t" r="r" b="b"/>
              <a:pathLst>
                <a:path w="3039110" h="342900">
                  <a:moveTo>
                    <a:pt x="0" y="342900"/>
                  </a:moveTo>
                  <a:lnTo>
                    <a:pt x="3038855" y="342900"/>
                  </a:lnTo>
                  <a:lnTo>
                    <a:pt x="3038855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ln w="15240">
              <a:solidFill>
                <a:srgbClr val="8512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60929" y="1456690"/>
            <a:ext cx="25400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Trebuchet MS"/>
                <a:cs typeface="Trebuchet MS"/>
              </a:rPr>
              <a:t>104</a:t>
            </a:r>
            <a:endParaRPr sz="1200">
              <a:latin typeface="Trebuchet MS"/>
              <a:cs typeface="Trebuchet MS"/>
            </a:endParaRPr>
          </a:p>
          <a:p>
            <a:pPr marL="55244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55244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12700" marR="5080" indent="42545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 </a:t>
            </a:r>
            <a:r>
              <a:rPr sz="1200" spc="-17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144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0" dirty="0">
                <a:latin typeface="Trebuchet MS"/>
                <a:cs typeface="Trebuchet MS"/>
              </a:rPr>
              <a:t>148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0" dirty="0">
                <a:latin typeface="Trebuchet MS"/>
                <a:cs typeface="Trebuchet MS"/>
              </a:rPr>
              <a:t>152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0" dirty="0">
                <a:latin typeface="Trebuchet MS"/>
                <a:cs typeface="Trebuchet MS"/>
              </a:rPr>
              <a:t>156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0" dirty="0">
                <a:latin typeface="Trebuchet MS"/>
                <a:cs typeface="Trebuchet MS"/>
              </a:rPr>
              <a:t>160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5" dirty="0">
                <a:latin typeface="Trebuchet MS"/>
                <a:cs typeface="Trebuchet MS"/>
              </a:rPr>
              <a:t>164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60929" y="3651884"/>
            <a:ext cx="2540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Trebuchet MS"/>
                <a:cs typeface="Trebuchet MS"/>
              </a:rPr>
              <a:t>168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 </a:t>
            </a:r>
            <a:r>
              <a:rPr sz="1200" spc="-17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192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5" dirty="0">
                <a:latin typeface="Trebuchet MS"/>
                <a:cs typeface="Trebuchet MS"/>
              </a:rPr>
              <a:t>196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0" dirty="0">
                <a:latin typeface="Trebuchet MS"/>
                <a:cs typeface="Trebuchet MS"/>
              </a:rPr>
              <a:t>200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80738" y="1456690"/>
            <a:ext cx="25400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sz="1200" spc="-180" dirty="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55244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55244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12700" marR="5080" indent="42545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 </a:t>
            </a:r>
            <a:r>
              <a:rPr sz="1200" spc="-17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124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0" dirty="0">
                <a:latin typeface="Trebuchet MS"/>
                <a:cs typeface="Trebuchet MS"/>
              </a:rPr>
              <a:t>149</a:t>
            </a:r>
            <a:endParaRPr sz="1200">
              <a:latin typeface="Trebuchet MS"/>
              <a:cs typeface="Trebuchet MS"/>
            </a:endParaRPr>
          </a:p>
          <a:p>
            <a:pPr marL="97790">
              <a:lnSpc>
                <a:spcPct val="100000"/>
              </a:lnSpc>
            </a:pPr>
            <a:r>
              <a:rPr sz="1200" spc="-30" dirty="0">
                <a:latin typeface="Trebuchet MS"/>
                <a:cs typeface="Trebuchet MS"/>
              </a:rPr>
              <a:t>7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0" dirty="0">
                <a:latin typeface="Trebuchet MS"/>
                <a:cs typeface="Trebuchet MS"/>
              </a:rPr>
              <a:t>168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0" dirty="0">
                <a:latin typeface="Trebuchet MS"/>
                <a:cs typeface="Trebuchet MS"/>
              </a:rPr>
              <a:t>232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80738" y="3469004"/>
            <a:ext cx="25400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80" dirty="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200" spc="-180" dirty="0">
                <a:latin typeface="Trebuchet MS"/>
                <a:cs typeface="Trebuchet MS"/>
              </a:rPr>
              <a:t>. </a:t>
            </a:r>
            <a:r>
              <a:rPr sz="1200" spc="-17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124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5" dirty="0">
                <a:latin typeface="Trebuchet MS"/>
                <a:cs typeface="Trebuchet MS"/>
              </a:rPr>
              <a:t>149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0" dirty="0">
                <a:latin typeface="Trebuchet MS"/>
                <a:cs typeface="Trebuchet MS"/>
              </a:rPr>
              <a:t>7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18332" y="1424939"/>
            <a:ext cx="3308985" cy="3610610"/>
            <a:chOff x="3418332" y="1424939"/>
            <a:chExt cx="3308985" cy="3610610"/>
          </a:xfrm>
        </p:grpSpPr>
        <p:sp>
          <p:nvSpPr>
            <p:cNvPr id="12" name="object 12"/>
            <p:cNvSpPr/>
            <p:nvPr/>
          </p:nvSpPr>
          <p:spPr>
            <a:xfrm>
              <a:off x="3425952" y="3206495"/>
              <a:ext cx="3039110" cy="205740"/>
            </a:xfrm>
            <a:custGeom>
              <a:avLst/>
              <a:gdLst/>
              <a:ahLst/>
              <a:cxnLst/>
              <a:rect l="l" t="t" r="r" b="b"/>
              <a:pathLst>
                <a:path w="3039110" h="205739">
                  <a:moveTo>
                    <a:pt x="3038855" y="0"/>
                  </a:moveTo>
                  <a:lnTo>
                    <a:pt x="0" y="0"/>
                  </a:lnTo>
                  <a:lnTo>
                    <a:pt x="0" y="205739"/>
                  </a:lnTo>
                  <a:lnTo>
                    <a:pt x="3038855" y="205739"/>
                  </a:lnTo>
                  <a:lnTo>
                    <a:pt x="3038855" y="0"/>
                  </a:lnTo>
                  <a:close/>
                </a:path>
              </a:pathLst>
            </a:custGeom>
            <a:solidFill>
              <a:srgbClr val="B71E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25952" y="3206495"/>
              <a:ext cx="3039110" cy="205740"/>
            </a:xfrm>
            <a:custGeom>
              <a:avLst/>
              <a:gdLst/>
              <a:ahLst/>
              <a:cxnLst/>
              <a:rect l="l" t="t" r="r" b="b"/>
              <a:pathLst>
                <a:path w="3039110" h="205739">
                  <a:moveTo>
                    <a:pt x="0" y="205739"/>
                  </a:moveTo>
                  <a:lnTo>
                    <a:pt x="3038855" y="205739"/>
                  </a:lnTo>
                  <a:lnTo>
                    <a:pt x="3038855" y="0"/>
                  </a:lnTo>
                  <a:lnTo>
                    <a:pt x="0" y="0"/>
                  </a:lnTo>
                  <a:lnTo>
                    <a:pt x="0" y="205739"/>
                  </a:lnTo>
                  <a:close/>
                </a:path>
              </a:pathLst>
            </a:custGeom>
            <a:ln w="15240">
              <a:solidFill>
                <a:srgbClr val="8512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64808" y="1429511"/>
              <a:ext cx="257810" cy="3601720"/>
            </a:xfrm>
            <a:custGeom>
              <a:avLst/>
              <a:gdLst/>
              <a:ahLst/>
              <a:cxnLst/>
              <a:rect l="l" t="t" r="r" b="b"/>
              <a:pathLst>
                <a:path w="257809" h="3601720">
                  <a:moveTo>
                    <a:pt x="0" y="0"/>
                  </a:moveTo>
                  <a:lnTo>
                    <a:pt x="50125" y="1692"/>
                  </a:lnTo>
                  <a:lnTo>
                    <a:pt x="91058" y="6302"/>
                  </a:lnTo>
                  <a:lnTo>
                    <a:pt x="118657" y="13126"/>
                  </a:lnTo>
                  <a:lnTo>
                    <a:pt x="128777" y="21462"/>
                  </a:lnTo>
                  <a:lnTo>
                    <a:pt x="128777" y="867028"/>
                  </a:lnTo>
                  <a:lnTo>
                    <a:pt x="138898" y="875365"/>
                  </a:lnTo>
                  <a:lnTo>
                    <a:pt x="166496" y="882189"/>
                  </a:lnTo>
                  <a:lnTo>
                    <a:pt x="207430" y="886799"/>
                  </a:lnTo>
                  <a:lnTo>
                    <a:pt x="257556" y="888491"/>
                  </a:lnTo>
                  <a:lnTo>
                    <a:pt x="207430" y="890184"/>
                  </a:lnTo>
                  <a:lnTo>
                    <a:pt x="166497" y="894794"/>
                  </a:lnTo>
                  <a:lnTo>
                    <a:pt x="138898" y="901618"/>
                  </a:lnTo>
                  <a:lnTo>
                    <a:pt x="128777" y="909954"/>
                  </a:lnTo>
                  <a:lnTo>
                    <a:pt x="128777" y="1755521"/>
                  </a:lnTo>
                  <a:lnTo>
                    <a:pt x="118657" y="1763857"/>
                  </a:lnTo>
                  <a:lnTo>
                    <a:pt x="91058" y="1770681"/>
                  </a:lnTo>
                  <a:lnTo>
                    <a:pt x="50125" y="1775291"/>
                  </a:lnTo>
                  <a:lnTo>
                    <a:pt x="0" y="1776984"/>
                  </a:lnTo>
                </a:path>
                <a:path w="257809" h="3601720">
                  <a:moveTo>
                    <a:pt x="51815" y="1982724"/>
                  </a:moveTo>
                  <a:lnTo>
                    <a:pt x="81789" y="1983728"/>
                  </a:lnTo>
                  <a:lnTo>
                    <a:pt x="106251" y="1986470"/>
                  </a:lnTo>
                  <a:lnTo>
                    <a:pt x="122735" y="1990546"/>
                  </a:lnTo>
                  <a:lnTo>
                    <a:pt x="128777" y="1995551"/>
                  </a:lnTo>
                  <a:lnTo>
                    <a:pt x="128777" y="2779141"/>
                  </a:lnTo>
                  <a:lnTo>
                    <a:pt x="134820" y="2784145"/>
                  </a:lnTo>
                  <a:lnTo>
                    <a:pt x="151304" y="2788221"/>
                  </a:lnTo>
                  <a:lnTo>
                    <a:pt x="175766" y="2790963"/>
                  </a:lnTo>
                  <a:lnTo>
                    <a:pt x="205739" y="2791968"/>
                  </a:lnTo>
                  <a:lnTo>
                    <a:pt x="175766" y="2792972"/>
                  </a:lnTo>
                  <a:lnTo>
                    <a:pt x="151304" y="2795714"/>
                  </a:lnTo>
                  <a:lnTo>
                    <a:pt x="134820" y="2799790"/>
                  </a:lnTo>
                  <a:lnTo>
                    <a:pt x="128777" y="2804795"/>
                  </a:lnTo>
                  <a:lnTo>
                    <a:pt x="128777" y="3588385"/>
                  </a:lnTo>
                  <a:lnTo>
                    <a:pt x="122735" y="3593389"/>
                  </a:lnTo>
                  <a:lnTo>
                    <a:pt x="106251" y="3597465"/>
                  </a:lnTo>
                  <a:lnTo>
                    <a:pt x="81789" y="3600207"/>
                  </a:lnTo>
                  <a:lnTo>
                    <a:pt x="51815" y="3601212"/>
                  </a:lnTo>
                </a:path>
              </a:pathLst>
            </a:custGeom>
            <a:ln w="9144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021194" y="2225421"/>
            <a:ext cx="424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30" dirty="0">
                <a:latin typeface="Trebuchet MS"/>
                <a:cs typeface="Trebuchet MS"/>
              </a:rPr>
              <a:t>G1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7A637B8F-FD83-41B0-AC89-1FDA89C60378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16" name="object 16"/>
          <p:cNvSpPr txBox="1"/>
          <p:nvPr/>
        </p:nvSpPr>
        <p:spPr>
          <a:xfrm>
            <a:off x="6931279" y="3997579"/>
            <a:ext cx="424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30" dirty="0">
                <a:latin typeface="Trebuchet MS"/>
                <a:cs typeface="Trebuchet MS"/>
              </a:rPr>
              <a:t>G2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637157" y="264033"/>
            <a:ext cx="89674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80" dirty="0">
                <a:solidFill>
                  <a:srgbClr val="000000"/>
                </a:solidFill>
              </a:rPr>
              <a:t>MAIN</a:t>
            </a:r>
            <a:r>
              <a:rPr sz="2800" spc="-65" dirty="0">
                <a:solidFill>
                  <a:srgbClr val="000000"/>
                </a:solidFill>
              </a:rPr>
              <a:t> S</a:t>
            </a:r>
            <a:r>
              <a:rPr sz="2800" spc="-120" dirty="0">
                <a:solidFill>
                  <a:srgbClr val="000000"/>
                </a:solidFill>
              </a:rPr>
              <a:t>T</a:t>
            </a:r>
            <a:r>
              <a:rPr sz="2800" spc="229" dirty="0">
                <a:solidFill>
                  <a:srgbClr val="000000"/>
                </a:solidFill>
              </a:rPr>
              <a:t>OR</a:t>
            </a:r>
            <a:r>
              <a:rPr sz="2800" spc="100" dirty="0">
                <a:solidFill>
                  <a:srgbClr val="000000"/>
                </a:solidFill>
              </a:rPr>
              <a:t>A</a:t>
            </a:r>
            <a:r>
              <a:rPr sz="2800" spc="35" dirty="0">
                <a:solidFill>
                  <a:srgbClr val="000000"/>
                </a:solidFill>
              </a:rPr>
              <a:t>G</a:t>
            </a:r>
            <a:r>
              <a:rPr sz="2800" spc="30" dirty="0">
                <a:solidFill>
                  <a:srgbClr val="000000"/>
                </a:solidFill>
              </a:rPr>
              <a:t>E</a:t>
            </a:r>
            <a:r>
              <a:rPr sz="2800" spc="-365" dirty="0">
                <a:solidFill>
                  <a:srgbClr val="000000"/>
                </a:solidFill>
              </a:rPr>
              <a:t> </a:t>
            </a:r>
            <a:r>
              <a:rPr sz="2800" spc="15" dirty="0">
                <a:solidFill>
                  <a:srgbClr val="000000"/>
                </a:solidFill>
              </a:rPr>
              <a:t>AFTER</a:t>
            </a:r>
            <a:r>
              <a:rPr sz="2800" spc="-70" dirty="0">
                <a:solidFill>
                  <a:srgbClr val="000000"/>
                </a:solidFill>
              </a:rPr>
              <a:t> </a:t>
            </a:r>
            <a:r>
              <a:rPr sz="2800" spc="-55" dirty="0">
                <a:solidFill>
                  <a:srgbClr val="000000"/>
                </a:solidFill>
              </a:rPr>
              <a:t>L</a:t>
            </a:r>
            <a:r>
              <a:rPr sz="2800" spc="310" dirty="0">
                <a:solidFill>
                  <a:srgbClr val="000000"/>
                </a:solidFill>
              </a:rPr>
              <a:t>O</a:t>
            </a:r>
            <a:r>
              <a:rPr sz="2800" spc="215" dirty="0">
                <a:solidFill>
                  <a:srgbClr val="000000"/>
                </a:solidFill>
              </a:rPr>
              <a:t>ADING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spc="-140" dirty="0">
                <a:solidFill>
                  <a:srgbClr val="000000"/>
                </a:solidFill>
              </a:rPr>
              <a:t>P</a:t>
            </a:r>
            <a:r>
              <a:rPr sz="2800" spc="-110" dirty="0">
                <a:solidFill>
                  <a:srgbClr val="000000"/>
                </a:solidFill>
              </a:rPr>
              <a:t>R</a:t>
            </a:r>
            <a:r>
              <a:rPr sz="2800" spc="165" dirty="0">
                <a:solidFill>
                  <a:srgbClr val="000000"/>
                </a:solidFill>
              </a:rPr>
              <a:t>OGRAM</a:t>
            </a:r>
            <a:r>
              <a:rPr sz="2800" spc="125" dirty="0">
                <a:solidFill>
                  <a:srgbClr val="000000"/>
                </a:solidFill>
              </a:rPr>
              <a:t>S</a:t>
            </a:r>
            <a:r>
              <a:rPr sz="2800" spc="-70" dirty="0">
                <a:solidFill>
                  <a:srgbClr val="000000"/>
                </a:solidFill>
              </a:rPr>
              <a:t> </a:t>
            </a:r>
            <a:r>
              <a:rPr sz="2800" spc="-15" dirty="0">
                <a:solidFill>
                  <a:srgbClr val="000000"/>
                </a:solidFill>
              </a:rPr>
              <a:t>PG1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spc="-229" dirty="0">
                <a:solidFill>
                  <a:srgbClr val="000000"/>
                </a:solidFill>
              </a:rPr>
              <a:t>&amp;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spc="-15" dirty="0">
                <a:solidFill>
                  <a:srgbClr val="000000"/>
                </a:solidFill>
              </a:rPr>
              <a:t>PG2</a:t>
            </a:r>
            <a:endParaRPr sz="2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3126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>
                <a:solidFill>
                  <a:srgbClr val="000000"/>
                </a:solidFill>
              </a:rPr>
              <a:t>DISA</a:t>
            </a:r>
            <a:r>
              <a:rPr spc="270" dirty="0">
                <a:solidFill>
                  <a:srgbClr val="000000"/>
                </a:solidFill>
              </a:rPr>
              <a:t>D</a:t>
            </a:r>
            <a:r>
              <a:rPr spc="-204" dirty="0">
                <a:solidFill>
                  <a:srgbClr val="000000"/>
                </a:solidFill>
              </a:rPr>
              <a:t>V</a:t>
            </a:r>
            <a:r>
              <a:rPr spc="340" dirty="0">
                <a:solidFill>
                  <a:srgbClr val="000000"/>
                </a:solidFill>
              </a:rPr>
              <a:t>A</a:t>
            </a:r>
            <a:r>
              <a:rPr spc="360" dirty="0">
                <a:solidFill>
                  <a:srgbClr val="000000"/>
                </a:solidFill>
              </a:rPr>
              <a:t>N</a:t>
            </a:r>
            <a:r>
              <a:rPr spc="-260" dirty="0">
                <a:solidFill>
                  <a:srgbClr val="000000"/>
                </a:solidFill>
              </a:rPr>
              <a:t>T</a:t>
            </a:r>
            <a:r>
              <a:rPr spc="114" dirty="0">
                <a:solidFill>
                  <a:srgbClr val="000000"/>
                </a:solidFill>
              </a:rPr>
              <a:t>A</a:t>
            </a:r>
            <a:r>
              <a:rPr dirty="0">
                <a:solidFill>
                  <a:srgbClr val="000000"/>
                </a:solidFill>
              </a:rPr>
              <a:t>GES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0EBF68BF-83AE-43E3-A31A-DE3D50B56555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1585620"/>
            <a:ext cx="929957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281305" indent="-457200">
              <a:lnSpc>
                <a:spcPct val="120000"/>
              </a:lnSpc>
              <a:spcBef>
                <a:spcPts val="100"/>
              </a:spcBef>
              <a:buClr>
                <a:srgbClr val="B71E42"/>
              </a:buClr>
              <a:buSzPct val="68181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200" spc="-105" dirty="0">
                <a:latin typeface="Trebuchet MS"/>
                <a:cs typeface="Trebuchet MS"/>
              </a:rPr>
              <a:t>It </a:t>
            </a:r>
            <a:r>
              <a:rPr sz="2200" spc="-100" dirty="0">
                <a:latin typeface="Trebuchet MS"/>
                <a:cs typeface="Trebuchet MS"/>
              </a:rPr>
              <a:t>is </a:t>
            </a:r>
            <a:r>
              <a:rPr sz="2200" spc="-105" dirty="0">
                <a:latin typeface="Trebuchet MS"/>
                <a:cs typeface="Trebuchet MS"/>
              </a:rPr>
              <a:t>necessary </a:t>
            </a:r>
            <a:r>
              <a:rPr sz="2200" spc="-55" dirty="0">
                <a:latin typeface="Trebuchet MS"/>
                <a:cs typeface="Trebuchet MS"/>
              </a:rPr>
              <a:t>to </a:t>
            </a:r>
            <a:r>
              <a:rPr sz="2200" spc="-165" dirty="0">
                <a:latin typeface="Trebuchet MS"/>
                <a:cs typeface="Trebuchet MS"/>
              </a:rPr>
              <a:t>allocate, </a:t>
            </a:r>
            <a:r>
              <a:rPr sz="2200" spc="-140" dirty="0">
                <a:latin typeface="Trebuchet MS"/>
                <a:cs typeface="Trebuchet MS"/>
              </a:rPr>
              <a:t>relocate, </a:t>
            </a:r>
            <a:r>
              <a:rPr sz="2200" spc="-165" dirty="0">
                <a:latin typeface="Trebuchet MS"/>
                <a:cs typeface="Trebuchet MS"/>
              </a:rPr>
              <a:t>link, </a:t>
            </a:r>
            <a:r>
              <a:rPr sz="2200" spc="-145" dirty="0">
                <a:latin typeface="Trebuchet MS"/>
                <a:cs typeface="Trebuchet MS"/>
              </a:rPr>
              <a:t>and </a:t>
            </a:r>
            <a:r>
              <a:rPr sz="2200" spc="-120" dirty="0">
                <a:latin typeface="Trebuchet MS"/>
                <a:cs typeface="Trebuchet MS"/>
              </a:rPr>
              <a:t>load </a:t>
            </a:r>
            <a:r>
              <a:rPr sz="2200" spc="-185" dirty="0">
                <a:latin typeface="Trebuchet MS"/>
                <a:cs typeface="Trebuchet MS"/>
              </a:rPr>
              <a:t>all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of </a:t>
            </a:r>
            <a:r>
              <a:rPr sz="2200" spc="-130" dirty="0">
                <a:latin typeface="Trebuchet MS"/>
                <a:cs typeface="Trebuchet MS"/>
              </a:rPr>
              <a:t>the </a:t>
            </a:r>
            <a:r>
              <a:rPr sz="2200" spc="-90" dirty="0">
                <a:latin typeface="Trebuchet MS"/>
                <a:cs typeface="Trebuchet MS"/>
              </a:rPr>
              <a:t>subroutines </a:t>
            </a:r>
            <a:r>
              <a:rPr sz="2200" spc="-150" dirty="0">
                <a:latin typeface="Trebuchet MS"/>
                <a:cs typeface="Trebuchet MS"/>
              </a:rPr>
              <a:t>each </a:t>
            </a:r>
            <a:r>
              <a:rPr sz="2200" spc="-650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time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i</a:t>
            </a:r>
            <a:r>
              <a:rPr sz="2200" spc="-165" dirty="0">
                <a:latin typeface="Trebuchet MS"/>
                <a:cs typeface="Trebuchet MS"/>
              </a:rPr>
              <a:t>n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25" dirty="0">
                <a:latin typeface="Trebuchet MS"/>
                <a:cs typeface="Trebuchet MS"/>
              </a:rPr>
              <a:t>o</a:t>
            </a:r>
            <a:r>
              <a:rPr sz="2200" spc="-30" dirty="0">
                <a:latin typeface="Trebuchet MS"/>
                <a:cs typeface="Trebuchet MS"/>
              </a:rPr>
              <a:t>r</a:t>
            </a:r>
            <a:r>
              <a:rPr sz="2200" spc="-80" dirty="0">
                <a:latin typeface="Trebuchet MS"/>
                <a:cs typeface="Trebuchet MS"/>
              </a:rPr>
              <a:t>der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to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e</a:t>
            </a:r>
            <a:r>
              <a:rPr sz="2200" spc="-130" dirty="0">
                <a:latin typeface="Trebuchet MS"/>
                <a:cs typeface="Trebuchet MS"/>
              </a:rPr>
              <a:t>x</a:t>
            </a:r>
            <a:r>
              <a:rPr sz="2200" spc="-125" dirty="0">
                <a:latin typeface="Trebuchet MS"/>
                <a:cs typeface="Trebuchet MS"/>
              </a:rPr>
              <a:t>ec</a:t>
            </a:r>
            <a:r>
              <a:rPr sz="2200" spc="-130" dirty="0">
                <a:latin typeface="Trebuchet MS"/>
                <a:cs typeface="Trebuchet MS"/>
              </a:rPr>
              <a:t>u</a:t>
            </a:r>
            <a:r>
              <a:rPr sz="2200" spc="-145" dirty="0">
                <a:latin typeface="Trebuchet MS"/>
                <a:cs typeface="Trebuchet MS"/>
              </a:rPr>
              <a:t>te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220" dirty="0">
                <a:latin typeface="Trebuchet MS"/>
                <a:cs typeface="Trebuchet MS"/>
              </a:rPr>
              <a:t>a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p</a:t>
            </a:r>
            <a:r>
              <a:rPr sz="2200" spc="-110" dirty="0">
                <a:latin typeface="Trebuchet MS"/>
                <a:cs typeface="Trebuchet MS"/>
              </a:rPr>
              <a:t>r</a:t>
            </a:r>
            <a:r>
              <a:rPr sz="2200" spc="-45" dirty="0">
                <a:latin typeface="Trebuchet MS"/>
                <a:cs typeface="Trebuchet MS"/>
              </a:rPr>
              <a:t>ogr</a:t>
            </a:r>
            <a:r>
              <a:rPr sz="2200" spc="-180" dirty="0">
                <a:latin typeface="Trebuchet MS"/>
                <a:cs typeface="Trebuchet MS"/>
              </a:rPr>
              <a:t>am</a:t>
            </a:r>
            <a:endParaRPr sz="2200">
              <a:latin typeface="Trebuchet MS"/>
              <a:cs typeface="Trebuchet MS"/>
            </a:endParaRPr>
          </a:p>
          <a:p>
            <a:pPr marL="927100" lvl="1" indent="-457834">
              <a:lnSpc>
                <a:spcPct val="100000"/>
              </a:lnSpc>
              <a:spcBef>
                <a:spcPts val="1055"/>
              </a:spcBef>
              <a:buClr>
                <a:srgbClr val="B71E42"/>
              </a:buClr>
              <a:buSzPct val="68181"/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200" spc="-135" dirty="0">
                <a:latin typeface="Trebuchet MS"/>
                <a:cs typeface="Trebuchet MS"/>
              </a:rPr>
              <a:t>loading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process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50" dirty="0">
                <a:latin typeface="Trebuchet MS"/>
                <a:cs typeface="Trebuchet MS"/>
              </a:rPr>
              <a:t>can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40" dirty="0">
                <a:latin typeface="Trebuchet MS"/>
                <a:cs typeface="Trebuchet MS"/>
              </a:rPr>
              <a:t>be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extremely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time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consuming.</a:t>
            </a:r>
            <a:endParaRPr sz="2200">
              <a:latin typeface="Trebuchet MS"/>
              <a:cs typeface="Trebuchet MS"/>
            </a:endParaRPr>
          </a:p>
          <a:p>
            <a:pPr marL="469265" marR="5080" indent="-457200">
              <a:lnSpc>
                <a:spcPct val="120000"/>
              </a:lnSpc>
              <a:spcBef>
                <a:spcPts val="530"/>
              </a:spcBef>
              <a:buClr>
                <a:srgbClr val="B71E42"/>
              </a:buClr>
              <a:buSzPct val="68181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200" spc="-70" dirty="0">
                <a:latin typeface="Trebuchet MS"/>
                <a:cs typeface="Trebuchet MS"/>
              </a:rPr>
              <a:t>Though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Trebuchet MS"/>
                <a:cs typeface="Trebuchet MS"/>
              </a:rPr>
              <a:t>smaller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than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Trebuchet MS"/>
                <a:cs typeface="Trebuchet MS"/>
              </a:rPr>
              <a:t>the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60" dirty="0">
                <a:latin typeface="Trebuchet MS"/>
                <a:cs typeface="Trebuchet MS"/>
              </a:rPr>
              <a:t>assembler,</a:t>
            </a:r>
            <a:r>
              <a:rPr sz="2200" spc="-245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the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loader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absorbs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220" dirty="0">
                <a:latin typeface="Trebuchet MS"/>
                <a:cs typeface="Trebuchet MS"/>
              </a:rPr>
              <a:t>a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considerable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amount </a:t>
            </a:r>
            <a:r>
              <a:rPr sz="2200" spc="-64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of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space</a:t>
            </a:r>
            <a:endParaRPr sz="2200">
              <a:latin typeface="Trebuchet MS"/>
              <a:cs typeface="Trebuchet MS"/>
            </a:endParaRPr>
          </a:p>
          <a:p>
            <a:pPr marL="927100" lvl="1" indent="-457834">
              <a:lnSpc>
                <a:spcPct val="100000"/>
              </a:lnSpc>
              <a:spcBef>
                <a:spcPts val="1055"/>
              </a:spcBef>
              <a:buClr>
                <a:srgbClr val="B71E42"/>
              </a:buClr>
              <a:buSzPct val="68181"/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200" spc="-85" dirty="0">
                <a:latin typeface="Trebuchet MS"/>
                <a:cs typeface="Trebuchet MS"/>
              </a:rPr>
              <a:t>Dividing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Trebuchet MS"/>
                <a:cs typeface="Trebuchet MS"/>
              </a:rPr>
              <a:t>the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loading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process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into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two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Trebuchet MS"/>
                <a:cs typeface="Trebuchet MS"/>
              </a:rPr>
              <a:t>separate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programs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220" dirty="0">
                <a:latin typeface="Trebuchet MS"/>
                <a:cs typeface="Trebuchet MS"/>
              </a:rPr>
              <a:t>a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binder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and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220" dirty="0">
                <a:latin typeface="Trebuchet MS"/>
                <a:cs typeface="Trebuchet MS"/>
              </a:rPr>
              <a:t>a</a:t>
            </a:r>
            <a:endParaRPr sz="22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530"/>
              </a:spcBef>
            </a:pPr>
            <a:r>
              <a:rPr sz="2200" spc="-105" dirty="0">
                <a:latin typeface="Trebuchet MS"/>
                <a:cs typeface="Trebuchet MS"/>
              </a:rPr>
              <a:t>module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loader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55" dirty="0">
                <a:latin typeface="Trebuchet MS"/>
                <a:cs typeface="Trebuchet MS"/>
              </a:rPr>
              <a:t>can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solve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these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problems.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47796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>
                <a:solidFill>
                  <a:srgbClr val="5C0E20"/>
                </a:solidFill>
              </a:rPr>
              <a:t>OTHER</a:t>
            </a:r>
            <a:r>
              <a:rPr spc="-114" dirty="0">
                <a:solidFill>
                  <a:srgbClr val="5C0E20"/>
                </a:solidFill>
              </a:rPr>
              <a:t> </a:t>
            </a:r>
            <a:r>
              <a:rPr spc="155" dirty="0">
                <a:solidFill>
                  <a:srgbClr val="5C0E20"/>
                </a:solidFill>
              </a:rPr>
              <a:t>LOADER</a:t>
            </a:r>
            <a:r>
              <a:rPr spc="-100" dirty="0">
                <a:solidFill>
                  <a:srgbClr val="5C0E20"/>
                </a:solidFill>
              </a:rPr>
              <a:t> </a:t>
            </a:r>
            <a:r>
              <a:rPr spc="65" dirty="0">
                <a:solidFill>
                  <a:srgbClr val="5C0E20"/>
                </a:solidFill>
              </a:rPr>
              <a:t>SCHEMES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495E463B-EEBC-4691-BB1E-54188B964D56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2069083"/>
            <a:ext cx="8778875" cy="2594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sng" spc="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Binder</a:t>
            </a:r>
            <a:r>
              <a:rPr sz="2000" b="1" u="sng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u="sng" spc="-1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155" dirty="0">
                <a:latin typeface="Trebuchet MS"/>
                <a:cs typeface="Trebuchet MS"/>
              </a:rPr>
              <a:t>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binder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that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performs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same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functions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as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direct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linking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loader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69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800" spc="-110" dirty="0">
                <a:latin typeface="Trebuchet MS"/>
                <a:cs typeface="Trebuchet MS"/>
              </a:rPr>
              <a:t>allo</a:t>
            </a:r>
            <a:r>
              <a:rPr sz="1800" spc="-130" dirty="0">
                <a:latin typeface="Trebuchet MS"/>
                <a:cs typeface="Trebuchet MS"/>
              </a:rPr>
              <a:t>cati</a:t>
            </a:r>
            <a:r>
              <a:rPr sz="1800" spc="-110" dirty="0">
                <a:latin typeface="Trebuchet MS"/>
                <a:cs typeface="Trebuchet MS"/>
              </a:rPr>
              <a:t>on,</a:t>
            </a:r>
            <a:r>
              <a:rPr sz="1800" spc="-24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r</a:t>
            </a:r>
            <a:r>
              <a:rPr sz="1800" spc="-80" dirty="0">
                <a:latin typeface="Trebuchet MS"/>
                <a:cs typeface="Trebuchet MS"/>
              </a:rPr>
              <a:t>elo</a:t>
            </a:r>
            <a:r>
              <a:rPr sz="1800" spc="-130" dirty="0">
                <a:latin typeface="Trebuchet MS"/>
                <a:cs typeface="Trebuchet MS"/>
              </a:rPr>
              <a:t>cati</a:t>
            </a:r>
            <a:r>
              <a:rPr sz="1800" spc="-110" dirty="0">
                <a:latin typeface="Trebuchet MS"/>
                <a:cs typeface="Trebuchet MS"/>
              </a:rPr>
              <a:t>on,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lin</a:t>
            </a:r>
            <a:r>
              <a:rPr sz="1800" spc="-120" dirty="0">
                <a:latin typeface="Trebuchet MS"/>
                <a:cs typeface="Trebuchet MS"/>
              </a:rPr>
              <a:t>king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4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45" dirty="0">
                <a:latin typeface="Trebuchet MS"/>
                <a:cs typeface="Trebuchet MS"/>
              </a:rPr>
              <a:t>Outputs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text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65" dirty="0">
                <a:latin typeface="Trebuchet MS"/>
                <a:cs typeface="Trebuchet MS"/>
              </a:rPr>
              <a:t>file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rather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than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memory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65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800" spc="-155" dirty="0">
                <a:latin typeface="Trebuchet MS"/>
                <a:cs typeface="Trebuchet MS"/>
              </a:rPr>
              <a:t>cal</a:t>
            </a:r>
            <a:r>
              <a:rPr sz="1800" spc="-100" dirty="0">
                <a:latin typeface="Trebuchet MS"/>
                <a:cs typeface="Trebuchet MS"/>
              </a:rPr>
              <a:t>l</a:t>
            </a:r>
            <a:r>
              <a:rPr sz="1800" spc="-105" dirty="0">
                <a:latin typeface="Trebuchet MS"/>
                <a:cs typeface="Trebuchet MS"/>
              </a:rPr>
              <a:t>ed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lo</a:t>
            </a:r>
            <a:r>
              <a:rPr sz="1800" b="1" spc="5" dirty="0">
                <a:latin typeface="Trebuchet MS"/>
                <a:cs typeface="Trebuchet MS"/>
              </a:rPr>
              <a:t>a</a:t>
            </a:r>
            <a:r>
              <a:rPr sz="1800" b="1" dirty="0">
                <a:latin typeface="Trebuchet MS"/>
                <a:cs typeface="Trebuchet MS"/>
              </a:rPr>
              <a:t>d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spc="55" dirty="0">
                <a:latin typeface="Trebuchet MS"/>
                <a:cs typeface="Trebuchet MS"/>
              </a:rPr>
              <a:t>mod</a:t>
            </a:r>
            <a:r>
              <a:rPr sz="1800" b="1" spc="35" dirty="0">
                <a:latin typeface="Trebuchet MS"/>
                <a:cs typeface="Trebuchet MS"/>
              </a:rPr>
              <a:t>u</a:t>
            </a:r>
            <a:r>
              <a:rPr sz="1800" b="1" spc="-30" dirty="0">
                <a:latin typeface="Trebuchet MS"/>
                <a:cs typeface="Trebuchet MS"/>
              </a:rPr>
              <a:t>l</a:t>
            </a:r>
            <a:r>
              <a:rPr sz="1800" b="1" spc="-55" dirty="0">
                <a:latin typeface="Trebuchet MS"/>
                <a:cs typeface="Trebuchet MS"/>
              </a:rPr>
              <a:t>e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5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Trebuchet MS"/>
                <a:cs typeface="Trebuchet MS"/>
              </a:rPr>
              <a:t>The </a:t>
            </a:r>
            <a:r>
              <a:rPr sz="2000" spc="-95" dirty="0">
                <a:latin typeface="Trebuchet MS"/>
                <a:cs typeface="Trebuchet MS"/>
              </a:rPr>
              <a:t>module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loader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merely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has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physically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load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module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into </a:t>
            </a:r>
            <a:r>
              <a:rPr sz="2000" spc="-120" dirty="0">
                <a:latin typeface="Trebuchet MS"/>
                <a:cs typeface="Trebuchet MS"/>
              </a:rPr>
              <a:t>memory.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26727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25" dirty="0">
                <a:solidFill>
                  <a:srgbClr val="000000"/>
                </a:solidFill>
              </a:rPr>
              <a:t>BINDER</a:t>
            </a:r>
            <a:r>
              <a:rPr spc="-145" dirty="0">
                <a:solidFill>
                  <a:srgbClr val="000000"/>
                </a:solidFill>
              </a:rPr>
              <a:t> </a:t>
            </a:r>
            <a:r>
              <a:rPr spc="75" dirty="0">
                <a:solidFill>
                  <a:srgbClr val="000000"/>
                </a:solidFill>
              </a:rPr>
              <a:t>CLASS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94FBEBD8-910D-4C8B-9301-5A49544D0F2D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1557299"/>
            <a:ext cx="9406255" cy="371411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5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105" dirty="0">
                <a:latin typeface="Trebuchet MS"/>
                <a:cs typeface="Trebuchet MS"/>
              </a:rPr>
              <a:t>Co</a:t>
            </a:r>
            <a:r>
              <a:rPr sz="2200" spc="20" dirty="0">
                <a:latin typeface="Trebuchet MS"/>
                <a:cs typeface="Trebuchet MS"/>
              </a:rPr>
              <a:t>r</a:t>
            </a:r>
            <a:r>
              <a:rPr sz="2200" spc="-150" dirty="0">
                <a:latin typeface="Trebuchet MS"/>
                <a:cs typeface="Trebuchet MS"/>
              </a:rPr>
              <a:t>e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70" dirty="0">
                <a:latin typeface="Trebuchet MS"/>
                <a:cs typeface="Trebuchet MS"/>
              </a:rPr>
              <a:t>imag</a:t>
            </a:r>
            <a:r>
              <a:rPr sz="2200" spc="-165" dirty="0">
                <a:latin typeface="Trebuchet MS"/>
                <a:cs typeface="Trebuchet MS"/>
              </a:rPr>
              <a:t>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b</a:t>
            </a:r>
            <a:r>
              <a:rPr sz="2200" spc="-110" dirty="0">
                <a:latin typeface="Trebuchet MS"/>
                <a:cs typeface="Trebuchet MS"/>
              </a:rPr>
              <a:t>u</a:t>
            </a:r>
            <a:r>
              <a:rPr sz="2200" spc="-120" dirty="0">
                <a:latin typeface="Trebuchet MS"/>
                <a:cs typeface="Trebuchet MS"/>
              </a:rPr>
              <a:t>ilde</a:t>
            </a:r>
            <a:r>
              <a:rPr sz="2200" spc="-35" dirty="0">
                <a:latin typeface="Trebuchet MS"/>
                <a:cs typeface="Trebuchet MS"/>
              </a:rPr>
              <a:t>r</a:t>
            </a:r>
            <a:r>
              <a:rPr sz="2200" spc="-330" dirty="0">
                <a:latin typeface="Trebuchet MS"/>
                <a:cs typeface="Trebuchet MS"/>
              </a:rPr>
              <a:t>:</a:t>
            </a:r>
            <a:endParaRPr sz="2200">
              <a:latin typeface="Trebuchet MS"/>
              <a:cs typeface="Trebuchet MS"/>
            </a:endParaRPr>
          </a:p>
          <a:p>
            <a:pPr marL="697865" marR="5080" lvl="1" indent="-228600">
              <a:lnSpc>
                <a:spcPct val="120000"/>
              </a:lnSpc>
              <a:spcBef>
                <a:spcPts val="530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-85" dirty="0">
                <a:latin typeface="Trebuchet MS"/>
                <a:cs typeface="Trebuchet MS"/>
              </a:rPr>
              <a:t>Produces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220" dirty="0">
                <a:latin typeface="Trebuchet MS"/>
                <a:cs typeface="Trebuchet MS"/>
              </a:rPr>
              <a:t>a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load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module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55" dirty="0">
                <a:latin typeface="Trebuchet MS"/>
                <a:cs typeface="Trebuchet MS"/>
              </a:rPr>
              <a:t>that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looks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very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much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50" dirty="0">
                <a:latin typeface="Trebuchet MS"/>
                <a:cs typeface="Trebuchet MS"/>
              </a:rPr>
              <a:t>like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220" dirty="0">
                <a:latin typeface="Trebuchet MS"/>
                <a:cs typeface="Trebuchet MS"/>
              </a:rPr>
              <a:t>a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"snapshot"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20" dirty="0">
                <a:latin typeface="Trebuchet MS"/>
                <a:cs typeface="Trebuchet MS"/>
              </a:rPr>
              <a:t>or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"image"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of </a:t>
            </a:r>
            <a:r>
              <a:rPr sz="2200" spc="-645" dirty="0">
                <a:latin typeface="Trebuchet MS"/>
                <a:cs typeface="Trebuchet MS"/>
              </a:rPr>
              <a:t> </a:t>
            </a:r>
            <a:r>
              <a:rPr sz="2200" spc="-220" dirty="0">
                <a:latin typeface="Trebuchet MS"/>
                <a:cs typeface="Trebuchet MS"/>
              </a:rPr>
              <a:t>a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section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of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co</a:t>
            </a:r>
            <a:r>
              <a:rPr sz="2200" spc="-80" dirty="0">
                <a:latin typeface="Trebuchet MS"/>
                <a:cs typeface="Trebuchet MS"/>
              </a:rPr>
              <a:t>r</a:t>
            </a:r>
            <a:r>
              <a:rPr sz="2200" spc="-100" dirty="0">
                <a:latin typeface="Trebuchet MS"/>
                <a:cs typeface="Trebuchet MS"/>
              </a:rPr>
              <a:t>e</a:t>
            </a:r>
            <a:r>
              <a:rPr sz="2200" spc="-330" dirty="0">
                <a:latin typeface="Trebuchet MS"/>
                <a:cs typeface="Trebuchet MS"/>
              </a:rPr>
              <a:t>,</a:t>
            </a:r>
            <a:endParaRPr sz="22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055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-95" dirty="0">
                <a:latin typeface="Trebuchet MS"/>
                <a:cs typeface="Trebuchet MS"/>
              </a:rPr>
              <a:t>Called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105" dirty="0">
                <a:latin typeface="Trebuchet MS"/>
                <a:cs typeface="Trebuchet MS"/>
              </a:rPr>
              <a:t>Co</a:t>
            </a:r>
            <a:r>
              <a:rPr sz="2200" spc="20" dirty="0">
                <a:latin typeface="Trebuchet MS"/>
                <a:cs typeface="Trebuchet MS"/>
              </a:rPr>
              <a:t>r</a:t>
            </a:r>
            <a:r>
              <a:rPr sz="2200" spc="-150" dirty="0">
                <a:latin typeface="Trebuchet MS"/>
                <a:cs typeface="Trebuchet MS"/>
              </a:rPr>
              <a:t>e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70" dirty="0">
                <a:latin typeface="Trebuchet MS"/>
                <a:cs typeface="Trebuchet MS"/>
              </a:rPr>
              <a:t>imag</a:t>
            </a:r>
            <a:r>
              <a:rPr sz="2200" spc="-165" dirty="0">
                <a:latin typeface="Trebuchet MS"/>
                <a:cs typeface="Trebuchet MS"/>
              </a:rPr>
              <a:t>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modul</a:t>
            </a:r>
            <a:r>
              <a:rPr sz="2200" spc="-55" dirty="0">
                <a:latin typeface="Trebuchet MS"/>
                <a:cs typeface="Trebuchet MS"/>
              </a:rPr>
              <a:t>e</a:t>
            </a:r>
            <a:r>
              <a:rPr sz="2200" spc="-330" dirty="0"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06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90" dirty="0">
                <a:latin typeface="Trebuchet MS"/>
                <a:cs typeface="Trebuchet MS"/>
              </a:rPr>
              <a:t>Link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55" dirty="0">
                <a:latin typeface="Trebuchet MS"/>
                <a:cs typeface="Trebuchet MS"/>
              </a:rPr>
              <a:t>editor,</a:t>
            </a:r>
            <a:r>
              <a:rPr sz="2200" spc="-240" dirty="0">
                <a:latin typeface="Trebuchet MS"/>
                <a:cs typeface="Trebuchet MS"/>
              </a:rPr>
              <a:t> </a:t>
            </a:r>
            <a:r>
              <a:rPr sz="2200" spc="-155" dirty="0">
                <a:latin typeface="Trebuchet MS"/>
                <a:cs typeface="Trebuchet MS"/>
              </a:rPr>
              <a:t>can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keep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track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of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Trebuchet MS"/>
                <a:cs typeface="Trebuchet MS"/>
              </a:rPr>
              <a:t>the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relocation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Information</a:t>
            </a:r>
            <a:endParaRPr sz="22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055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-30" dirty="0">
                <a:latin typeface="Trebuchet MS"/>
                <a:cs typeface="Trebuchet MS"/>
              </a:rPr>
              <a:t>T</a:t>
            </a:r>
            <a:r>
              <a:rPr sz="2200" spc="-25" dirty="0">
                <a:latin typeface="Trebuchet MS"/>
                <a:cs typeface="Trebuchet MS"/>
              </a:rPr>
              <a:t>h</a:t>
            </a:r>
            <a:r>
              <a:rPr sz="2200" spc="-150" dirty="0">
                <a:latin typeface="Trebuchet MS"/>
                <a:cs typeface="Trebuchet MS"/>
              </a:rPr>
              <a:t>e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80" dirty="0">
                <a:latin typeface="Trebuchet MS"/>
                <a:cs typeface="Trebuchet MS"/>
              </a:rPr>
              <a:t>l</a:t>
            </a:r>
            <a:r>
              <a:rPr sz="2200" spc="-100" dirty="0">
                <a:latin typeface="Trebuchet MS"/>
                <a:cs typeface="Trebuchet MS"/>
              </a:rPr>
              <a:t>oad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module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55" dirty="0">
                <a:latin typeface="Trebuchet MS"/>
                <a:cs typeface="Trebuchet MS"/>
              </a:rPr>
              <a:t>can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b</a:t>
            </a:r>
            <a:r>
              <a:rPr sz="2200" spc="-150" dirty="0">
                <a:latin typeface="Trebuchet MS"/>
                <a:cs typeface="Trebuchet MS"/>
              </a:rPr>
              <a:t>e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fu</a:t>
            </a:r>
            <a:r>
              <a:rPr sz="2200" spc="-70" dirty="0">
                <a:latin typeface="Trebuchet MS"/>
                <a:cs typeface="Trebuchet MS"/>
              </a:rPr>
              <a:t>r</a:t>
            </a:r>
            <a:r>
              <a:rPr sz="2200" spc="-125" dirty="0">
                <a:latin typeface="Trebuchet MS"/>
                <a:cs typeface="Trebuchet MS"/>
              </a:rPr>
              <a:t>th</a:t>
            </a:r>
            <a:r>
              <a:rPr sz="2200" spc="-70" dirty="0">
                <a:latin typeface="Trebuchet MS"/>
                <a:cs typeface="Trebuchet MS"/>
              </a:rPr>
              <a:t>er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r</a:t>
            </a:r>
            <a:r>
              <a:rPr sz="2200" spc="-130" dirty="0">
                <a:latin typeface="Trebuchet MS"/>
                <a:cs typeface="Trebuchet MS"/>
              </a:rPr>
              <a:t>elocated</a:t>
            </a:r>
            <a:endParaRPr sz="22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055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-70" dirty="0">
                <a:latin typeface="Trebuchet MS"/>
                <a:cs typeface="Trebuchet MS"/>
              </a:rPr>
              <a:t>The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module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loader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must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perform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allocation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and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relocation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as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50" dirty="0">
                <a:latin typeface="Trebuchet MS"/>
                <a:cs typeface="Trebuchet MS"/>
              </a:rPr>
              <a:t>well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as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loading</a:t>
            </a:r>
            <a:endParaRPr sz="22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060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170" dirty="0">
                <a:latin typeface="Trebuchet MS"/>
                <a:cs typeface="Trebuchet MS"/>
              </a:rPr>
              <a:t>No</a:t>
            </a:r>
            <a:r>
              <a:rPr sz="2200" spc="-90" dirty="0">
                <a:latin typeface="Trebuchet MS"/>
                <a:cs typeface="Trebuchet MS"/>
              </a:rPr>
              <a:t> </a:t>
            </a:r>
            <a:r>
              <a:rPr sz="2200" spc="-160" dirty="0">
                <a:latin typeface="Trebuchet MS"/>
                <a:cs typeface="Trebuchet MS"/>
              </a:rPr>
              <a:t>linking.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3126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>
                <a:solidFill>
                  <a:srgbClr val="000000"/>
                </a:solidFill>
              </a:rPr>
              <a:t>DISA</a:t>
            </a:r>
            <a:r>
              <a:rPr spc="270" dirty="0">
                <a:solidFill>
                  <a:srgbClr val="000000"/>
                </a:solidFill>
              </a:rPr>
              <a:t>D</a:t>
            </a:r>
            <a:r>
              <a:rPr spc="-204" dirty="0">
                <a:solidFill>
                  <a:srgbClr val="000000"/>
                </a:solidFill>
              </a:rPr>
              <a:t>V</a:t>
            </a:r>
            <a:r>
              <a:rPr spc="340" dirty="0">
                <a:solidFill>
                  <a:srgbClr val="000000"/>
                </a:solidFill>
              </a:rPr>
              <a:t>A</a:t>
            </a:r>
            <a:r>
              <a:rPr spc="360" dirty="0">
                <a:solidFill>
                  <a:srgbClr val="000000"/>
                </a:solidFill>
              </a:rPr>
              <a:t>N</a:t>
            </a:r>
            <a:r>
              <a:rPr spc="-260" dirty="0">
                <a:solidFill>
                  <a:srgbClr val="000000"/>
                </a:solidFill>
              </a:rPr>
              <a:t>T</a:t>
            </a:r>
            <a:r>
              <a:rPr spc="114" dirty="0">
                <a:solidFill>
                  <a:srgbClr val="000000"/>
                </a:solidFill>
              </a:rPr>
              <a:t>A</a:t>
            </a:r>
            <a:r>
              <a:rPr dirty="0">
                <a:solidFill>
                  <a:srgbClr val="000000"/>
                </a:solidFill>
              </a:rPr>
              <a:t>GES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791BA044-2E6E-4D6F-BA9B-CA01A968F7B7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1438344"/>
            <a:ext cx="9338310" cy="295211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45"/>
              </a:spcBef>
              <a:buClr>
                <a:srgbClr val="B71E42"/>
              </a:buClr>
              <a:buSzPct val="68750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80" dirty="0">
                <a:latin typeface="Trebuchet MS"/>
                <a:cs typeface="Trebuchet MS"/>
              </a:rPr>
              <a:t>If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sub</a:t>
            </a:r>
            <a:r>
              <a:rPr sz="2400" spc="-125" dirty="0">
                <a:latin typeface="Trebuchet MS"/>
                <a:cs typeface="Trebuchet MS"/>
              </a:rPr>
              <a:t>r</a:t>
            </a:r>
            <a:r>
              <a:rPr sz="2400" spc="-110" dirty="0">
                <a:latin typeface="Trebuchet MS"/>
                <a:cs typeface="Trebuchet MS"/>
              </a:rPr>
              <a:t>outine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i</a:t>
            </a:r>
            <a:r>
              <a:rPr sz="2400" spc="-125" dirty="0">
                <a:latin typeface="Trebuchet MS"/>
                <a:cs typeface="Trebuchet MS"/>
              </a:rPr>
              <a:t>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r</a:t>
            </a:r>
            <a:r>
              <a:rPr sz="2400" spc="-270" dirty="0">
                <a:latin typeface="Trebuchet MS"/>
                <a:cs typeface="Trebuchet MS"/>
              </a:rPr>
              <a:t>e</a:t>
            </a:r>
            <a:r>
              <a:rPr sz="2400" spc="-210" dirty="0">
                <a:latin typeface="Trebuchet MS"/>
                <a:cs typeface="Trebuchet MS"/>
              </a:rPr>
              <a:t>f</a:t>
            </a:r>
            <a:r>
              <a:rPr sz="2400" spc="-85" dirty="0">
                <a:latin typeface="Trebuchet MS"/>
                <a:cs typeface="Trebuchet MS"/>
              </a:rPr>
              <a:t>e</a:t>
            </a:r>
            <a:r>
              <a:rPr sz="2400" spc="-110" dirty="0">
                <a:latin typeface="Trebuchet MS"/>
                <a:cs typeface="Trebuchet MS"/>
              </a:rPr>
              <a:t>r</a:t>
            </a:r>
            <a:r>
              <a:rPr sz="2400" spc="-140" dirty="0">
                <a:latin typeface="Trebuchet MS"/>
                <a:cs typeface="Trebuchet MS"/>
              </a:rPr>
              <a:t>enced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but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n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-170" dirty="0">
                <a:latin typeface="Trebuchet MS"/>
                <a:cs typeface="Trebuchet MS"/>
              </a:rPr>
              <a:t>v</a:t>
            </a:r>
            <a:r>
              <a:rPr sz="2400" spc="-75" dirty="0">
                <a:latin typeface="Trebuchet MS"/>
                <a:cs typeface="Trebuchet MS"/>
              </a:rPr>
              <a:t>er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</a:t>
            </a:r>
            <a:r>
              <a:rPr sz="2400" spc="-150" dirty="0">
                <a:latin typeface="Trebuchet MS"/>
                <a:cs typeface="Trebuchet MS"/>
              </a:rPr>
              <a:t>xecu</a:t>
            </a:r>
            <a:r>
              <a:rPr sz="2400" spc="-110" dirty="0">
                <a:latin typeface="Trebuchet MS"/>
                <a:cs typeface="Trebuchet MS"/>
              </a:rPr>
              <a:t>t</a:t>
            </a:r>
            <a:r>
              <a:rPr sz="2400" spc="-140" dirty="0">
                <a:latin typeface="Trebuchet MS"/>
                <a:cs typeface="Trebuchet MS"/>
              </a:rPr>
              <a:t>ed</a:t>
            </a:r>
            <a:endParaRPr sz="24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155"/>
              </a:spcBef>
              <a:buClr>
                <a:srgbClr val="B71E42"/>
              </a:buClr>
              <a:buSzPct val="68750"/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400" spc="-200" dirty="0">
                <a:latin typeface="Trebuchet MS"/>
                <a:cs typeface="Trebuchet MS"/>
              </a:rPr>
              <a:t>i</a:t>
            </a:r>
            <a:r>
              <a:rPr sz="2400" spc="-254" dirty="0">
                <a:latin typeface="Trebuchet MS"/>
                <a:cs typeface="Trebuchet MS"/>
              </a:rPr>
              <a:t>f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p</a:t>
            </a:r>
            <a:r>
              <a:rPr sz="2400" spc="-114" dirty="0">
                <a:latin typeface="Trebuchet MS"/>
                <a:cs typeface="Trebuchet MS"/>
              </a:rPr>
              <a:t>r</a:t>
            </a:r>
            <a:r>
              <a:rPr sz="2400" spc="-75" dirty="0">
                <a:latin typeface="Trebuchet MS"/>
                <a:cs typeface="Trebuchet MS"/>
              </a:rPr>
              <a:t>o</a:t>
            </a:r>
            <a:r>
              <a:rPr sz="2400" spc="-85" dirty="0">
                <a:latin typeface="Trebuchet MS"/>
                <a:cs typeface="Trebuchet MS"/>
              </a:rPr>
              <a:t>g</a:t>
            </a:r>
            <a:r>
              <a:rPr sz="2400" spc="-95" dirty="0">
                <a:latin typeface="Trebuchet MS"/>
                <a:cs typeface="Trebuchet MS"/>
              </a:rPr>
              <a:t>r</a:t>
            </a:r>
            <a:r>
              <a:rPr sz="2400" spc="-135" dirty="0">
                <a:latin typeface="Trebuchet MS"/>
                <a:cs typeface="Trebuchet MS"/>
              </a:rPr>
              <a:t>a</a:t>
            </a:r>
            <a:r>
              <a:rPr sz="2400" spc="-140" dirty="0">
                <a:latin typeface="Trebuchet MS"/>
                <a:cs typeface="Trebuchet MS"/>
              </a:rPr>
              <a:t>m</a:t>
            </a:r>
            <a:r>
              <a:rPr sz="2400" spc="-150" dirty="0">
                <a:latin typeface="Trebuchet MS"/>
                <a:cs typeface="Trebuchet MS"/>
              </a:rPr>
              <a:t>m</a:t>
            </a:r>
            <a:r>
              <a:rPr sz="2400" spc="-70" dirty="0">
                <a:latin typeface="Trebuchet MS"/>
                <a:cs typeface="Trebuchet MS"/>
              </a:rPr>
              <a:t>er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had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placed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call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statement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i</a:t>
            </a:r>
            <a:r>
              <a:rPr sz="2400" spc="-180" dirty="0">
                <a:latin typeface="Trebuchet MS"/>
                <a:cs typeface="Trebuchet MS"/>
              </a:rPr>
              <a:t>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the</a:t>
            </a:r>
            <a:r>
              <a:rPr sz="2400" spc="-70" dirty="0">
                <a:latin typeface="Trebuchet MS"/>
                <a:cs typeface="Trebuchet MS"/>
              </a:rPr>
              <a:t> p</a:t>
            </a:r>
            <a:r>
              <a:rPr sz="2400" spc="-114" dirty="0">
                <a:latin typeface="Trebuchet MS"/>
                <a:cs typeface="Trebuchet MS"/>
              </a:rPr>
              <a:t>r</a:t>
            </a:r>
            <a:r>
              <a:rPr sz="2400" spc="-75" dirty="0">
                <a:latin typeface="Trebuchet MS"/>
                <a:cs typeface="Trebuchet MS"/>
              </a:rPr>
              <a:t>o</a:t>
            </a:r>
            <a:r>
              <a:rPr sz="2400" spc="-85" dirty="0">
                <a:latin typeface="Trebuchet MS"/>
                <a:cs typeface="Trebuchet MS"/>
              </a:rPr>
              <a:t>g</a:t>
            </a:r>
            <a:r>
              <a:rPr sz="2400" spc="-95" dirty="0">
                <a:latin typeface="Trebuchet MS"/>
                <a:cs typeface="Trebuchet MS"/>
              </a:rPr>
              <a:t>r</a:t>
            </a:r>
            <a:r>
              <a:rPr sz="2400" spc="-135" dirty="0">
                <a:latin typeface="Trebuchet MS"/>
                <a:cs typeface="Trebuchet MS"/>
              </a:rPr>
              <a:t>a</a:t>
            </a:r>
            <a:r>
              <a:rPr sz="2400" spc="-140" dirty="0">
                <a:latin typeface="Trebuchet MS"/>
                <a:cs typeface="Trebuchet MS"/>
              </a:rPr>
              <a:t>m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but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w</a:t>
            </a:r>
            <a:r>
              <a:rPr sz="2400" spc="-140" dirty="0">
                <a:latin typeface="Trebuchet MS"/>
                <a:cs typeface="Trebuchet MS"/>
              </a:rPr>
              <a:t>a</a:t>
            </a:r>
            <a:r>
              <a:rPr sz="2400" spc="-50" dirty="0">
                <a:latin typeface="Trebuchet MS"/>
                <a:cs typeface="Trebuchet MS"/>
              </a:rPr>
              <a:t>s</a:t>
            </a:r>
            <a:endParaRPr sz="2400">
              <a:latin typeface="Trebuchet MS"/>
              <a:cs typeface="Trebuchet MS"/>
            </a:endParaRPr>
          </a:p>
          <a:p>
            <a:pPr marL="697865">
              <a:lnSpc>
                <a:spcPct val="100000"/>
              </a:lnSpc>
              <a:spcBef>
                <a:spcPts val="575"/>
              </a:spcBef>
            </a:pPr>
            <a:r>
              <a:rPr sz="2400" spc="-125" dirty="0">
                <a:latin typeface="Trebuchet MS"/>
                <a:cs typeface="Trebuchet MS"/>
              </a:rPr>
              <a:t>never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executed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because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of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condition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that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branched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around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it</a:t>
            </a:r>
            <a:endParaRPr sz="2400">
              <a:latin typeface="Trebuchet MS"/>
              <a:cs typeface="Trebuchet MS"/>
            </a:endParaRPr>
          </a:p>
          <a:p>
            <a:pPr marL="782320" lvl="1" indent="-313055">
              <a:lnSpc>
                <a:spcPct val="100000"/>
              </a:lnSpc>
              <a:spcBef>
                <a:spcPts val="1155"/>
              </a:spcBef>
              <a:buClr>
                <a:srgbClr val="B71E42"/>
              </a:buClr>
              <a:buSzPct val="68750"/>
              <a:buFont typeface="Arial MT"/>
              <a:buChar char="•"/>
              <a:tabLst>
                <a:tab pos="781685" algn="l"/>
                <a:tab pos="782320" algn="l"/>
              </a:tabLst>
            </a:pP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loader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would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still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incur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overhead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25" dirty="0">
                <a:latin typeface="Trebuchet MS"/>
                <a:cs typeface="Trebuchet MS"/>
              </a:rPr>
              <a:t>or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linking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subroutine.</a:t>
            </a:r>
            <a:endParaRPr sz="2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150"/>
              </a:spcBef>
              <a:buClr>
                <a:srgbClr val="B71E42"/>
              </a:buClr>
              <a:buSzPct val="68750"/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60" dirty="0">
                <a:latin typeface="Trebuchet MS"/>
                <a:cs typeface="Trebuchet MS"/>
              </a:rPr>
              <a:t>All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of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these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schemes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require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programmer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to </a:t>
            </a:r>
            <a:r>
              <a:rPr sz="2400" spc="-145" dirty="0">
                <a:latin typeface="Trebuchet MS"/>
                <a:cs typeface="Trebuchet MS"/>
              </a:rPr>
              <a:t>explicitly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name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10" dirty="0">
                <a:latin typeface="Trebuchet MS"/>
                <a:cs typeface="Trebuchet MS"/>
              </a:rPr>
              <a:t>all</a:t>
            </a:r>
            <a:endParaRPr sz="2400">
              <a:latin typeface="Trebuchet MS"/>
              <a:cs typeface="Trebuchet MS"/>
            </a:endParaRPr>
          </a:p>
          <a:p>
            <a:pPr marL="240665">
              <a:lnSpc>
                <a:spcPct val="100000"/>
              </a:lnSpc>
              <a:spcBef>
                <a:spcPts val="580"/>
              </a:spcBef>
            </a:pPr>
            <a:r>
              <a:rPr sz="2400" spc="-75" dirty="0">
                <a:latin typeface="Trebuchet MS"/>
                <a:cs typeface="Trebuchet MS"/>
              </a:rPr>
              <a:t>p</a:t>
            </a:r>
            <a:r>
              <a:rPr sz="2400" spc="-114" dirty="0">
                <a:latin typeface="Trebuchet MS"/>
                <a:cs typeface="Trebuchet MS"/>
              </a:rPr>
              <a:t>r</a:t>
            </a:r>
            <a:r>
              <a:rPr sz="2400" spc="-85" dirty="0">
                <a:latin typeface="Trebuchet MS"/>
                <a:cs typeface="Trebuchet MS"/>
              </a:rPr>
              <a:t>ocedu</a:t>
            </a:r>
            <a:r>
              <a:rPr sz="2400" spc="-110" dirty="0">
                <a:latin typeface="Trebuchet MS"/>
                <a:cs typeface="Trebuchet MS"/>
              </a:rPr>
              <a:t>r</a:t>
            </a:r>
            <a:r>
              <a:rPr sz="2400" spc="-105" dirty="0">
                <a:latin typeface="Trebuchet MS"/>
                <a:cs typeface="Trebuchet MS"/>
              </a:rPr>
              <a:t>es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that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m</a:t>
            </a:r>
            <a:r>
              <a:rPr sz="2400" spc="-160" dirty="0">
                <a:latin typeface="Trebuchet MS"/>
                <a:cs typeface="Trebuchet MS"/>
              </a:rPr>
              <a:t>igh</a:t>
            </a:r>
            <a:r>
              <a:rPr sz="2400" spc="-140" dirty="0">
                <a:latin typeface="Trebuchet MS"/>
                <a:cs typeface="Trebuchet MS"/>
              </a:rPr>
              <a:t>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be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c</a:t>
            </a:r>
            <a:r>
              <a:rPr sz="2400" spc="-204" dirty="0">
                <a:latin typeface="Trebuchet MS"/>
                <a:cs typeface="Trebuchet MS"/>
              </a:rPr>
              <a:t>alled.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37585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0" dirty="0">
                <a:solidFill>
                  <a:srgbClr val="000000"/>
                </a:solidFill>
              </a:rPr>
              <a:t>DYNAMIC</a:t>
            </a:r>
            <a:r>
              <a:rPr spc="-140" dirty="0">
                <a:solidFill>
                  <a:srgbClr val="000000"/>
                </a:solidFill>
              </a:rPr>
              <a:t> </a:t>
            </a:r>
            <a:r>
              <a:rPr spc="220" dirty="0">
                <a:solidFill>
                  <a:srgbClr val="000000"/>
                </a:solidFill>
              </a:rPr>
              <a:t>LOADING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5BAFC061-14FC-4906-A769-4E2AC0B02F08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2069083"/>
            <a:ext cx="9375140" cy="2074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50" dirty="0">
                <a:latin typeface="Trebuchet MS"/>
                <a:cs typeface="Trebuchet MS"/>
              </a:rPr>
              <a:t>If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total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amount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memory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required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by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70" dirty="0">
                <a:latin typeface="Trebuchet MS"/>
                <a:cs typeface="Trebuchet MS"/>
              </a:rPr>
              <a:t>all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subroutines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exceeds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the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amount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65" dirty="0">
                <a:latin typeface="Trebuchet MS"/>
                <a:cs typeface="Trebuchet MS"/>
              </a:rPr>
              <a:t>available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module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loader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loads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only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procedures </a:t>
            </a:r>
            <a:r>
              <a:rPr sz="2000" spc="-120" dirty="0">
                <a:latin typeface="Trebuchet MS"/>
                <a:cs typeface="Trebuchet MS"/>
              </a:rPr>
              <a:t>as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they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are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needed.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69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800" spc="-30" dirty="0">
                <a:latin typeface="Trebuchet MS"/>
                <a:cs typeface="Trebuchet MS"/>
              </a:rPr>
              <a:t>Allo</a:t>
            </a:r>
            <a:r>
              <a:rPr sz="1800" spc="-130" dirty="0">
                <a:latin typeface="Trebuchet MS"/>
                <a:cs typeface="Trebuchet MS"/>
              </a:rPr>
              <a:t>cati</a:t>
            </a:r>
            <a:r>
              <a:rPr sz="1800" spc="-110" dirty="0">
                <a:latin typeface="Trebuchet MS"/>
                <a:cs typeface="Trebuchet MS"/>
              </a:rPr>
              <a:t>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an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o</a:t>
            </a:r>
            <a:r>
              <a:rPr sz="1800" spc="-130" dirty="0">
                <a:latin typeface="Trebuchet MS"/>
                <a:cs typeface="Trebuchet MS"/>
              </a:rPr>
              <a:t>v</a:t>
            </a:r>
            <a:r>
              <a:rPr sz="1800" spc="-100" dirty="0">
                <a:latin typeface="Trebuchet MS"/>
                <a:cs typeface="Trebuchet MS"/>
              </a:rPr>
              <a:t>erl</a:t>
            </a:r>
            <a:r>
              <a:rPr sz="1800" spc="-204" dirty="0">
                <a:latin typeface="Trebuchet MS"/>
                <a:cs typeface="Trebuchet MS"/>
              </a:rPr>
              <a:t>a</a:t>
            </a:r>
            <a:r>
              <a:rPr sz="1800" spc="-100" dirty="0">
                <a:latin typeface="Trebuchet MS"/>
                <a:cs typeface="Trebuchet MS"/>
              </a:rPr>
              <a:t>y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structu</a:t>
            </a:r>
            <a:r>
              <a:rPr sz="1800" spc="-100" dirty="0">
                <a:latin typeface="Trebuchet MS"/>
                <a:cs typeface="Trebuchet MS"/>
              </a:rPr>
              <a:t>r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endParaRPr sz="1800">
              <a:latin typeface="Trebuchet MS"/>
              <a:cs typeface="Trebuchet MS"/>
            </a:endParaRPr>
          </a:p>
          <a:p>
            <a:pPr marL="240665" marR="5080" indent="-228600">
              <a:lnSpc>
                <a:spcPct val="120000"/>
              </a:lnSpc>
              <a:spcBef>
                <a:spcPts val="96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Flipper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20" dirty="0">
                <a:latin typeface="Trebuchet MS"/>
                <a:cs typeface="Trebuchet MS"/>
              </a:rPr>
              <a:t>or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overlay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supervisor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portion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loader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that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actually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intercepts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 </a:t>
            </a:r>
            <a:r>
              <a:rPr sz="2000" spc="-59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"calls"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loads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necessary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procedure.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90827" y="1184147"/>
            <a:ext cx="9765665" cy="475615"/>
            <a:chOff x="1290827" y="1184147"/>
            <a:chExt cx="9765665" cy="475615"/>
          </a:xfrm>
        </p:grpSpPr>
        <p:sp>
          <p:nvSpPr>
            <p:cNvPr id="3" name="object 3"/>
            <p:cNvSpPr/>
            <p:nvPr/>
          </p:nvSpPr>
          <p:spPr>
            <a:xfrm>
              <a:off x="1448561" y="1422653"/>
              <a:ext cx="9607550" cy="0"/>
            </a:xfrm>
            <a:custGeom>
              <a:avLst/>
              <a:gdLst/>
              <a:ahLst/>
              <a:cxnLst/>
              <a:rect l="l" t="t" r="r" b="b"/>
              <a:pathLst>
                <a:path w="9607550">
                  <a:moveTo>
                    <a:pt x="0" y="0"/>
                  </a:moveTo>
                  <a:lnTo>
                    <a:pt x="9607550" y="0"/>
                  </a:lnTo>
                </a:path>
              </a:pathLst>
            </a:custGeom>
            <a:ln w="32004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0827" y="1184147"/>
              <a:ext cx="7490459" cy="4754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70123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5" dirty="0">
                <a:solidFill>
                  <a:srgbClr val="000000"/>
                </a:solidFill>
              </a:rPr>
              <a:t>LONGEST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-45" dirty="0">
                <a:solidFill>
                  <a:srgbClr val="000000"/>
                </a:solidFill>
              </a:rPr>
              <a:t>PATH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45" dirty="0">
                <a:solidFill>
                  <a:srgbClr val="000000"/>
                </a:solidFill>
              </a:rPr>
              <a:t>OVERLAY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80" dirty="0">
                <a:solidFill>
                  <a:srgbClr val="000000"/>
                </a:solidFill>
              </a:rPr>
              <a:t>STRUCTURE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73376" y="1314576"/>
            <a:ext cx="4547870" cy="403225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6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125" dirty="0">
                <a:latin typeface="Trebuchet MS"/>
                <a:cs typeface="Trebuchet MS"/>
              </a:rPr>
              <a:t>Example:</a:t>
            </a:r>
            <a:endParaRPr sz="1800">
              <a:latin typeface="Trebuchet MS"/>
              <a:cs typeface="Trebuchet MS"/>
            </a:endParaRPr>
          </a:p>
          <a:p>
            <a:pPr marL="241300" marR="110489" indent="-228600">
              <a:lnSpc>
                <a:spcPct val="120000"/>
              </a:lnSpc>
              <a:spcBef>
                <a:spcPts val="434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65" dirty="0">
                <a:latin typeface="Trebuchet MS"/>
                <a:cs typeface="Trebuchet MS"/>
              </a:rPr>
              <a:t>Suppo</a:t>
            </a:r>
            <a:r>
              <a:rPr sz="1800" spc="-80" dirty="0">
                <a:latin typeface="Trebuchet MS"/>
                <a:cs typeface="Trebuchet MS"/>
              </a:rPr>
              <a:t>se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p</a:t>
            </a:r>
            <a:r>
              <a:rPr sz="1800" spc="-95" dirty="0">
                <a:latin typeface="Trebuchet MS"/>
                <a:cs typeface="Trebuchet MS"/>
              </a:rPr>
              <a:t>r</a:t>
            </a:r>
            <a:r>
              <a:rPr sz="1800" spc="-80" dirty="0">
                <a:latin typeface="Trebuchet MS"/>
                <a:cs typeface="Trebuchet MS"/>
              </a:rPr>
              <a:t>ogram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co</a:t>
            </a:r>
            <a:r>
              <a:rPr sz="1800" spc="-70" dirty="0">
                <a:latin typeface="Trebuchet MS"/>
                <a:cs typeface="Trebuchet MS"/>
              </a:rPr>
              <a:t>nsi</a:t>
            </a:r>
            <a:r>
              <a:rPr sz="1800" spc="-65" dirty="0">
                <a:latin typeface="Trebuchet MS"/>
                <a:cs typeface="Trebuchet MS"/>
              </a:rPr>
              <a:t>s</a:t>
            </a:r>
            <a:r>
              <a:rPr sz="1800" spc="-114" dirty="0">
                <a:latin typeface="Trebuchet MS"/>
                <a:cs typeface="Trebuchet MS"/>
              </a:rPr>
              <a:t>ting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20" dirty="0">
                <a:latin typeface="Trebuchet MS"/>
                <a:cs typeface="Trebuchet MS"/>
              </a:rPr>
              <a:t>f</a:t>
            </a:r>
            <a:r>
              <a:rPr sz="1800" spc="-85" dirty="0">
                <a:latin typeface="Trebuchet MS"/>
                <a:cs typeface="Trebuchet MS"/>
              </a:rPr>
              <a:t>i</a:t>
            </a:r>
            <a:r>
              <a:rPr sz="1800" spc="-170" dirty="0">
                <a:latin typeface="Trebuchet MS"/>
                <a:cs typeface="Trebuchet MS"/>
              </a:rPr>
              <a:t>v</a:t>
            </a:r>
            <a:r>
              <a:rPr sz="1800" spc="-85" dirty="0">
                <a:latin typeface="Trebuchet MS"/>
                <a:cs typeface="Trebuchet MS"/>
              </a:rPr>
              <a:t>e  </a:t>
            </a:r>
            <a:r>
              <a:rPr sz="1800" spc="-75" dirty="0">
                <a:latin typeface="Trebuchet MS"/>
                <a:cs typeface="Trebuchet MS"/>
              </a:rPr>
              <a:t>subprograms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(A{20k},B{20k},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C{30k},</a:t>
            </a:r>
            <a:r>
              <a:rPr sz="1800" spc="-22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D{10k}, </a:t>
            </a:r>
            <a:r>
              <a:rPr sz="1800" spc="-52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60" dirty="0">
                <a:latin typeface="Trebuchet MS"/>
                <a:cs typeface="Trebuchet MS"/>
              </a:rPr>
              <a:t> E{20k})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that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require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100K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bytes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core.</a:t>
            </a:r>
            <a:endParaRPr sz="1800">
              <a:latin typeface="Trebuchet MS"/>
              <a:cs typeface="Trebuchet MS"/>
            </a:endParaRPr>
          </a:p>
          <a:p>
            <a:pPr marL="641985" lvl="1" indent="-229235">
              <a:lnSpc>
                <a:spcPct val="100000"/>
              </a:lnSpc>
              <a:spcBef>
                <a:spcPts val="865"/>
              </a:spcBef>
              <a:buClr>
                <a:srgbClr val="B71E42"/>
              </a:buClr>
              <a:buFont typeface="Arial MT"/>
              <a:buChar char="•"/>
              <a:tabLst>
                <a:tab pos="641985" algn="l"/>
                <a:tab pos="642620" algn="l"/>
              </a:tabLst>
            </a:pPr>
            <a:r>
              <a:rPr sz="1800" spc="-70" dirty="0">
                <a:latin typeface="Trebuchet MS"/>
                <a:cs typeface="Trebuchet MS"/>
              </a:rPr>
              <a:t>Subp</a:t>
            </a:r>
            <a:r>
              <a:rPr sz="1800" spc="-100" dirty="0">
                <a:latin typeface="Trebuchet MS"/>
                <a:cs typeface="Trebuchet MS"/>
              </a:rPr>
              <a:t>r</a:t>
            </a:r>
            <a:r>
              <a:rPr sz="1800" spc="-80" dirty="0">
                <a:latin typeface="Trebuchet MS"/>
                <a:cs typeface="Trebuchet MS"/>
              </a:rPr>
              <a:t>ogram</a:t>
            </a:r>
            <a:r>
              <a:rPr sz="1800" spc="-245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o</a:t>
            </a:r>
            <a:r>
              <a:rPr sz="1800" spc="-145" dirty="0">
                <a:latin typeface="Trebuchet MS"/>
                <a:cs typeface="Trebuchet MS"/>
              </a:rPr>
              <a:t>n</a:t>
            </a:r>
            <a:r>
              <a:rPr sz="1800" spc="-95" dirty="0">
                <a:latin typeface="Trebuchet MS"/>
                <a:cs typeface="Trebuchet MS"/>
              </a:rPr>
              <a:t>l</a:t>
            </a:r>
            <a:r>
              <a:rPr sz="1800" spc="-100" dirty="0">
                <a:latin typeface="Trebuchet MS"/>
                <a:cs typeface="Trebuchet MS"/>
              </a:rPr>
              <a:t>y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calls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B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10" dirty="0">
                <a:latin typeface="Trebuchet MS"/>
                <a:cs typeface="Trebuchet MS"/>
              </a:rPr>
              <a:t> </a:t>
            </a:r>
            <a:r>
              <a:rPr sz="1800" spc="245" dirty="0">
                <a:latin typeface="Trebuchet MS"/>
                <a:cs typeface="Trebuchet MS"/>
              </a:rPr>
              <a:t>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60" dirty="0">
                <a:latin typeface="Trebuchet MS"/>
                <a:cs typeface="Trebuchet MS"/>
              </a:rPr>
              <a:t>E;</a:t>
            </a:r>
            <a:endParaRPr sz="1800">
              <a:latin typeface="Trebuchet MS"/>
              <a:cs typeface="Trebuchet MS"/>
            </a:endParaRPr>
          </a:p>
          <a:p>
            <a:pPr marL="641985" lvl="1" indent="-229235">
              <a:lnSpc>
                <a:spcPct val="100000"/>
              </a:lnSpc>
              <a:spcBef>
                <a:spcPts val="865"/>
              </a:spcBef>
              <a:buClr>
                <a:srgbClr val="B71E42"/>
              </a:buClr>
              <a:buFont typeface="Arial MT"/>
              <a:buChar char="•"/>
              <a:tabLst>
                <a:tab pos="641985" algn="l"/>
                <a:tab pos="642620" algn="l"/>
              </a:tabLst>
            </a:pPr>
            <a:r>
              <a:rPr sz="1800" spc="-70" dirty="0">
                <a:latin typeface="Trebuchet MS"/>
                <a:cs typeface="Trebuchet MS"/>
              </a:rPr>
              <a:t>subp</a:t>
            </a:r>
            <a:r>
              <a:rPr sz="1800" spc="-100" dirty="0">
                <a:latin typeface="Trebuchet MS"/>
                <a:cs typeface="Trebuchet MS"/>
              </a:rPr>
              <a:t>r</a:t>
            </a:r>
            <a:r>
              <a:rPr sz="1800" spc="-80" dirty="0">
                <a:latin typeface="Trebuchet MS"/>
                <a:cs typeface="Trebuchet MS"/>
              </a:rPr>
              <a:t>ogram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o</a:t>
            </a:r>
            <a:r>
              <a:rPr sz="1800" spc="-145" dirty="0">
                <a:latin typeface="Trebuchet MS"/>
                <a:cs typeface="Trebuchet MS"/>
              </a:rPr>
              <a:t>n</a:t>
            </a:r>
            <a:r>
              <a:rPr sz="1800" spc="-95" dirty="0">
                <a:latin typeface="Trebuchet MS"/>
                <a:cs typeface="Trebuchet MS"/>
              </a:rPr>
              <a:t>l</a:t>
            </a:r>
            <a:r>
              <a:rPr sz="1800" spc="-100" dirty="0">
                <a:latin typeface="Trebuchet MS"/>
                <a:cs typeface="Trebuchet MS"/>
              </a:rPr>
              <a:t>y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55" dirty="0">
                <a:latin typeface="Trebuchet MS"/>
                <a:cs typeface="Trebuchet MS"/>
              </a:rPr>
              <a:t>cal</a:t>
            </a:r>
            <a:r>
              <a:rPr sz="1800" spc="-100" dirty="0">
                <a:latin typeface="Trebuchet MS"/>
                <a:cs typeface="Trebuchet MS"/>
              </a:rPr>
              <a:t>l</a:t>
            </a:r>
            <a:r>
              <a:rPr sz="1800" spc="-40" dirty="0">
                <a:latin typeface="Trebuchet MS"/>
                <a:cs typeface="Trebuchet MS"/>
              </a:rPr>
              <a:t>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195" dirty="0">
                <a:latin typeface="Trebuchet MS"/>
                <a:cs typeface="Trebuchet MS"/>
              </a:rPr>
              <a:t>C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60" dirty="0">
                <a:latin typeface="Trebuchet MS"/>
                <a:cs typeface="Trebuchet MS"/>
              </a:rPr>
              <a:t>E;</a:t>
            </a:r>
            <a:endParaRPr sz="1800">
              <a:latin typeface="Trebuchet MS"/>
              <a:cs typeface="Trebuchet MS"/>
            </a:endParaRPr>
          </a:p>
          <a:p>
            <a:pPr marL="641985" lvl="1" indent="-229235">
              <a:lnSpc>
                <a:spcPct val="100000"/>
              </a:lnSpc>
              <a:spcBef>
                <a:spcPts val="865"/>
              </a:spcBef>
              <a:buClr>
                <a:srgbClr val="B71E42"/>
              </a:buClr>
              <a:buFont typeface="Arial MT"/>
              <a:buChar char="•"/>
              <a:tabLst>
                <a:tab pos="641985" algn="l"/>
                <a:tab pos="642620" algn="l"/>
              </a:tabLst>
            </a:pPr>
            <a:r>
              <a:rPr sz="1800" spc="-70" dirty="0">
                <a:latin typeface="Trebuchet MS"/>
                <a:cs typeface="Trebuchet MS"/>
              </a:rPr>
              <a:t>subp</a:t>
            </a:r>
            <a:r>
              <a:rPr sz="1800" spc="-100" dirty="0">
                <a:latin typeface="Trebuchet MS"/>
                <a:cs typeface="Trebuchet MS"/>
              </a:rPr>
              <a:t>r</a:t>
            </a:r>
            <a:r>
              <a:rPr sz="1800" spc="-80" dirty="0">
                <a:latin typeface="Trebuchet MS"/>
                <a:cs typeface="Trebuchet MS"/>
              </a:rPr>
              <a:t>ogram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245" dirty="0">
                <a:latin typeface="Trebuchet MS"/>
                <a:cs typeface="Trebuchet MS"/>
              </a:rPr>
              <a:t>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on</a:t>
            </a:r>
            <a:r>
              <a:rPr sz="1800" spc="-55" dirty="0">
                <a:latin typeface="Trebuchet MS"/>
                <a:cs typeface="Trebuchet MS"/>
              </a:rPr>
              <a:t>l</a:t>
            </a:r>
            <a:r>
              <a:rPr sz="1800" spc="-100" dirty="0">
                <a:latin typeface="Trebuchet MS"/>
                <a:cs typeface="Trebuchet MS"/>
              </a:rPr>
              <a:t>y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calls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E</a:t>
            </a:r>
            <a:endParaRPr sz="1800">
              <a:latin typeface="Trebuchet MS"/>
              <a:cs typeface="Trebuchet MS"/>
            </a:endParaRPr>
          </a:p>
          <a:p>
            <a:pPr marL="641985" marR="5080" lvl="1" indent="-228600">
              <a:lnSpc>
                <a:spcPct val="120000"/>
              </a:lnSpc>
              <a:spcBef>
                <a:spcPts val="430"/>
              </a:spcBef>
              <a:buClr>
                <a:srgbClr val="B71E42"/>
              </a:buClr>
              <a:buFont typeface="Arial MT"/>
              <a:buChar char="•"/>
              <a:tabLst>
                <a:tab pos="641985" algn="l"/>
                <a:tab pos="642620" algn="l"/>
              </a:tabLst>
            </a:pPr>
            <a:r>
              <a:rPr sz="1800" spc="-70" dirty="0">
                <a:latin typeface="Trebuchet MS"/>
                <a:cs typeface="Trebuchet MS"/>
              </a:rPr>
              <a:t>subp</a:t>
            </a:r>
            <a:r>
              <a:rPr sz="1800" spc="-100" dirty="0">
                <a:latin typeface="Trebuchet MS"/>
                <a:cs typeface="Trebuchet MS"/>
              </a:rPr>
              <a:t>r</a:t>
            </a:r>
            <a:r>
              <a:rPr sz="1800" spc="-80" dirty="0">
                <a:latin typeface="Trebuchet MS"/>
                <a:cs typeface="Trebuchet MS"/>
              </a:rPr>
              <a:t>ogram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195" dirty="0">
                <a:latin typeface="Trebuchet MS"/>
                <a:cs typeface="Trebuchet MS"/>
              </a:rPr>
              <a:t>C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do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not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40" dirty="0">
                <a:latin typeface="Trebuchet MS"/>
                <a:cs typeface="Trebuchet MS"/>
              </a:rPr>
              <a:t>call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a</a:t>
            </a:r>
            <a:r>
              <a:rPr sz="1800" spc="-175" dirty="0">
                <a:latin typeface="Trebuchet MS"/>
                <a:cs typeface="Trebuchet MS"/>
              </a:rPr>
              <a:t>n</a:t>
            </a:r>
            <a:r>
              <a:rPr sz="1800" spc="-100" dirty="0">
                <a:latin typeface="Trebuchet MS"/>
                <a:cs typeface="Trebuchet MS"/>
              </a:rPr>
              <a:t>y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other  </a:t>
            </a:r>
            <a:r>
              <a:rPr sz="1800" spc="-75" dirty="0">
                <a:latin typeface="Trebuchet MS"/>
                <a:cs typeface="Trebuchet MS"/>
              </a:rPr>
              <a:t>routines</a:t>
            </a:r>
            <a:endParaRPr sz="1800">
              <a:latin typeface="Trebuchet MS"/>
              <a:cs typeface="Trebuchet MS"/>
            </a:endParaRPr>
          </a:p>
          <a:p>
            <a:pPr marL="241300" marR="292100" indent="-228600">
              <a:lnSpc>
                <a:spcPct val="120000"/>
              </a:lnSpc>
              <a:spcBef>
                <a:spcPts val="434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10" dirty="0">
                <a:latin typeface="Trebuchet MS"/>
                <a:cs typeface="Trebuchet MS"/>
              </a:rPr>
              <a:t>Note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that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p</a:t>
            </a:r>
            <a:r>
              <a:rPr sz="1800" spc="-90" dirty="0">
                <a:latin typeface="Trebuchet MS"/>
                <a:cs typeface="Trebuchet MS"/>
              </a:rPr>
              <a:t>r</a:t>
            </a:r>
            <a:r>
              <a:rPr sz="1800" spc="-40" dirty="0">
                <a:latin typeface="Trebuchet MS"/>
                <a:cs typeface="Trebuchet MS"/>
              </a:rPr>
              <a:t>oc</a:t>
            </a:r>
            <a:r>
              <a:rPr sz="1800" spc="-75" dirty="0">
                <a:latin typeface="Trebuchet MS"/>
                <a:cs typeface="Trebuchet MS"/>
              </a:rPr>
              <a:t>edu</a:t>
            </a:r>
            <a:r>
              <a:rPr sz="1800" spc="-100" dirty="0">
                <a:latin typeface="Trebuchet MS"/>
                <a:cs typeface="Trebuchet MS"/>
              </a:rPr>
              <a:t>r</a:t>
            </a:r>
            <a:r>
              <a:rPr sz="1800" spc="-80" dirty="0">
                <a:latin typeface="Trebuchet MS"/>
                <a:cs typeface="Trebuchet MS"/>
              </a:rPr>
              <a:t>es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245" dirty="0">
                <a:latin typeface="Trebuchet MS"/>
                <a:cs typeface="Trebuchet MS"/>
              </a:rPr>
              <a:t>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a</a:t>
            </a:r>
            <a:r>
              <a:rPr sz="1800" spc="-114" dirty="0">
                <a:latin typeface="Trebuchet MS"/>
                <a:cs typeface="Trebuchet MS"/>
              </a:rPr>
              <a:t>r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n</a:t>
            </a:r>
            <a:r>
              <a:rPr sz="1800" spc="-130" dirty="0">
                <a:latin typeface="Trebuchet MS"/>
                <a:cs typeface="Trebuchet MS"/>
              </a:rPr>
              <a:t>ev</a:t>
            </a:r>
            <a:r>
              <a:rPr sz="1800" spc="-55" dirty="0">
                <a:latin typeface="Trebuchet MS"/>
                <a:cs typeface="Trebuchet MS"/>
              </a:rPr>
              <a:t>er </a:t>
            </a:r>
            <a:r>
              <a:rPr sz="1800" spc="-95" dirty="0">
                <a:latin typeface="Trebuchet MS"/>
                <a:cs typeface="Trebuchet MS"/>
              </a:rPr>
              <a:t>in  </a:t>
            </a:r>
            <a:r>
              <a:rPr sz="1800" spc="-85" dirty="0">
                <a:latin typeface="Trebuchet MS"/>
                <a:cs typeface="Trebuchet MS"/>
              </a:rPr>
              <a:t>used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same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45" dirty="0">
                <a:latin typeface="Trebuchet MS"/>
                <a:cs typeface="Trebuchet MS"/>
              </a:rPr>
              <a:t>time;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neither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are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195" dirty="0">
                <a:latin typeface="Trebuchet MS"/>
                <a:cs typeface="Trebuchet MS"/>
              </a:rPr>
              <a:t>C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70" dirty="0">
                <a:latin typeface="Trebuchet MS"/>
                <a:cs typeface="Trebuchet MS"/>
              </a:rPr>
              <a:t>E.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86181" y="2447353"/>
            <a:ext cx="695325" cy="655955"/>
            <a:chOff x="6786181" y="2447353"/>
            <a:chExt cx="695325" cy="6559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0943" y="2452116"/>
              <a:ext cx="685800" cy="6461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90943" y="2452116"/>
              <a:ext cx="685800" cy="646430"/>
            </a:xfrm>
            <a:custGeom>
              <a:avLst/>
              <a:gdLst/>
              <a:ahLst/>
              <a:cxnLst/>
              <a:rect l="l" t="t" r="r" b="b"/>
              <a:pathLst>
                <a:path w="685800" h="646430">
                  <a:moveTo>
                    <a:pt x="0" y="646176"/>
                  </a:moveTo>
                  <a:lnTo>
                    <a:pt x="685800" y="646176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9144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932421" y="2476880"/>
            <a:ext cx="404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303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Trebuchet MS"/>
                <a:cs typeface="Trebuchet MS"/>
              </a:rPr>
              <a:t>A </a:t>
            </a:r>
            <a:r>
              <a:rPr sz="1800" spc="140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20K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10181" y="2447353"/>
            <a:ext cx="695325" cy="655955"/>
            <a:chOff x="8310181" y="2447353"/>
            <a:chExt cx="695325" cy="65595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14943" y="2452116"/>
              <a:ext cx="685800" cy="6461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314943" y="2452116"/>
              <a:ext cx="685800" cy="646430"/>
            </a:xfrm>
            <a:custGeom>
              <a:avLst/>
              <a:gdLst/>
              <a:ahLst/>
              <a:cxnLst/>
              <a:rect l="l" t="t" r="r" b="b"/>
              <a:pathLst>
                <a:path w="685800" h="646430">
                  <a:moveTo>
                    <a:pt x="0" y="646176"/>
                  </a:moveTo>
                  <a:lnTo>
                    <a:pt x="685800" y="646176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9144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456803" y="2476880"/>
            <a:ext cx="404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446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B 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20K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910381" y="2447353"/>
            <a:ext cx="695325" cy="655955"/>
            <a:chOff x="9910381" y="2447353"/>
            <a:chExt cx="695325" cy="65595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15143" y="2452116"/>
              <a:ext cx="685800" cy="64617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915143" y="2452116"/>
              <a:ext cx="685800" cy="646430"/>
            </a:xfrm>
            <a:custGeom>
              <a:avLst/>
              <a:gdLst/>
              <a:ahLst/>
              <a:cxnLst/>
              <a:rect l="l" t="t" r="r" b="b"/>
              <a:pathLst>
                <a:path w="685800" h="646430">
                  <a:moveTo>
                    <a:pt x="0" y="646176"/>
                  </a:moveTo>
                  <a:lnTo>
                    <a:pt x="685800" y="646176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9144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057256" y="2476880"/>
            <a:ext cx="404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7950">
              <a:lnSpc>
                <a:spcPct val="100000"/>
              </a:lnSpc>
              <a:spcBef>
                <a:spcPts val="100"/>
              </a:spcBef>
            </a:pPr>
            <a:r>
              <a:rPr sz="1800" spc="195" dirty="0">
                <a:latin typeface="Trebuchet MS"/>
                <a:cs typeface="Trebuchet MS"/>
              </a:rPr>
              <a:t>C </a:t>
            </a:r>
            <a:r>
              <a:rPr sz="1800" spc="200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30K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86181" y="3742753"/>
            <a:ext cx="695325" cy="655955"/>
            <a:chOff x="6786181" y="3742753"/>
            <a:chExt cx="695325" cy="65595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0943" y="3747515"/>
              <a:ext cx="685800" cy="64617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790943" y="3747515"/>
              <a:ext cx="685800" cy="646430"/>
            </a:xfrm>
            <a:custGeom>
              <a:avLst/>
              <a:gdLst/>
              <a:ahLst/>
              <a:cxnLst/>
              <a:rect l="l" t="t" r="r" b="b"/>
              <a:pathLst>
                <a:path w="685800" h="646429">
                  <a:moveTo>
                    <a:pt x="0" y="646175"/>
                  </a:moveTo>
                  <a:lnTo>
                    <a:pt x="685800" y="646175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646175"/>
                  </a:lnTo>
                  <a:close/>
                </a:path>
              </a:pathLst>
            </a:custGeom>
            <a:ln w="9144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32421" y="3772661"/>
            <a:ext cx="404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3505">
              <a:lnSpc>
                <a:spcPct val="100000"/>
              </a:lnSpc>
              <a:spcBef>
                <a:spcPts val="100"/>
              </a:spcBef>
            </a:pPr>
            <a:r>
              <a:rPr sz="1800" spc="245" dirty="0">
                <a:latin typeface="Trebuchet MS"/>
                <a:cs typeface="Trebuchet MS"/>
              </a:rPr>
              <a:t>D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10K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10181" y="3742753"/>
            <a:ext cx="695325" cy="655955"/>
            <a:chOff x="8310181" y="3742753"/>
            <a:chExt cx="695325" cy="65595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14943" y="3747515"/>
              <a:ext cx="685800" cy="64617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314943" y="3747515"/>
              <a:ext cx="685800" cy="646430"/>
            </a:xfrm>
            <a:custGeom>
              <a:avLst/>
              <a:gdLst/>
              <a:ahLst/>
              <a:cxnLst/>
              <a:rect l="l" t="t" r="r" b="b"/>
              <a:pathLst>
                <a:path w="685800" h="646429">
                  <a:moveTo>
                    <a:pt x="0" y="646175"/>
                  </a:moveTo>
                  <a:lnTo>
                    <a:pt x="685800" y="646175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646175"/>
                  </a:lnTo>
                  <a:close/>
                </a:path>
              </a:pathLst>
            </a:custGeom>
            <a:ln w="9144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456803" y="3772661"/>
            <a:ext cx="404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Trebuchet MS"/>
                <a:cs typeface="Trebuchet MS"/>
              </a:rPr>
              <a:t>E 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20K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82409" y="2726435"/>
            <a:ext cx="2832735" cy="1398905"/>
          </a:xfrm>
          <a:custGeom>
            <a:avLst/>
            <a:gdLst/>
            <a:ahLst/>
            <a:cxnLst/>
            <a:rect l="l" t="t" r="r" b="b"/>
            <a:pathLst>
              <a:path w="2832734" h="1398904">
                <a:moveTo>
                  <a:pt x="103378" y="932561"/>
                </a:moveTo>
                <a:lnTo>
                  <a:pt x="102362" y="928751"/>
                </a:lnTo>
                <a:lnTo>
                  <a:pt x="96266" y="925195"/>
                </a:lnTo>
                <a:lnTo>
                  <a:pt x="92456" y="926211"/>
                </a:lnTo>
                <a:lnTo>
                  <a:pt x="57886" y="985050"/>
                </a:lnTo>
                <a:lnTo>
                  <a:pt x="57785" y="1008507"/>
                </a:lnTo>
                <a:lnTo>
                  <a:pt x="57785" y="1005332"/>
                </a:lnTo>
                <a:lnTo>
                  <a:pt x="57835" y="985139"/>
                </a:lnTo>
                <a:lnTo>
                  <a:pt x="59309" y="373380"/>
                </a:lnTo>
                <a:lnTo>
                  <a:pt x="46736" y="373380"/>
                </a:lnTo>
                <a:lnTo>
                  <a:pt x="45300" y="924941"/>
                </a:lnTo>
                <a:lnTo>
                  <a:pt x="45186" y="985139"/>
                </a:lnTo>
                <a:lnTo>
                  <a:pt x="10922" y="925957"/>
                </a:lnTo>
                <a:lnTo>
                  <a:pt x="7112" y="924941"/>
                </a:lnTo>
                <a:lnTo>
                  <a:pt x="1016" y="928497"/>
                </a:lnTo>
                <a:lnTo>
                  <a:pt x="0" y="932307"/>
                </a:lnTo>
                <a:lnTo>
                  <a:pt x="1651" y="935355"/>
                </a:lnTo>
                <a:lnTo>
                  <a:pt x="51435" y="1021080"/>
                </a:lnTo>
                <a:lnTo>
                  <a:pt x="58813" y="1008507"/>
                </a:lnTo>
                <a:lnTo>
                  <a:pt x="103378" y="932561"/>
                </a:lnTo>
                <a:close/>
              </a:path>
              <a:path w="2832734" h="1398904">
                <a:moveTo>
                  <a:pt x="1221600" y="1353566"/>
                </a:moveTo>
                <a:lnTo>
                  <a:pt x="1219962" y="1353566"/>
                </a:lnTo>
                <a:lnTo>
                  <a:pt x="1196441" y="1353566"/>
                </a:lnTo>
                <a:lnTo>
                  <a:pt x="1137412" y="1387856"/>
                </a:lnTo>
                <a:lnTo>
                  <a:pt x="1136396" y="1391666"/>
                </a:lnTo>
                <a:lnTo>
                  <a:pt x="1139952" y="1397762"/>
                </a:lnTo>
                <a:lnTo>
                  <a:pt x="1143889" y="1398778"/>
                </a:lnTo>
                <a:lnTo>
                  <a:pt x="1146810" y="1397000"/>
                </a:lnTo>
                <a:lnTo>
                  <a:pt x="1221600" y="1353566"/>
                </a:lnTo>
                <a:close/>
              </a:path>
              <a:path w="2832734" h="1398904">
                <a:moveTo>
                  <a:pt x="1221600" y="58166"/>
                </a:moveTo>
                <a:lnTo>
                  <a:pt x="1219962" y="58166"/>
                </a:lnTo>
                <a:lnTo>
                  <a:pt x="1196441" y="58166"/>
                </a:lnTo>
                <a:lnTo>
                  <a:pt x="1137412" y="92456"/>
                </a:lnTo>
                <a:lnTo>
                  <a:pt x="1136396" y="96266"/>
                </a:lnTo>
                <a:lnTo>
                  <a:pt x="1139952" y="102362"/>
                </a:lnTo>
                <a:lnTo>
                  <a:pt x="1143889" y="103378"/>
                </a:lnTo>
                <a:lnTo>
                  <a:pt x="1146810" y="101600"/>
                </a:lnTo>
                <a:lnTo>
                  <a:pt x="1221600" y="58166"/>
                </a:lnTo>
                <a:close/>
              </a:path>
              <a:path w="2832734" h="1398904">
                <a:moveTo>
                  <a:pt x="1232535" y="51816"/>
                </a:moveTo>
                <a:lnTo>
                  <a:pt x="1144016" y="0"/>
                </a:lnTo>
                <a:lnTo>
                  <a:pt x="1140079" y="1016"/>
                </a:lnTo>
                <a:lnTo>
                  <a:pt x="1138428" y="4064"/>
                </a:lnTo>
                <a:lnTo>
                  <a:pt x="1136650" y="7112"/>
                </a:lnTo>
                <a:lnTo>
                  <a:pt x="1137666" y="10922"/>
                </a:lnTo>
                <a:lnTo>
                  <a:pt x="1140587" y="12700"/>
                </a:lnTo>
                <a:lnTo>
                  <a:pt x="1196517" y="45427"/>
                </a:lnTo>
                <a:lnTo>
                  <a:pt x="394335" y="43942"/>
                </a:lnTo>
                <a:lnTo>
                  <a:pt x="394335" y="50292"/>
                </a:lnTo>
                <a:lnTo>
                  <a:pt x="389001" y="53721"/>
                </a:lnTo>
                <a:lnTo>
                  <a:pt x="1207541" y="1318818"/>
                </a:lnTo>
                <a:lnTo>
                  <a:pt x="1149858" y="1289685"/>
                </a:lnTo>
                <a:lnTo>
                  <a:pt x="1146683" y="1288034"/>
                </a:lnTo>
                <a:lnTo>
                  <a:pt x="1142873" y="1289304"/>
                </a:lnTo>
                <a:lnTo>
                  <a:pt x="1141349" y="1292479"/>
                </a:lnTo>
                <a:lnTo>
                  <a:pt x="1139698" y="1295527"/>
                </a:lnTo>
                <a:lnTo>
                  <a:pt x="1140015" y="1296517"/>
                </a:lnTo>
                <a:lnTo>
                  <a:pt x="1138428" y="1299464"/>
                </a:lnTo>
                <a:lnTo>
                  <a:pt x="1136650" y="1302512"/>
                </a:lnTo>
                <a:lnTo>
                  <a:pt x="1137666" y="1306322"/>
                </a:lnTo>
                <a:lnTo>
                  <a:pt x="1140587" y="1308100"/>
                </a:lnTo>
                <a:lnTo>
                  <a:pt x="1196517" y="1340827"/>
                </a:lnTo>
                <a:lnTo>
                  <a:pt x="394335" y="1339342"/>
                </a:lnTo>
                <a:lnTo>
                  <a:pt x="394335" y="1352042"/>
                </a:lnTo>
                <a:lnTo>
                  <a:pt x="1196517" y="1353527"/>
                </a:lnTo>
                <a:lnTo>
                  <a:pt x="1219962" y="1353566"/>
                </a:lnTo>
                <a:lnTo>
                  <a:pt x="1221663" y="1353527"/>
                </a:lnTo>
                <a:lnTo>
                  <a:pt x="1232535" y="1347216"/>
                </a:lnTo>
                <a:lnTo>
                  <a:pt x="1213383" y="1336014"/>
                </a:lnTo>
                <a:lnTo>
                  <a:pt x="1232535" y="1345692"/>
                </a:lnTo>
                <a:lnTo>
                  <a:pt x="1232204" y="1338580"/>
                </a:lnTo>
                <a:lnTo>
                  <a:pt x="1227963" y="1246759"/>
                </a:lnTo>
                <a:lnTo>
                  <a:pt x="1227836" y="1243203"/>
                </a:lnTo>
                <a:lnTo>
                  <a:pt x="1224788" y="1240536"/>
                </a:lnTo>
                <a:lnTo>
                  <a:pt x="1217803" y="1240790"/>
                </a:lnTo>
                <a:lnTo>
                  <a:pt x="1215136" y="1243838"/>
                </a:lnTo>
                <a:lnTo>
                  <a:pt x="1215263" y="1247267"/>
                </a:lnTo>
                <a:lnTo>
                  <a:pt x="1218247" y="1311998"/>
                </a:lnTo>
                <a:lnTo>
                  <a:pt x="406006" y="56667"/>
                </a:lnTo>
                <a:lnTo>
                  <a:pt x="1196517" y="58127"/>
                </a:lnTo>
                <a:lnTo>
                  <a:pt x="1219962" y="58166"/>
                </a:lnTo>
                <a:lnTo>
                  <a:pt x="1221663" y="58127"/>
                </a:lnTo>
                <a:lnTo>
                  <a:pt x="1232535" y="51816"/>
                </a:lnTo>
                <a:close/>
              </a:path>
              <a:path w="2832734" h="1398904">
                <a:moveTo>
                  <a:pt x="1627378" y="932561"/>
                </a:moveTo>
                <a:lnTo>
                  <a:pt x="1626362" y="928751"/>
                </a:lnTo>
                <a:lnTo>
                  <a:pt x="1620266" y="925195"/>
                </a:lnTo>
                <a:lnTo>
                  <a:pt x="1616456" y="926211"/>
                </a:lnTo>
                <a:lnTo>
                  <a:pt x="1581886" y="985050"/>
                </a:lnTo>
                <a:lnTo>
                  <a:pt x="1581785" y="1008507"/>
                </a:lnTo>
                <a:lnTo>
                  <a:pt x="1581785" y="1005332"/>
                </a:lnTo>
                <a:lnTo>
                  <a:pt x="1581835" y="985126"/>
                </a:lnTo>
                <a:lnTo>
                  <a:pt x="1583436" y="373380"/>
                </a:lnTo>
                <a:lnTo>
                  <a:pt x="1570736" y="373380"/>
                </a:lnTo>
                <a:lnTo>
                  <a:pt x="1569300" y="924941"/>
                </a:lnTo>
                <a:lnTo>
                  <a:pt x="1569186" y="985126"/>
                </a:lnTo>
                <a:lnTo>
                  <a:pt x="1575473" y="995972"/>
                </a:lnTo>
                <a:lnTo>
                  <a:pt x="1569135" y="985050"/>
                </a:lnTo>
                <a:lnTo>
                  <a:pt x="1534922" y="925957"/>
                </a:lnTo>
                <a:lnTo>
                  <a:pt x="1531112" y="924941"/>
                </a:lnTo>
                <a:lnTo>
                  <a:pt x="1525016" y="928497"/>
                </a:lnTo>
                <a:lnTo>
                  <a:pt x="1524000" y="932307"/>
                </a:lnTo>
                <a:lnTo>
                  <a:pt x="1525651" y="935355"/>
                </a:lnTo>
                <a:lnTo>
                  <a:pt x="1575435" y="1021080"/>
                </a:lnTo>
                <a:lnTo>
                  <a:pt x="1582813" y="1008507"/>
                </a:lnTo>
                <a:lnTo>
                  <a:pt x="1627378" y="932561"/>
                </a:lnTo>
                <a:close/>
              </a:path>
              <a:path w="2832734" h="1398904">
                <a:moveTo>
                  <a:pt x="2821825" y="58166"/>
                </a:moveTo>
                <a:lnTo>
                  <a:pt x="2820162" y="58166"/>
                </a:lnTo>
                <a:lnTo>
                  <a:pt x="2796641" y="58166"/>
                </a:lnTo>
                <a:lnTo>
                  <a:pt x="2737612" y="92456"/>
                </a:lnTo>
                <a:lnTo>
                  <a:pt x="2736596" y="96393"/>
                </a:lnTo>
                <a:lnTo>
                  <a:pt x="2738374" y="99314"/>
                </a:lnTo>
                <a:lnTo>
                  <a:pt x="2740152" y="102362"/>
                </a:lnTo>
                <a:lnTo>
                  <a:pt x="2744089" y="103378"/>
                </a:lnTo>
                <a:lnTo>
                  <a:pt x="2747010" y="101727"/>
                </a:lnTo>
                <a:lnTo>
                  <a:pt x="2821825" y="58166"/>
                </a:lnTo>
                <a:close/>
              </a:path>
              <a:path w="2832734" h="1398904">
                <a:moveTo>
                  <a:pt x="2832735" y="51816"/>
                </a:moveTo>
                <a:lnTo>
                  <a:pt x="2744216" y="0"/>
                </a:lnTo>
                <a:lnTo>
                  <a:pt x="2740279" y="1016"/>
                </a:lnTo>
                <a:lnTo>
                  <a:pt x="2736723" y="7112"/>
                </a:lnTo>
                <a:lnTo>
                  <a:pt x="2737739" y="10922"/>
                </a:lnTo>
                <a:lnTo>
                  <a:pt x="2796717" y="45427"/>
                </a:lnTo>
                <a:lnTo>
                  <a:pt x="1918335" y="43942"/>
                </a:lnTo>
                <a:lnTo>
                  <a:pt x="1918335" y="56642"/>
                </a:lnTo>
                <a:lnTo>
                  <a:pt x="2796717" y="58127"/>
                </a:lnTo>
                <a:lnTo>
                  <a:pt x="2820162" y="58166"/>
                </a:lnTo>
                <a:lnTo>
                  <a:pt x="2821889" y="58127"/>
                </a:lnTo>
                <a:lnTo>
                  <a:pt x="2832735" y="51816"/>
                </a:lnTo>
                <a:close/>
              </a:path>
            </a:pathLst>
          </a:custGeom>
          <a:solidFill>
            <a:srgbClr val="B71E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1A676AC3-DAD3-4397-9CDF-E1D35ADC7B65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4658" y="3806190"/>
            <a:ext cx="8630920" cy="0"/>
          </a:xfrm>
          <a:custGeom>
            <a:avLst/>
            <a:gdLst/>
            <a:ahLst/>
            <a:cxnLst/>
            <a:rect l="l" t="t" r="r" b="b"/>
            <a:pathLst>
              <a:path w="8630920">
                <a:moveTo>
                  <a:pt x="0" y="0"/>
                </a:moveTo>
                <a:lnTo>
                  <a:pt x="8630412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3271" y="3019425"/>
            <a:ext cx="4613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20" dirty="0">
                <a:solidFill>
                  <a:srgbClr val="000000"/>
                </a:solidFill>
              </a:rPr>
              <a:t>DESIGNS</a:t>
            </a:r>
            <a:r>
              <a:rPr sz="3600" spc="-125" dirty="0">
                <a:solidFill>
                  <a:srgbClr val="000000"/>
                </a:solidFill>
              </a:rPr>
              <a:t> </a:t>
            </a:r>
            <a:r>
              <a:rPr sz="3600" spc="165" dirty="0">
                <a:solidFill>
                  <a:srgbClr val="000000"/>
                </a:solidFill>
              </a:rPr>
              <a:t>OF</a:t>
            </a:r>
            <a:r>
              <a:rPr sz="3600" spc="-135" dirty="0">
                <a:solidFill>
                  <a:srgbClr val="000000"/>
                </a:solidFill>
              </a:rPr>
              <a:t> </a:t>
            </a:r>
            <a:r>
              <a:rPr sz="3600" spc="135" dirty="0">
                <a:solidFill>
                  <a:srgbClr val="000000"/>
                </a:solidFill>
              </a:rPr>
              <a:t>LOADERS</a:t>
            </a:r>
            <a:endParaRPr sz="360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39A37024-7845-45CD-901D-9ED4038F591D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3271" y="3903675"/>
            <a:ext cx="280670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Trebuchet MS"/>
                <a:cs typeface="Trebuchet MS"/>
              </a:rPr>
              <a:t>ABSOLUTE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LOADERS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800" spc="65" dirty="0">
                <a:latin typeface="Trebuchet MS"/>
                <a:cs typeface="Trebuchet MS"/>
              </a:rPr>
              <a:t>DIRECT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90" dirty="0">
                <a:latin typeface="Trebuchet MS"/>
                <a:cs typeface="Trebuchet MS"/>
              </a:rPr>
              <a:t>LINKING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LOADERS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57632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0" dirty="0">
                <a:solidFill>
                  <a:srgbClr val="000000"/>
                </a:solidFill>
              </a:rPr>
              <a:t>DESIGN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spc="165" dirty="0">
                <a:solidFill>
                  <a:srgbClr val="000000"/>
                </a:solidFill>
              </a:rPr>
              <a:t>O</a:t>
            </a:r>
            <a:r>
              <a:rPr spc="135" dirty="0">
                <a:solidFill>
                  <a:srgbClr val="000000"/>
                </a:solidFill>
              </a:rPr>
              <a:t>F</a:t>
            </a:r>
            <a:r>
              <a:rPr spc="-405" dirty="0">
                <a:solidFill>
                  <a:srgbClr val="000000"/>
                </a:solidFill>
              </a:rPr>
              <a:t> </a:t>
            </a:r>
            <a:r>
              <a:rPr spc="60" dirty="0">
                <a:solidFill>
                  <a:srgbClr val="000000"/>
                </a:solidFill>
              </a:rPr>
              <a:t>AB</a:t>
            </a:r>
            <a:r>
              <a:rPr spc="35" dirty="0">
                <a:solidFill>
                  <a:srgbClr val="000000"/>
                </a:solidFill>
              </a:rPr>
              <a:t>S</a:t>
            </a:r>
            <a:r>
              <a:rPr spc="114" dirty="0">
                <a:solidFill>
                  <a:srgbClr val="000000"/>
                </a:solidFill>
              </a:rPr>
              <a:t>OLUT</a:t>
            </a:r>
            <a:r>
              <a:rPr spc="105" dirty="0">
                <a:solidFill>
                  <a:srgbClr val="000000"/>
                </a:solidFill>
              </a:rPr>
              <a:t>E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spc="-55" dirty="0">
                <a:solidFill>
                  <a:srgbClr val="000000"/>
                </a:solidFill>
              </a:rPr>
              <a:t>L</a:t>
            </a:r>
            <a:r>
              <a:rPr spc="345" dirty="0">
                <a:solidFill>
                  <a:srgbClr val="000000"/>
                </a:solidFill>
              </a:rPr>
              <a:t>O</a:t>
            </a:r>
            <a:r>
              <a:rPr spc="160" dirty="0">
                <a:solidFill>
                  <a:srgbClr val="000000"/>
                </a:solidFill>
              </a:rPr>
              <a:t>ADER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BE54DFF4-9849-49AA-BF93-88958C999EE8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1630171"/>
            <a:ext cx="9471025" cy="4072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65" dirty="0">
                <a:latin typeface="Trebuchet MS"/>
                <a:cs typeface="Trebuchet MS"/>
              </a:rPr>
              <a:t>In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an</a:t>
            </a:r>
            <a:r>
              <a:rPr sz="1800" spc="13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absolute</a:t>
            </a:r>
            <a:r>
              <a:rPr sz="1800" spc="15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loader</a:t>
            </a:r>
            <a:r>
              <a:rPr sz="1800" spc="13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scheme</a:t>
            </a:r>
            <a:r>
              <a:rPr sz="1800" spc="15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the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programmer</a:t>
            </a:r>
            <a:r>
              <a:rPr sz="1800" spc="13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1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assembler</a:t>
            </a:r>
            <a:r>
              <a:rPr sz="1800" spc="15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perform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1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task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of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allocation,</a:t>
            </a:r>
            <a:endParaRPr sz="1800">
              <a:latin typeface="Trebuchet MS"/>
              <a:cs typeface="Trebuchet MS"/>
            </a:endParaRPr>
          </a:p>
          <a:p>
            <a:pPr marL="240665">
              <a:lnSpc>
                <a:spcPct val="100000"/>
              </a:lnSpc>
              <a:spcBef>
                <a:spcPts val="1510"/>
              </a:spcBef>
            </a:pPr>
            <a:r>
              <a:rPr sz="1800" spc="-35" dirty="0">
                <a:latin typeface="Trebuchet MS"/>
                <a:cs typeface="Trebuchet MS"/>
              </a:rPr>
              <a:t>r</a:t>
            </a:r>
            <a:r>
              <a:rPr sz="1800" spc="-80" dirty="0">
                <a:latin typeface="Trebuchet MS"/>
                <a:cs typeface="Trebuchet MS"/>
              </a:rPr>
              <a:t>elo</a:t>
            </a:r>
            <a:r>
              <a:rPr sz="1800" spc="-130" dirty="0">
                <a:latin typeface="Trebuchet MS"/>
                <a:cs typeface="Trebuchet MS"/>
              </a:rPr>
              <a:t>cati</a:t>
            </a:r>
            <a:r>
              <a:rPr sz="1800" spc="-30" dirty="0">
                <a:latin typeface="Trebuchet MS"/>
                <a:cs typeface="Trebuchet MS"/>
              </a:rPr>
              <a:t>on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lin</a:t>
            </a:r>
            <a:r>
              <a:rPr sz="1800" spc="-120" dirty="0">
                <a:latin typeface="Trebuchet MS"/>
                <a:cs typeface="Trebuchet MS"/>
              </a:rPr>
              <a:t>k</a:t>
            </a:r>
            <a:r>
              <a:rPr sz="1800" spc="-114" dirty="0">
                <a:latin typeface="Trebuchet MS"/>
                <a:cs typeface="Trebuchet MS"/>
              </a:rPr>
              <a:t>in</a:t>
            </a:r>
            <a:r>
              <a:rPr sz="1800" spc="-130" dirty="0">
                <a:latin typeface="Trebuchet MS"/>
                <a:cs typeface="Trebuchet MS"/>
              </a:rPr>
              <a:t>g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240665" marR="29209" indent="-228600">
              <a:lnSpc>
                <a:spcPct val="17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55" dirty="0">
                <a:latin typeface="Trebuchet MS"/>
                <a:cs typeface="Trebuchet MS"/>
              </a:rPr>
              <a:t>The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job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15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loader</a:t>
            </a:r>
            <a:r>
              <a:rPr sz="1800" spc="15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is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to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only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read</a:t>
            </a:r>
            <a:r>
              <a:rPr sz="1800" spc="1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14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cards</a:t>
            </a:r>
            <a:r>
              <a:rPr sz="1800" spc="13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14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object</a:t>
            </a:r>
            <a:r>
              <a:rPr sz="1800" spc="15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deck</a:t>
            </a:r>
            <a:r>
              <a:rPr sz="1800" spc="15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1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move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14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text</a:t>
            </a:r>
            <a:r>
              <a:rPr sz="1800" spc="13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on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cards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into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the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abso</a:t>
            </a:r>
            <a:r>
              <a:rPr sz="1800" spc="-50" dirty="0">
                <a:latin typeface="Trebuchet MS"/>
                <a:cs typeface="Trebuchet MS"/>
              </a:rPr>
              <a:t>l</a:t>
            </a:r>
            <a:r>
              <a:rPr sz="1800" spc="-110" dirty="0">
                <a:latin typeface="Trebuchet MS"/>
                <a:cs typeface="Trebuchet MS"/>
              </a:rPr>
              <a:t>ute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loc</a:t>
            </a:r>
            <a:r>
              <a:rPr sz="1800" spc="-85" dirty="0">
                <a:latin typeface="Trebuchet MS"/>
                <a:cs typeface="Trebuchet MS"/>
              </a:rPr>
              <a:t>ations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spe</a:t>
            </a:r>
            <a:r>
              <a:rPr sz="1800" spc="-85" dirty="0">
                <a:latin typeface="Trebuchet MS"/>
                <a:cs typeface="Trebuchet MS"/>
              </a:rPr>
              <a:t>c</a:t>
            </a:r>
            <a:r>
              <a:rPr sz="1800" spc="-155" dirty="0">
                <a:latin typeface="Trebuchet MS"/>
                <a:cs typeface="Trebuchet MS"/>
              </a:rPr>
              <a:t>i</a:t>
            </a:r>
            <a:r>
              <a:rPr sz="1800" spc="-185" dirty="0">
                <a:latin typeface="Trebuchet MS"/>
                <a:cs typeface="Trebuchet MS"/>
              </a:rPr>
              <a:t>f</a:t>
            </a:r>
            <a:r>
              <a:rPr sz="1800" spc="-105" dirty="0">
                <a:latin typeface="Trebuchet MS"/>
                <a:cs typeface="Trebuchet MS"/>
              </a:rPr>
              <a:t>ie</a:t>
            </a:r>
            <a:r>
              <a:rPr sz="1800" spc="-130" dirty="0">
                <a:latin typeface="Trebuchet MS"/>
                <a:cs typeface="Trebuchet MS"/>
              </a:rPr>
              <a:t>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b</a:t>
            </a:r>
            <a:r>
              <a:rPr sz="1800" spc="-95" dirty="0">
                <a:latin typeface="Trebuchet MS"/>
                <a:cs typeface="Trebuchet MS"/>
              </a:rPr>
              <a:t>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ass</a:t>
            </a:r>
            <a:r>
              <a:rPr sz="1800" spc="-114" dirty="0">
                <a:latin typeface="Trebuchet MS"/>
                <a:cs typeface="Trebuchet MS"/>
              </a:rPr>
              <a:t>em</a:t>
            </a:r>
            <a:r>
              <a:rPr sz="1800" spc="-120" dirty="0">
                <a:latin typeface="Trebuchet MS"/>
                <a:cs typeface="Trebuchet MS"/>
              </a:rPr>
              <a:t>ble</a:t>
            </a:r>
            <a:r>
              <a:rPr sz="1800" spc="-170" dirty="0">
                <a:latin typeface="Trebuchet MS"/>
                <a:cs typeface="Trebuchet MS"/>
              </a:rPr>
              <a:t>r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B71E42"/>
              </a:buClr>
              <a:buFont typeface="Arial MT"/>
              <a:buChar char="•"/>
            </a:pPr>
            <a:endParaRPr sz="21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95" dirty="0">
                <a:latin typeface="Trebuchet MS"/>
                <a:cs typeface="Trebuchet MS"/>
              </a:rPr>
              <a:t>Two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types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information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must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be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communicated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the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loader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by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the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assembler:-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B71E42"/>
              </a:buClr>
              <a:buFont typeface="Arial MT"/>
              <a:buChar char="•"/>
            </a:pPr>
            <a:endParaRPr sz="2150">
              <a:latin typeface="Trebuchet MS"/>
              <a:cs typeface="Trebuchet MS"/>
            </a:endParaRPr>
          </a:p>
          <a:p>
            <a:pPr marL="853440" lvl="1" indent="-270510">
              <a:lnSpc>
                <a:spcPct val="100000"/>
              </a:lnSpc>
              <a:buAutoNum type="arabicPeriod"/>
              <a:tabLst>
                <a:tab pos="854075" algn="l"/>
              </a:tabLst>
            </a:pPr>
            <a:r>
              <a:rPr sz="1800" spc="-80" dirty="0">
                <a:latin typeface="Trebuchet MS"/>
                <a:cs typeface="Trebuchet MS"/>
              </a:rPr>
              <a:t>Machine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instructions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that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assembler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has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created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along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with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assigned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core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locations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240665" marR="30480" lvl="1" indent="344170">
              <a:lnSpc>
                <a:spcPct val="170100"/>
              </a:lnSpc>
              <a:spcBef>
                <a:spcPts val="994"/>
              </a:spcBef>
              <a:buAutoNum type="arabicPeriod"/>
              <a:tabLst>
                <a:tab pos="934085" algn="l"/>
                <a:tab pos="934719" algn="l"/>
                <a:tab pos="8628380" algn="l"/>
              </a:tabLst>
            </a:pPr>
            <a:r>
              <a:rPr sz="1800" spc="-65" dirty="0">
                <a:latin typeface="Trebuchet MS"/>
                <a:cs typeface="Trebuchet MS"/>
              </a:rPr>
              <a:t>Entry</a:t>
            </a:r>
            <a:r>
              <a:rPr sz="1800" spc="28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point</a:t>
            </a:r>
            <a:r>
              <a:rPr sz="1800" spc="29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of</a:t>
            </a:r>
            <a:r>
              <a:rPr sz="1800" spc="28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28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program</a:t>
            </a:r>
            <a:r>
              <a:rPr sz="1800" spc="29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which</a:t>
            </a:r>
            <a:r>
              <a:rPr sz="1800" spc="29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is</a:t>
            </a:r>
            <a:r>
              <a:rPr sz="1800" spc="27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where</a:t>
            </a:r>
            <a:r>
              <a:rPr sz="1800" spc="29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28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loader</a:t>
            </a:r>
            <a:r>
              <a:rPr sz="1800" spc="28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is</a:t>
            </a:r>
            <a:r>
              <a:rPr sz="1800" spc="29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to</a:t>
            </a:r>
            <a:r>
              <a:rPr sz="1800" spc="28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transfer</a:t>
            </a:r>
            <a:r>
              <a:rPr sz="1800" spc="28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control	</a:t>
            </a:r>
            <a:r>
              <a:rPr sz="1800" spc="-90" dirty="0">
                <a:latin typeface="Trebuchet MS"/>
                <a:cs typeface="Trebuchet MS"/>
              </a:rPr>
              <a:t>when</a:t>
            </a:r>
            <a:r>
              <a:rPr sz="1800" spc="190" dirty="0">
                <a:latin typeface="Trebuchet MS"/>
                <a:cs typeface="Trebuchet MS"/>
              </a:rPr>
              <a:t> </a:t>
            </a:r>
            <a:r>
              <a:rPr sz="1800" spc="-150" dirty="0">
                <a:latin typeface="Trebuchet MS"/>
                <a:cs typeface="Trebuchet MS"/>
              </a:rPr>
              <a:t>all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instructions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are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loaded.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84124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>
                <a:solidFill>
                  <a:srgbClr val="000000"/>
                </a:solidFill>
              </a:rPr>
              <a:t>TEXT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spc="434" dirty="0">
                <a:solidFill>
                  <a:srgbClr val="000000"/>
                </a:solidFill>
              </a:rPr>
              <a:t>C</a:t>
            </a:r>
            <a:r>
              <a:rPr spc="250" dirty="0">
                <a:solidFill>
                  <a:srgbClr val="000000"/>
                </a:solidFill>
              </a:rPr>
              <a:t>AR</a:t>
            </a:r>
            <a:r>
              <a:rPr spc="245" dirty="0">
                <a:solidFill>
                  <a:srgbClr val="000000"/>
                </a:solidFill>
              </a:rPr>
              <a:t>D</a:t>
            </a:r>
            <a:r>
              <a:rPr spc="-75" dirty="0">
                <a:solidFill>
                  <a:srgbClr val="000000"/>
                </a:solidFill>
              </a:rPr>
              <a:t>S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spc="50" dirty="0">
                <a:solidFill>
                  <a:srgbClr val="000000"/>
                </a:solidFill>
              </a:rPr>
              <a:t>(FO</a:t>
            </a:r>
            <a:r>
              <a:rPr spc="65" dirty="0">
                <a:solidFill>
                  <a:srgbClr val="000000"/>
                </a:solidFill>
              </a:rPr>
              <a:t>R</a:t>
            </a:r>
            <a:r>
              <a:rPr spc="-85" dirty="0">
                <a:solidFill>
                  <a:srgbClr val="000000"/>
                </a:solidFill>
              </a:rPr>
              <a:t> I</a:t>
            </a:r>
            <a:r>
              <a:rPr spc="220" dirty="0">
                <a:solidFill>
                  <a:srgbClr val="000000"/>
                </a:solidFill>
              </a:rPr>
              <a:t>N</a:t>
            </a:r>
            <a:r>
              <a:rPr spc="150" dirty="0">
                <a:solidFill>
                  <a:srgbClr val="000000"/>
                </a:solidFill>
              </a:rPr>
              <a:t>S</a:t>
            </a:r>
            <a:r>
              <a:rPr spc="75" dirty="0">
                <a:solidFill>
                  <a:srgbClr val="000000"/>
                </a:solidFill>
              </a:rPr>
              <a:t>T</a:t>
            </a:r>
            <a:r>
              <a:rPr spc="-40" dirty="0">
                <a:solidFill>
                  <a:srgbClr val="000000"/>
                </a:solidFill>
              </a:rPr>
              <a:t>R</a:t>
            </a:r>
            <a:r>
              <a:rPr spc="245" dirty="0">
                <a:solidFill>
                  <a:srgbClr val="000000"/>
                </a:solidFill>
              </a:rPr>
              <a:t>UCTION</a:t>
            </a:r>
            <a:r>
              <a:rPr spc="-415" dirty="0">
                <a:solidFill>
                  <a:srgbClr val="000000"/>
                </a:solidFill>
              </a:rPr>
              <a:t> </a:t>
            </a:r>
            <a:r>
              <a:rPr spc="340" dirty="0">
                <a:solidFill>
                  <a:srgbClr val="000000"/>
                </a:solidFill>
              </a:rPr>
              <a:t>A</a:t>
            </a:r>
            <a:r>
              <a:rPr spc="360" dirty="0">
                <a:solidFill>
                  <a:srgbClr val="000000"/>
                </a:solidFill>
              </a:rPr>
              <a:t>N</a:t>
            </a:r>
            <a:r>
              <a:rPr spc="440" dirty="0">
                <a:solidFill>
                  <a:srgbClr val="000000"/>
                </a:solidFill>
              </a:rPr>
              <a:t>D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260" dirty="0">
                <a:solidFill>
                  <a:srgbClr val="000000"/>
                </a:solidFill>
              </a:rPr>
              <a:t>D</a:t>
            </a:r>
            <a:r>
              <a:rPr spc="-80" dirty="0">
                <a:solidFill>
                  <a:srgbClr val="000000"/>
                </a:solidFill>
              </a:rPr>
              <a:t>A</a:t>
            </a:r>
            <a:r>
              <a:rPr spc="-260" dirty="0">
                <a:solidFill>
                  <a:srgbClr val="000000"/>
                </a:solidFill>
              </a:rPr>
              <a:t>T</a:t>
            </a:r>
            <a:r>
              <a:rPr spc="55" dirty="0">
                <a:solidFill>
                  <a:srgbClr val="000000"/>
                </a:solidFill>
              </a:rPr>
              <a:t>A)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B56CDB90-BFAB-474D-ABA6-C4CF89B72D88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40180" y="1422653"/>
          <a:ext cx="9615169" cy="33626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0110"/>
                <a:gridCol w="7465059"/>
              </a:tblGrid>
              <a:tr h="5040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2000" b="1" spc="85" dirty="0">
                          <a:latin typeface="Trebuchet MS"/>
                          <a:cs typeface="Trebuchet MS"/>
                        </a:rPr>
                        <a:t>Card</a:t>
                      </a:r>
                      <a:r>
                        <a:rPr sz="2000" b="1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25" dirty="0">
                          <a:latin typeface="Trebuchet MS"/>
                          <a:cs typeface="Trebuchet MS"/>
                        </a:rPr>
                        <a:t>column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92710" marB="0">
                    <a:lnT w="38100">
                      <a:solidFill>
                        <a:srgbClr val="B71E4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2000" b="1" spc="40" dirty="0">
                          <a:latin typeface="Trebuchet MS"/>
                          <a:cs typeface="Trebuchet MS"/>
                        </a:rPr>
                        <a:t>Contents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92710" marB="0">
                    <a:lnT w="38100">
                      <a:solidFill>
                        <a:srgbClr val="B71E42"/>
                      </a:solidFill>
                      <a:prstDash val="solid"/>
                    </a:lnT>
                  </a:tcPr>
                </a:tc>
              </a:tr>
              <a:tr h="493105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0645" marB="0"/>
                </a:tc>
                <a:tc>
                  <a:txBody>
                    <a:bodyPr/>
                    <a:lstStyle/>
                    <a:p>
                      <a:pPr marL="7010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spc="-30" dirty="0">
                          <a:latin typeface="Trebuchet MS"/>
                          <a:cs typeface="Trebuchet MS"/>
                        </a:rPr>
                        <a:t>Card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75" dirty="0">
                          <a:latin typeface="Trebuchet MS"/>
                          <a:cs typeface="Trebuchet MS"/>
                        </a:rPr>
                        <a:t>type=0(for</a:t>
                      </a:r>
                      <a:r>
                        <a:rPr sz="20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95" dirty="0">
                          <a:latin typeface="Trebuchet MS"/>
                          <a:cs typeface="Trebuchet MS"/>
                        </a:rPr>
                        <a:t>text</a:t>
                      </a:r>
                      <a:r>
                        <a:rPr sz="2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0" dirty="0">
                          <a:latin typeface="Trebuchet MS"/>
                          <a:cs typeface="Trebuchet MS"/>
                        </a:rPr>
                        <a:t>card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20" dirty="0">
                          <a:latin typeface="Trebuchet MS"/>
                          <a:cs typeface="Trebuchet MS"/>
                        </a:rPr>
                        <a:t>identifier)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0645" marB="0"/>
                </a:tc>
              </a:tr>
              <a:tr h="492872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2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915" marB="0"/>
                </a:tc>
                <a:tc>
                  <a:txBody>
                    <a:bodyPr/>
                    <a:lstStyle/>
                    <a:p>
                      <a:pPr marL="70104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000" spc="-15" dirty="0">
                          <a:latin typeface="Trebuchet MS"/>
                          <a:cs typeface="Trebuchet MS"/>
                        </a:rPr>
                        <a:t>Count</a:t>
                      </a:r>
                      <a:r>
                        <a:rPr sz="20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5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40" dirty="0">
                          <a:latin typeface="Trebuchet MS"/>
                          <a:cs typeface="Trebuchet MS"/>
                        </a:rPr>
                        <a:t>no.</a:t>
                      </a:r>
                      <a:r>
                        <a:rPr sz="2000" spc="-2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5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2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0" dirty="0">
                          <a:latin typeface="Trebuchet MS"/>
                          <a:cs typeface="Trebuchet MS"/>
                        </a:rPr>
                        <a:t>bytes(1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25" dirty="0">
                          <a:latin typeface="Trebuchet MS"/>
                          <a:cs typeface="Trebuchet MS"/>
                        </a:rPr>
                        <a:t>byte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80" dirty="0">
                          <a:latin typeface="Trebuchet MS"/>
                          <a:cs typeface="Trebuchet MS"/>
                        </a:rPr>
                        <a:t>per</a:t>
                      </a:r>
                      <a:r>
                        <a:rPr sz="2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95" dirty="0">
                          <a:latin typeface="Trebuchet MS"/>
                          <a:cs typeface="Trebuchet MS"/>
                        </a:rPr>
                        <a:t>column)of</a:t>
                      </a:r>
                      <a:r>
                        <a:rPr sz="2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4" dirty="0">
                          <a:latin typeface="Trebuchet MS"/>
                          <a:cs typeface="Trebuchet MS"/>
                        </a:rPr>
                        <a:t>info</a:t>
                      </a:r>
                      <a:r>
                        <a:rPr sz="2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0" dirty="0">
                          <a:latin typeface="Trebuchet MS"/>
                          <a:cs typeface="Trebuchet MS"/>
                        </a:rPr>
                        <a:t>card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915" marB="0"/>
                </a:tc>
              </a:tr>
              <a:tr h="492619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spc="-65" dirty="0">
                          <a:latin typeface="Trebuchet MS"/>
                          <a:cs typeface="Trebuchet MS"/>
                        </a:rPr>
                        <a:t>3-5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280" marB="0"/>
                </a:tc>
                <a:tc>
                  <a:txBody>
                    <a:bodyPr/>
                    <a:lstStyle/>
                    <a:p>
                      <a:pPr marL="60388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ess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2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wh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ich</a:t>
                      </a:r>
                      <a:r>
                        <a:rPr sz="2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ta</a:t>
                      </a:r>
                      <a:r>
                        <a:rPr sz="2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20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2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280" marB="0"/>
                </a:tc>
              </a:tr>
              <a:tr h="493169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spc="-60" dirty="0">
                          <a:latin typeface="Trebuchet MS"/>
                          <a:cs typeface="Trebuchet MS"/>
                        </a:rPr>
                        <a:t>6-7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280" marB="0"/>
                </a:tc>
                <a:tc>
                  <a:txBody>
                    <a:bodyPr/>
                    <a:lstStyle/>
                    <a:p>
                      <a:pPr marL="63055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y(C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uld</a:t>
                      </a:r>
                      <a:r>
                        <a:rPr sz="2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used</a:t>
                      </a:r>
                      <a:r>
                        <a:rPr sz="20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2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valid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ty</a:t>
                      </a:r>
                      <a:r>
                        <a:rPr sz="2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check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ng)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280" marB="0"/>
                </a:tc>
              </a:tr>
              <a:tr h="492872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000" spc="-60" dirty="0">
                          <a:latin typeface="Trebuchet MS"/>
                          <a:cs typeface="Trebuchet MS"/>
                        </a:rPr>
                        <a:t>8-72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915" marB="0"/>
                </a:tc>
                <a:tc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struc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20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ata</a:t>
                      </a:r>
                      <a:r>
                        <a:rPr sz="2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loaded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915" marB="0"/>
                </a:tc>
              </a:tr>
              <a:tr h="393910">
                <a:tc>
                  <a:txBody>
                    <a:bodyPr/>
                    <a:lstStyle/>
                    <a:p>
                      <a:pPr marL="348615">
                        <a:lnSpc>
                          <a:spcPts val="2360"/>
                        </a:lnSpc>
                        <a:spcBef>
                          <a:spcPts val="640"/>
                        </a:spcBef>
                      </a:pPr>
                      <a:r>
                        <a:rPr sz="2000" spc="-55" dirty="0">
                          <a:latin typeface="Trebuchet MS"/>
                          <a:cs typeface="Trebuchet MS"/>
                        </a:rPr>
                        <a:t>73-80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280" marB="0"/>
                </a:tc>
                <a:tc>
                  <a:txBody>
                    <a:bodyPr/>
                    <a:lstStyle/>
                    <a:p>
                      <a:pPr marL="603885">
                        <a:lnSpc>
                          <a:spcPts val="2360"/>
                        </a:lnSpc>
                        <a:spcBef>
                          <a:spcPts val="64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seque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ce</a:t>
                      </a:r>
                      <a:r>
                        <a:rPr sz="2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um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er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28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88491" y="780999"/>
            <a:ext cx="9460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55" dirty="0">
                <a:solidFill>
                  <a:srgbClr val="000000"/>
                </a:solidFill>
              </a:rPr>
              <a:t>TRANSFER</a:t>
            </a:r>
            <a:r>
              <a:rPr sz="2800" spc="-80" dirty="0">
                <a:solidFill>
                  <a:srgbClr val="000000"/>
                </a:solidFill>
              </a:rPr>
              <a:t> </a:t>
            </a:r>
            <a:r>
              <a:rPr sz="2800" spc="190" dirty="0">
                <a:solidFill>
                  <a:srgbClr val="000000"/>
                </a:solidFill>
              </a:rPr>
              <a:t>CARDS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spc="55" dirty="0">
                <a:solidFill>
                  <a:srgbClr val="000000"/>
                </a:solidFill>
              </a:rPr>
              <a:t>(TO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spc="240" dirty="0">
                <a:solidFill>
                  <a:srgbClr val="000000"/>
                </a:solidFill>
              </a:rPr>
              <a:t>HOLD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spc="45" dirty="0">
                <a:solidFill>
                  <a:srgbClr val="000000"/>
                </a:solidFill>
              </a:rPr>
              <a:t>ENTRY</a:t>
            </a:r>
            <a:r>
              <a:rPr sz="2800" spc="-85" dirty="0">
                <a:solidFill>
                  <a:srgbClr val="000000"/>
                </a:solidFill>
              </a:rPr>
              <a:t> </a:t>
            </a:r>
            <a:r>
              <a:rPr sz="2800" spc="130" dirty="0">
                <a:solidFill>
                  <a:srgbClr val="000000"/>
                </a:solidFill>
              </a:rPr>
              <a:t>POINT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spc="125" dirty="0">
                <a:solidFill>
                  <a:srgbClr val="000000"/>
                </a:solidFill>
              </a:rPr>
              <a:t>OF</a:t>
            </a:r>
            <a:r>
              <a:rPr sz="2800" spc="-80" dirty="0">
                <a:solidFill>
                  <a:srgbClr val="000000"/>
                </a:solidFill>
              </a:rPr>
              <a:t> </a:t>
            </a:r>
            <a:r>
              <a:rPr sz="2800" spc="80" dirty="0">
                <a:solidFill>
                  <a:srgbClr val="000000"/>
                </a:solidFill>
              </a:rPr>
              <a:t>PROGRAM)</a:t>
            </a:r>
            <a:endParaRPr sz="280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C98B7C42-7799-40D8-A014-1A3AAFBAB4A8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51635" y="2099803"/>
          <a:ext cx="6833870" cy="276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0745"/>
                <a:gridCol w="4683125"/>
              </a:tblGrid>
              <a:tr h="886839">
                <a:tc>
                  <a:txBody>
                    <a:bodyPr/>
                    <a:lstStyle/>
                    <a:p>
                      <a:pPr marL="31750">
                        <a:lnSpc>
                          <a:spcPts val="2260"/>
                        </a:lnSpc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Card</a:t>
                      </a:r>
                      <a:r>
                        <a:rPr sz="20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90" dirty="0">
                          <a:latin typeface="Trebuchet MS"/>
                          <a:cs typeface="Trebuchet MS"/>
                        </a:rPr>
                        <a:t>column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45085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0">
                        <a:lnSpc>
                          <a:spcPts val="2260"/>
                        </a:lnSpc>
                      </a:pPr>
                      <a:r>
                        <a:rPr sz="2000" spc="-45" dirty="0">
                          <a:latin typeface="Trebuchet MS"/>
                          <a:cs typeface="Trebuchet MS"/>
                        </a:rPr>
                        <a:t>Contents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871219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000" spc="-30" dirty="0">
                          <a:latin typeface="Trebuchet MS"/>
                          <a:cs typeface="Trebuchet MS"/>
                        </a:rPr>
                        <a:t>Card</a:t>
                      </a:r>
                      <a:r>
                        <a:rPr sz="2000" spc="-3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95" dirty="0">
                          <a:latin typeface="Trebuchet MS"/>
                          <a:cs typeface="Trebuchet MS"/>
                        </a:rPr>
                        <a:t>Type=1(transfer</a:t>
                      </a:r>
                      <a:r>
                        <a:rPr sz="2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0" dirty="0">
                          <a:latin typeface="Trebuchet MS"/>
                          <a:cs typeface="Trebuchet MS"/>
                        </a:rPr>
                        <a:t>card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20" dirty="0">
                          <a:latin typeface="Trebuchet MS"/>
                          <a:cs typeface="Trebuchet MS"/>
                        </a:rPr>
                        <a:t>identifier)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</a:tr>
              <a:tr h="493140">
                <a:tc>
                  <a:txBody>
                    <a:bodyPr/>
                    <a:lstStyle/>
                    <a:p>
                      <a:pPr marR="1113790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2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915" marB="0"/>
                </a:tc>
                <a:tc>
                  <a:txBody>
                    <a:bodyPr/>
                    <a:lstStyle/>
                    <a:p>
                      <a:pPr marL="871219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Count=0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915" marB="0"/>
                </a:tc>
              </a:tr>
              <a:tr h="492251">
                <a:tc>
                  <a:txBody>
                    <a:bodyPr/>
                    <a:lstStyle/>
                    <a:p>
                      <a:pPr marR="10439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spc="-60" dirty="0">
                          <a:latin typeface="Trebuchet MS"/>
                          <a:cs typeface="Trebuchet MS"/>
                        </a:rPr>
                        <a:t>3-5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0645" marB="0"/>
                </a:tc>
                <a:tc>
                  <a:txBody>
                    <a:bodyPr/>
                    <a:lstStyle/>
                    <a:p>
                      <a:pPr marL="77597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ess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2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ent</a:t>
                      </a:r>
                      <a:r>
                        <a:rPr sz="2000" spc="6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2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po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0645" marB="0"/>
                </a:tc>
              </a:tr>
              <a:tr h="493204">
                <a:tc>
                  <a:txBody>
                    <a:bodyPr/>
                    <a:lstStyle/>
                    <a:p>
                      <a:pPr marR="10566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spc="-60" dirty="0">
                          <a:latin typeface="Trebuchet MS"/>
                          <a:cs typeface="Trebuchet MS"/>
                        </a:rPr>
                        <a:t>6-72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0645" marB="0"/>
                </a:tc>
                <a:tc>
                  <a:txBody>
                    <a:bodyPr/>
                    <a:lstStyle/>
                    <a:p>
                      <a:pPr marL="78803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spc="-105" dirty="0">
                          <a:latin typeface="Trebuchet MS"/>
                          <a:cs typeface="Trebuchet MS"/>
                        </a:rPr>
                        <a:t>Empty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0645" marB="0"/>
                </a:tc>
              </a:tr>
              <a:tr h="394650">
                <a:tc>
                  <a:txBody>
                    <a:bodyPr/>
                    <a:lstStyle/>
                    <a:p>
                      <a:pPr marR="1069340" algn="ctr">
                        <a:lnSpc>
                          <a:spcPts val="2360"/>
                        </a:lnSpc>
                        <a:spcBef>
                          <a:spcPts val="645"/>
                        </a:spcBef>
                      </a:pPr>
                      <a:r>
                        <a:rPr sz="2000" spc="-55" dirty="0">
                          <a:latin typeface="Trebuchet MS"/>
                          <a:cs typeface="Trebuchet MS"/>
                        </a:rPr>
                        <a:t>73-80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915" marB="0"/>
                </a:tc>
                <a:tc>
                  <a:txBody>
                    <a:bodyPr/>
                    <a:lstStyle/>
                    <a:p>
                      <a:pPr marL="775970">
                        <a:lnSpc>
                          <a:spcPts val="2360"/>
                        </a:lnSpc>
                        <a:spcBef>
                          <a:spcPts val="645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Sequence</a:t>
                      </a:r>
                      <a:r>
                        <a:rPr sz="2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ber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1915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23418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5" dirty="0">
                <a:solidFill>
                  <a:srgbClr val="000000"/>
                </a:solidFill>
              </a:rPr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1484" y="1408912"/>
            <a:ext cx="6249035" cy="252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10000"/>
              </a:lnSpc>
              <a:spcBef>
                <a:spcPts val="100"/>
              </a:spcBef>
              <a:tabLst>
                <a:tab pos="763905" algn="l"/>
                <a:tab pos="1323340" algn="l"/>
                <a:tab pos="1728470" algn="l"/>
                <a:tab pos="2187575" algn="l"/>
                <a:tab pos="2893060" algn="l"/>
                <a:tab pos="3733165" algn="l"/>
                <a:tab pos="4054475" algn="l"/>
                <a:tab pos="4293870" algn="l"/>
                <a:tab pos="4947920" algn="l"/>
                <a:tab pos="5269230" algn="l"/>
                <a:tab pos="5772785" algn="l"/>
              </a:tabLst>
            </a:pPr>
            <a:r>
              <a:rPr sz="1700" spc="-75" dirty="0">
                <a:latin typeface="Trebuchet MS"/>
                <a:cs typeface="Trebuchet MS"/>
              </a:rPr>
              <a:t>Objec</a:t>
            </a:r>
            <a:r>
              <a:rPr sz="1700" spc="-55" dirty="0">
                <a:latin typeface="Trebuchet MS"/>
                <a:cs typeface="Trebuchet MS"/>
              </a:rPr>
              <a:t>t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-100" dirty="0">
                <a:latin typeface="Trebuchet MS"/>
                <a:cs typeface="Trebuchet MS"/>
              </a:rPr>
              <a:t>de</a:t>
            </a:r>
            <a:r>
              <a:rPr sz="1700" spc="-70" dirty="0">
                <a:latin typeface="Trebuchet MS"/>
                <a:cs typeface="Trebuchet MS"/>
              </a:rPr>
              <a:t>ck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-215" dirty="0">
                <a:latin typeface="Trebuchet MS"/>
                <a:cs typeface="Trebuchet MS"/>
              </a:rPr>
              <a:t>f</a:t>
            </a:r>
            <a:r>
              <a:rPr sz="1700" spc="20" dirty="0">
                <a:latin typeface="Trebuchet MS"/>
                <a:cs typeface="Trebuchet MS"/>
              </a:rPr>
              <a:t>or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-85" dirty="0">
                <a:latin typeface="Trebuchet MS"/>
                <a:cs typeface="Trebuchet MS"/>
              </a:rPr>
              <a:t>this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-45" dirty="0">
                <a:latin typeface="Trebuchet MS"/>
                <a:cs typeface="Trebuchet MS"/>
              </a:rPr>
              <a:t>l</a:t>
            </a:r>
            <a:r>
              <a:rPr sz="1700" spc="-75" dirty="0">
                <a:latin typeface="Trebuchet MS"/>
                <a:cs typeface="Trebuchet MS"/>
              </a:rPr>
              <a:t>o</a:t>
            </a:r>
            <a:r>
              <a:rPr sz="1700" spc="-90" dirty="0">
                <a:latin typeface="Trebuchet MS"/>
                <a:cs typeface="Trebuchet MS"/>
              </a:rPr>
              <a:t>ader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-95" dirty="0">
                <a:latin typeface="Trebuchet MS"/>
                <a:cs typeface="Trebuchet MS"/>
              </a:rPr>
              <a:t>c</a:t>
            </a:r>
            <a:r>
              <a:rPr sz="1700" spc="-50" dirty="0">
                <a:latin typeface="Trebuchet MS"/>
                <a:cs typeface="Trebuchet MS"/>
              </a:rPr>
              <a:t>onsi</a:t>
            </a:r>
            <a:r>
              <a:rPr sz="1700" spc="-55" dirty="0">
                <a:latin typeface="Trebuchet MS"/>
                <a:cs typeface="Trebuchet MS"/>
              </a:rPr>
              <a:t>s</a:t>
            </a:r>
            <a:r>
              <a:rPr sz="1700" spc="-70" dirty="0">
                <a:latin typeface="Trebuchet MS"/>
                <a:cs typeface="Trebuchet MS"/>
              </a:rPr>
              <a:t>ts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-110" dirty="0">
                <a:latin typeface="Trebuchet MS"/>
                <a:cs typeface="Trebuchet MS"/>
              </a:rPr>
              <a:t>o</a:t>
            </a:r>
            <a:r>
              <a:rPr sz="1700" spc="-75" dirty="0">
                <a:latin typeface="Trebuchet MS"/>
                <a:cs typeface="Trebuchet MS"/>
              </a:rPr>
              <a:t>f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-170" dirty="0">
                <a:latin typeface="Trebuchet MS"/>
                <a:cs typeface="Trebuchet MS"/>
              </a:rPr>
              <a:t>a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-65" dirty="0">
                <a:latin typeface="Trebuchet MS"/>
                <a:cs typeface="Trebuchet MS"/>
              </a:rPr>
              <a:t>s</a:t>
            </a:r>
            <a:r>
              <a:rPr sz="1700" spc="-95" dirty="0">
                <a:latin typeface="Trebuchet MS"/>
                <a:cs typeface="Trebuchet MS"/>
              </a:rPr>
              <a:t>e</a:t>
            </a:r>
            <a:r>
              <a:rPr sz="1700" spc="-65" dirty="0">
                <a:latin typeface="Trebuchet MS"/>
                <a:cs typeface="Trebuchet MS"/>
              </a:rPr>
              <a:t>ries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-110" dirty="0">
                <a:latin typeface="Trebuchet MS"/>
                <a:cs typeface="Trebuchet MS"/>
              </a:rPr>
              <a:t>o</a:t>
            </a:r>
            <a:r>
              <a:rPr sz="1700" spc="-75" dirty="0">
                <a:latin typeface="Trebuchet MS"/>
                <a:cs typeface="Trebuchet MS"/>
              </a:rPr>
              <a:t>f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-85" dirty="0">
                <a:latin typeface="Trebuchet MS"/>
                <a:cs typeface="Trebuchet MS"/>
              </a:rPr>
              <a:t>text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-90" dirty="0">
                <a:latin typeface="Trebuchet MS"/>
                <a:cs typeface="Trebuchet MS"/>
              </a:rPr>
              <a:t>ca</a:t>
            </a:r>
            <a:r>
              <a:rPr sz="1700" spc="-100" dirty="0">
                <a:latin typeface="Trebuchet MS"/>
                <a:cs typeface="Trebuchet MS"/>
              </a:rPr>
              <a:t>r</a:t>
            </a:r>
            <a:r>
              <a:rPr sz="1700" spc="-50" dirty="0">
                <a:latin typeface="Trebuchet MS"/>
                <a:cs typeface="Trebuchet MS"/>
              </a:rPr>
              <a:t>ds  </a:t>
            </a:r>
            <a:r>
              <a:rPr sz="1700" spc="-100" dirty="0">
                <a:latin typeface="Trebuchet MS"/>
                <a:cs typeface="Trebuchet MS"/>
              </a:rPr>
              <a:t>terminated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by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70" dirty="0">
                <a:latin typeface="Trebuchet MS"/>
                <a:cs typeface="Trebuchet MS"/>
              </a:rPr>
              <a:t>a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transfer</a:t>
            </a:r>
            <a:r>
              <a:rPr sz="1700" spc="-70" dirty="0">
                <a:latin typeface="Trebuchet MS"/>
                <a:cs typeface="Trebuchet MS"/>
              </a:rPr>
              <a:t> </a:t>
            </a:r>
            <a:r>
              <a:rPr sz="1700" spc="-125" dirty="0">
                <a:latin typeface="Trebuchet MS"/>
                <a:cs typeface="Trebuchet MS"/>
              </a:rPr>
              <a:t>card.</a:t>
            </a:r>
            <a:endParaRPr sz="1700">
              <a:latin typeface="Trebuchet MS"/>
              <a:cs typeface="Trebuchet MS"/>
            </a:endParaRPr>
          </a:p>
          <a:p>
            <a:pPr marL="387350" indent="-375285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387350" algn="l"/>
                <a:tab pos="387985" algn="l"/>
              </a:tabLst>
            </a:pPr>
            <a:r>
              <a:rPr sz="1700" spc="-85" dirty="0">
                <a:latin typeface="Trebuchet MS"/>
                <a:cs typeface="Trebuchet MS"/>
              </a:rPr>
              <a:t>Re</a:t>
            </a:r>
            <a:r>
              <a:rPr sz="1700" spc="-75" dirty="0">
                <a:latin typeface="Trebuchet MS"/>
                <a:cs typeface="Trebuchet MS"/>
              </a:rPr>
              <a:t>a</a:t>
            </a:r>
            <a:r>
              <a:rPr sz="1700" spc="-80" dirty="0">
                <a:latin typeface="Trebuchet MS"/>
                <a:cs typeface="Trebuchet MS"/>
              </a:rPr>
              <a:t>d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ca</a:t>
            </a:r>
            <a:r>
              <a:rPr sz="1700" spc="-100" dirty="0">
                <a:latin typeface="Trebuchet MS"/>
                <a:cs typeface="Trebuchet MS"/>
              </a:rPr>
              <a:t>r</a:t>
            </a:r>
            <a:r>
              <a:rPr sz="1700" spc="-85" dirty="0">
                <a:latin typeface="Trebuchet MS"/>
                <a:cs typeface="Trebuchet MS"/>
              </a:rPr>
              <a:t>d</a:t>
            </a:r>
            <a:r>
              <a:rPr sz="1700" spc="-254" dirty="0">
                <a:latin typeface="Trebuchet MS"/>
                <a:cs typeface="Trebuchet MS"/>
              </a:rPr>
              <a:t>.</a:t>
            </a:r>
            <a:endParaRPr sz="1700">
              <a:latin typeface="Trebuchet MS"/>
              <a:cs typeface="Trebuchet MS"/>
            </a:endParaRPr>
          </a:p>
          <a:p>
            <a:pPr marL="387350" indent="-37528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87350" algn="l"/>
                <a:tab pos="387985" algn="l"/>
              </a:tabLst>
            </a:pPr>
            <a:r>
              <a:rPr sz="1700" spc="-90" dirty="0">
                <a:latin typeface="Trebuchet MS"/>
                <a:cs typeface="Trebuchet MS"/>
              </a:rPr>
              <a:t>Set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125" dirty="0">
                <a:latin typeface="Trebuchet MS"/>
                <a:cs typeface="Trebuchet MS"/>
              </a:rPr>
              <a:t>CURLOC</a:t>
            </a:r>
            <a:r>
              <a:rPr sz="1700" spc="-8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Current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location)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to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location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in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characters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3-5.</a:t>
            </a:r>
            <a:endParaRPr sz="1700">
              <a:latin typeface="Trebuchet MS"/>
              <a:cs typeface="Trebuchet MS"/>
            </a:endParaRPr>
          </a:p>
          <a:p>
            <a:pPr marL="241300" marR="5080" indent="-228600">
              <a:lnSpc>
                <a:spcPct val="110000"/>
              </a:lnSpc>
              <a:spcBef>
                <a:spcPts val="1000"/>
              </a:spcBef>
              <a:buFont typeface="Trebuchet MS"/>
              <a:buAutoNum type="arabicPeriod"/>
              <a:tabLst>
                <a:tab pos="349250" algn="l"/>
                <a:tab pos="349885" algn="l"/>
                <a:tab pos="5287645" algn="l"/>
              </a:tabLst>
            </a:pPr>
            <a:r>
              <a:rPr dirty="0"/>
              <a:t>	</a:t>
            </a:r>
            <a:r>
              <a:rPr sz="1700" spc="-125" dirty="0">
                <a:latin typeface="Trebuchet MS"/>
                <a:cs typeface="Trebuchet MS"/>
              </a:rPr>
              <a:t>If</a:t>
            </a:r>
            <a:r>
              <a:rPr sz="1700" spc="3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card</a:t>
            </a:r>
            <a:r>
              <a:rPr sz="1700" spc="2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type=1</a:t>
            </a:r>
            <a:r>
              <a:rPr sz="1700" spc="2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transfer</a:t>
            </a:r>
            <a:r>
              <a:rPr sz="1700" spc="2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control</a:t>
            </a:r>
            <a:r>
              <a:rPr sz="1700" spc="2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to</a:t>
            </a:r>
            <a:r>
              <a:rPr sz="1700" spc="25" dirty="0">
                <a:latin typeface="Trebuchet MS"/>
                <a:cs typeface="Trebuchet MS"/>
              </a:rPr>
              <a:t> </a:t>
            </a:r>
            <a:r>
              <a:rPr sz="1700" spc="120" dirty="0">
                <a:latin typeface="Trebuchet MS"/>
                <a:cs typeface="Trebuchet MS"/>
              </a:rPr>
              <a:t>CURLOC</a:t>
            </a:r>
            <a:r>
              <a:rPr sz="1700" spc="35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and</a:t>
            </a:r>
            <a:r>
              <a:rPr sz="1700" spc="2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go</a:t>
            </a:r>
            <a:r>
              <a:rPr sz="1700" spc="2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to	</a:t>
            </a:r>
            <a:r>
              <a:rPr sz="1700" spc="-90" dirty="0">
                <a:latin typeface="Trebuchet MS"/>
                <a:cs typeface="Trebuchet MS"/>
              </a:rPr>
              <a:t>step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4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else </a:t>
            </a:r>
            <a:r>
              <a:rPr sz="1700" spc="-495" dirty="0">
                <a:latin typeface="Trebuchet MS"/>
                <a:cs typeface="Trebuchet MS"/>
              </a:rPr>
              <a:t> </a:t>
            </a:r>
            <a:r>
              <a:rPr sz="1700" spc="-145" dirty="0">
                <a:latin typeface="Trebuchet MS"/>
                <a:cs typeface="Trebuchet MS"/>
              </a:rPr>
              <a:t>i</a:t>
            </a:r>
            <a:r>
              <a:rPr sz="1700" spc="-180" dirty="0">
                <a:latin typeface="Trebuchet MS"/>
                <a:cs typeface="Trebuchet MS"/>
              </a:rPr>
              <a:t>f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t</a:t>
            </a:r>
            <a:r>
              <a:rPr sz="1700" spc="-125" dirty="0">
                <a:latin typeface="Trebuchet MS"/>
                <a:cs typeface="Trebuchet MS"/>
              </a:rPr>
              <a:t>y</a:t>
            </a:r>
            <a:r>
              <a:rPr sz="1700" spc="-35" dirty="0">
                <a:latin typeface="Trebuchet MS"/>
                <a:cs typeface="Trebuchet MS"/>
              </a:rPr>
              <a:t>pe=</a:t>
            </a:r>
            <a:r>
              <a:rPr sz="1700" spc="-40" dirty="0">
                <a:latin typeface="Trebuchet MS"/>
                <a:cs typeface="Trebuchet MS"/>
              </a:rPr>
              <a:t>0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then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254" dirty="0">
                <a:latin typeface="Trebuchet MS"/>
                <a:cs typeface="Trebuchet MS"/>
              </a:rPr>
              <a:t>:</a:t>
            </a:r>
            <a:endParaRPr sz="1700">
              <a:latin typeface="Trebuchet MS"/>
              <a:cs typeface="Trebuchet MS"/>
            </a:endParaRPr>
          </a:p>
          <a:p>
            <a:pPr marL="554990">
              <a:lnSpc>
                <a:spcPct val="100000"/>
              </a:lnSpc>
              <a:spcBef>
                <a:spcPts val="1210"/>
              </a:spcBef>
            </a:pPr>
            <a:r>
              <a:rPr sz="1700" spc="-170" dirty="0">
                <a:latin typeface="Trebuchet MS"/>
                <a:cs typeface="Trebuchet MS"/>
              </a:rPr>
              <a:t>a</a:t>
            </a:r>
            <a:r>
              <a:rPr sz="1700" spc="-254" dirty="0">
                <a:latin typeface="Trebuchet MS"/>
                <a:cs typeface="Trebuchet MS"/>
              </a:rPr>
              <a:t>.</a:t>
            </a:r>
            <a:r>
              <a:rPr sz="1700" spc="-21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Se</a:t>
            </a:r>
            <a:r>
              <a:rPr sz="1700" spc="-75" dirty="0">
                <a:latin typeface="Trebuchet MS"/>
                <a:cs typeface="Trebuchet MS"/>
              </a:rPr>
              <a:t>t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90" dirty="0">
                <a:latin typeface="Trebuchet MS"/>
                <a:cs typeface="Trebuchet MS"/>
              </a:rPr>
              <a:t>L</a:t>
            </a:r>
            <a:r>
              <a:rPr sz="1700" spc="120" dirty="0">
                <a:latin typeface="Trebuchet MS"/>
                <a:cs typeface="Trebuchet MS"/>
              </a:rPr>
              <a:t>N</a:t>
            </a:r>
            <a:r>
              <a:rPr sz="1700" spc="110" dirty="0">
                <a:latin typeface="Trebuchet MS"/>
                <a:cs typeface="Trebuchet MS"/>
              </a:rPr>
              <a:t>G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t</a:t>
            </a:r>
            <a:r>
              <a:rPr sz="1700" spc="-50" dirty="0">
                <a:latin typeface="Trebuchet MS"/>
                <a:cs typeface="Trebuchet MS"/>
              </a:rPr>
              <a:t>o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c</a:t>
            </a:r>
            <a:r>
              <a:rPr sz="1700" spc="-50" dirty="0">
                <a:latin typeface="Trebuchet MS"/>
                <a:cs typeface="Trebuchet MS"/>
              </a:rPr>
              <a:t>o</a:t>
            </a:r>
            <a:r>
              <a:rPr sz="1700" spc="-90" dirty="0">
                <a:latin typeface="Trebuchet MS"/>
                <a:cs typeface="Trebuchet MS"/>
              </a:rPr>
              <a:t>unt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i</a:t>
            </a:r>
            <a:r>
              <a:rPr sz="1700" spc="-125" dirty="0">
                <a:latin typeface="Trebuchet MS"/>
                <a:cs typeface="Trebuchet MS"/>
              </a:rPr>
              <a:t>n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character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6536" y="4065270"/>
            <a:ext cx="25044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85" dirty="0">
                <a:latin typeface="Trebuchet MS"/>
                <a:cs typeface="Trebuchet MS"/>
              </a:rPr>
              <a:t>characters</a:t>
            </a:r>
            <a:r>
              <a:rPr sz="1700" spc="19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8-72</a:t>
            </a:r>
            <a:r>
              <a:rPr sz="1700" spc="19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to</a:t>
            </a:r>
            <a:r>
              <a:rPr sz="1700" spc="19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location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484" y="4039971"/>
            <a:ext cx="3583304" cy="1420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312420">
              <a:lnSpc>
                <a:spcPct val="110000"/>
              </a:lnSpc>
              <a:spcBef>
                <a:spcPts val="100"/>
              </a:spcBef>
            </a:pPr>
            <a:r>
              <a:rPr sz="1700" spc="-114" dirty="0">
                <a:latin typeface="Trebuchet MS"/>
                <a:cs typeface="Trebuchet MS"/>
              </a:rPr>
              <a:t>b</a:t>
            </a:r>
            <a:r>
              <a:rPr sz="1700" spc="-254" dirty="0">
                <a:latin typeface="Trebuchet MS"/>
                <a:cs typeface="Trebuchet MS"/>
              </a:rPr>
              <a:t>.</a:t>
            </a:r>
            <a:r>
              <a:rPr sz="1700" spc="50" dirty="0">
                <a:latin typeface="Trebuchet MS"/>
                <a:cs typeface="Trebuchet MS"/>
              </a:rPr>
              <a:t> </a:t>
            </a:r>
            <a:r>
              <a:rPr sz="1700" spc="85" dirty="0">
                <a:latin typeface="Trebuchet MS"/>
                <a:cs typeface="Trebuchet MS"/>
              </a:rPr>
              <a:t>M</a:t>
            </a:r>
            <a:r>
              <a:rPr sz="1700" spc="50" dirty="0">
                <a:latin typeface="Trebuchet MS"/>
                <a:cs typeface="Trebuchet MS"/>
              </a:rPr>
              <a:t>o</a:t>
            </a:r>
            <a:r>
              <a:rPr sz="1700" spc="-130" dirty="0">
                <a:latin typeface="Trebuchet MS"/>
                <a:cs typeface="Trebuchet MS"/>
              </a:rPr>
              <a:t>v</a:t>
            </a:r>
            <a:r>
              <a:rPr sz="1700" spc="-114" dirty="0">
                <a:latin typeface="Trebuchet MS"/>
                <a:cs typeface="Trebuchet MS"/>
              </a:rPr>
              <a:t>e</a:t>
            </a:r>
            <a:r>
              <a:rPr sz="1700" spc="22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L</a:t>
            </a:r>
            <a:r>
              <a:rPr sz="1700" spc="175" dirty="0">
                <a:latin typeface="Trebuchet MS"/>
                <a:cs typeface="Trebuchet MS"/>
              </a:rPr>
              <a:t>NG</a:t>
            </a:r>
            <a:r>
              <a:rPr sz="1700" spc="22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by</a:t>
            </a:r>
            <a:r>
              <a:rPr sz="1700" spc="-100" dirty="0">
                <a:latin typeface="Trebuchet MS"/>
                <a:cs typeface="Trebuchet MS"/>
              </a:rPr>
              <a:t>t</a:t>
            </a:r>
            <a:r>
              <a:rPr sz="1700" spc="-75" dirty="0">
                <a:latin typeface="Trebuchet MS"/>
                <a:cs typeface="Trebuchet MS"/>
              </a:rPr>
              <a:t>es</a:t>
            </a:r>
            <a:r>
              <a:rPr sz="1700" spc="220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o</a:t>
            </a:r>
            <a:r>
              <a:rPr sz="1700" spc="-75" dirty="0">
                <a:latin typeface="Trebuchet MS"/>
                <a:cs typeface="Trebuchet MS"/>
              </a:rPr>
              <a:t>f</a:t>
            </a:r>
            <a:r>
              <a:rPr sz="1700" spc="22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te</a:t>
            </a:r>
            <a:r>
              <a:rPr sz="1700" spc="-100" dirty="0">
                <a:latin typeface="Trebuchet MS"/>
                <a:cs typeface="Trebuchet MS"/>
              </a:rPr>
              <a:t>x</a:t>
            </a:r>
            <a:r>
              <a:rPr sz="1700" spc="-110" dirty="0">
                <a:latin typeface="Trebuchet MS"/>
                <a:cs typeface="Trebuchet MS"/>
              </a:rPr>
              <a:t>t</a:t>
            </a:r>
            <a:r>
              <a:rPr sz="1700" spc="215" dirty="0">
                <a:latin typeface="Trebuchet MS"/>
                <a:cs typeface="Trebuchet MS"/>
              </a:rPr>
              <a:t> </a:t>
            </a:r>
            <a:r>
              <a:rPr sz="1700" spc="-200" dirty="0">
                <a:latin typeface="Trebuchet MS"/>
                <a:cs typeface="Trebuchet MS"/>
              </a:rPr>
              <a:t>f</a:t>
            </a:r>
            <a:r>
              <a:rPr sz="1700" spc="-45" dirty="0">
                <a:latin typeface="Trebuchet MS"/>
                <a:cs typeface="Trebuchet MS"/>
              </a:rPr>
              <a:t>r</a:t>
            </a:r>
            <a:r>
              <a:rPr sz="1700" spc="-25" dirty="0">
                <a:latin typeface="Trebuchet MS"/>
                <a:cs typeface="Trebuchet MS"/>
              </a:rPr>
              <a:t>om  </a:t>
            </a:r>
            <a:r>
              <a:rPr sz="1700" spc="75" dirty="0">
                <a:latin typeface="Trebuchet MS"/>
                <a:cs typeface="Trebuchet MS"/>
              </a:rPr>
              <a:t>CURLOC.</a:t>
            </a:r>
            <a:endParaRPr sz="1700">
              <a:latin typeface="Trebuchet MS"/>
              <a:cs typeface="Trebuchet MS"/>
            </a:endParaRPr>
          </a:p>
          <a:p>
            <a:pPr marL="554990">
              <a:lnSpc>
                <a:spcPct val="100000"/>
              </a:lnSpc>
              <a:spcBef>
                <a:spcPts val="1200"/>
              </a:spcBef>
            </a:pPr>
            <a:r>
              <a:rPr sz="1700" spc="-70" dirty="0">
                <a:latin typeface="Trebuchet MS"/>
                <a:cs typeface="Trebuchet MS"/>
              </a:rPr>
              <a:t>c</a:t>
            </a:r>
            <a:r>
              <a:rPr sz="1700" spc="-254" dirty="0">
                <a:latin typeface="Trebuchet MS"/>
                <a:cs typeface="Trebuchet MS"/>
              </a:rPr>
              <a:t>.</a:t>
            </a:r>
            <a:r>
              <a:rPr sz="1700" spc="-204" dirty="0">
                <a:latin typeface="Trebuchet MS"/>
                <a:cs typeface="Trebuchet MS"/>
              </a:rPr>
              <a:t> </a:t>
            </a:r>
            <a:r>
              <a:rPr sz="1700" spc="70" dirty="0">
                <a:latin typeface="Trebuchet MS"/>
                <a:cs typeface="Trebuchet MS"/>
              </a:rPr>
              <a:t>G</a:t>
            </a:r>
            <a:r>
              <a:rPr sz="1700" spc="60" dirty="0">
                <a:latin typeface="Trebuchet MS"/>
                <a:cs typeface="Trebuchet MS"/>
              </a:rPr>
              <a:t>o</a:t>
            </a:r>
            <a:r>
              <a:rPr sz="1700" spc="-40" dirty="0">
                <a:latin typeface="Trebuchet MS"/>
                <a:cs typeface="Trebuchet MS"/>
              </a:rPr>
              <a:t> t</a:t>
            </a:r>
            <a:r>
              <a:rPr sz="1700" spc="-50" dirty="0">
                <a:latin typeface="Trebuchet MS"/>
                <a:cs typeface="Trebuchet MS"/>
              </a:rPr>
              <a:t>o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step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1</a:t>
            </a:r>
            <a:r>
              <a:rPr sz="1700" spc="-254" dirty="0">
                <a:latin typeface="Trebuchet MS"/>
                <a:cs typeface="Trebuchet MS"/>
              </a:rPr>
              <a:t>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700" spc="-45" dirty="0">
                <a:latin typeface="Trebuchet MS"/>
                <a:cs typeface="Trebuchet MS"/>
              </a:rPr>
              <a:t>4</a:t>
            </a:r>
            <a:r>
              <a:rPr sz="1700" spc="-254" dirty="0">
                <a:latin typeface="Trebuchet MS"/>
                <a:cs typeface="Trebuchet MS"/>
              </a:rPr>
              <a:t>.</a:t>
            </a:r>
            <a:r>
              <a:rPr sz="1700" spc="-21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Exit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7811" y="1499616"/>
            <a:ext cx="4485132" cy="41148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E469DCB3-0EE6-49A7-BEFA-CB37C249C46C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73012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0" dirty="0">
                <a:solidFill>
                  <a:srgbClr val="000000"/>
                </a:solidFill>
              </a:rPr>
              <a:t>DESIGN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spc="165" dirty="0">
                <a:solidFill>
                  <a:srgbClr val="000000"/>
                </a:solidFill>
              </a:rPr>
              <a:t>O</a:t>
            </a:r>
            <a:r>
              <a:rPr spc="135" dirty="0">
                <a:solidFill>
                  <a:srgbClr val="000000"/>
                </a:solidFill>
              </a:rPr>
              <a:t>F</a:t>
            </a:r>
            <a:r>
              <a:rPr spc="-405" dirty="0">
                <a:solidFill>
                  <a:srgbClr val="000000"/>
                </a:solidFill>
              </a:rPr>
              <a:t> </a:t>
            </a:r>
            <a:r>
              <a:rPr spc="250" dirty="0">
                <a:solidFill>
                  <a:srgbClr val="000000"/>
                </a:solidFill>
              </a:rPr>
              <a:t>A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430" dirty="0">
                <a:solidFill>
                  <a:srgbClr val="000000"/>
                </a:solidFill>
              </a:rPr>
              <a:t>D</a:t>
            </a:r>
            <a:r>
              <a:rPr spc="60" dirty="0">
                <a:solidFill>
                  <a:srgbClr val="000000"/>
                </a:solidFill>
              </a:rPr>
              <a:t>IRECT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80" dirty="0">
                <a:solidFill>
                  <a:srgbClr val="000000"/>
                </a:solidFill>
              </a:rPr>
              <a:t>LI</a:t>
            </a:r>
            <a:r>
              <a:rPr spc="130" dirty="0">
                <a:solidFill>
                  <a:srgbClr val="000000"/>
                </a:solidFill>
              </a:rPr>
              <a:t>N</a:t>
            </a:r>
            <a:r>
              <a:rPr spc="210" dirty="0">
                <a:solidFill>
                  <a:srgbClr val="000000"/>
                </a:solidFill>
              </a:rPr>
              <a:t>KING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-55" dirty="0">
                <a:solidFill>
                  <a:srgbClr val="000000"/>
                </a:solidFill>
              </a:rPr>
              <a:t>L</a:t>
            </a:r>
            <a:r>
              <a:rPr spc="340" dirty="0">
                <a:solidFill>
                  <a:srgbClr val="000000"/>
                </a:solidFill>
              </a:rPr>
              <a:t>O</a:t>
            </a:r>
            <a:r>
              <a:rPr spc="160" dirty="0">
                <a:solidFill>
                  <a:srgbClr val="000000"/>
                </a:solidFill>
              </a:rPr>
              <a:t>ADER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7472757F-D1B3-448B-8FCF-CB8CB937CBB2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1471701"/>
            <a:ext cx="9446895" cy="41592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B71E42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200" spc="-140" dirty="0">
                <a:latin typeface="Trebuchet MS"/>
                <a:cs typeface="Trebuchet MS"/>
              </a:rPr>
              <a:t>Pa</a:t>
            </a:r>
            <a:r>
              <a:rPr sz="2200" spc="-120" dirty="0">
                <a:latin typeface="Trebuchet MS"/>
                <a:cs typeface="Trebuchet MS"/>
              </a:rPr>
              <a:t>s</a:t>
            </a:r>
            <a:r>
              <a:rPr sz="2200" spc="-50" dirty="0">
                <a:latin typeface="Trebuchet MS"/>
                <a:cs typeface="Trebuchet MS"/>
              </a:rPr>
              <a:t>s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1:Ass</a:t>
            </a:r>
            <a:r>
              <a:rPr sz="2200" spc="-60" dirty="0">
                <a:latin typeface="Trebuchet MS"/>
                <a:cs typeface="Trebuchet MS"/>
              </a:rPr>
              <a:t>i</a:t>
            </a:r>
            <a:r>
              <a:rPr sz="2200" spc="-110" dirty="0">
                <a:latin typeface="Trebuchet MS"/>
                <a:cs typeface="Trebuchet MS"/>
              </a:rPr>
              <a:t>gns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60" dirty="0">
                <a:latin typeface="Trebuchet MS"/>
                <a:cs typeface="Trebuchet MS"/>
              </a:rPr>
              <a:t>a</a:t>
            </a:r>
            <a:r>
              <a:rPr sz="2200" spc="-204" dirty="0">
                <a:latin typeface="Trebuchet MS"/>
                <a:cs typeface="Trebuchet MS"/>
              </a:rPr>
              <a:t>d</a:t>
            </a:r>
            <a:r>
              <a:rPr sz="2200" spc="-55" dirty="0">
                <a:latin typeface="Trebuchet MS"/>
                <a:cs typeface="Trebuchet MS"/>
              </a:rPr>
              <a:t>d</a:t>
            </a:r>
            <a:r>
              <a:rPr sz="2200" spc="-100" dirty="0">
                <a:latin typeface="Trebuchet MS"/>
                <a:cs typeface="Trebuchet MS"/>
              </a:rPr>
              <a:t>r</a:t>
            </a:r>
            <a:r>
              <a:rPr sz="2200" spc="-85" dirty="0">
                <a:latin typeface="Trebuchet MS"/>
                <a:cs typeface="Trebuchet MS"/>
              </a:rPr>
              <a:t>ess</a:t>
            </a:r>
            <a:r>
              <a:rPr sz="2200" spc="-100" dirty="0">
                <a:latin typeface="Trebuchet MS"/>
                <a:cs typeface="Trebuchet MS"/>
              </a:rPr>
              <a:t>es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to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85" dirty="0">
                <a:latin typeface="Trebuchet MS"/>
                <a:cs typeface="Trebuchet MS"/>
              </a:rPr>
              <a:t>all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e</a:t>
            </a:r>
            <a:r>
              <a:rPr sz="2200" spc="-70" dirty="0">
                <a:latin typeface="Trebuchet MS"/>
                <a:cs typeface="Trebuchet MS"/>
              </a:rPr>
              <a:t>x</a:t>
            </a:r>
            <a:r>
              <a:rPr sz="2200" spc="-130" dirty="0">
                <a:latin typeface="Trebuchet MS"/>
                <a:cs typeface="Trebuchet MS"/>
              </a:rPr>
              <a:t>ternal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s</a:t>
            </a:r>
            <a:r>
              <a:rPr sz="2200" spc="-105" dirty="0">
                <a:latin typeface="Trebuchet MS"/>
                <a:cs typeface="Trebuchet MS"/>
              </a:rPr>
              <a:t>y</a:t>
            </a:r>
            <a:r>
              <a:rPr sz="2200" spc="-90" dirty="0">
                <a:latin typeface="Trebuchet MS"/>
                <a:cs typeface="Trebuchet MS"/>
              </a:rPr>
              <a:t>mbols</a:t>
            </a:r>
            <a:endParaRPr sz="2200">
              <a:latin typeface="Trebuchet MS"/>
              <a:cs typeface="Trebuchet MS"/>
            </a:endParaRPr>
          </a:p>
          <a:p>
            <a:pPr marL="744220" lvl="1" indent="-457200">
              <a:lnSpc>
                <a:spcPct val="100000"/>
              </a:lnSpc>
              <a:spcBef>
                <a:spcPts val="500"/>
              </a:spcBef>
              <a:buClr>
                <a:srgbClr val="B71E42"/>
              </a:buClr>
              <a:buAutoNum type="arabicPeriod"/>
              <a:tabLst>
                <a:tab pos="743585" algn="l"/>
                <a:tab pos="744220" algn="l"/>
              </a:tabLst>
            </a:pPr>
            <a:r>
              <a:rPr sz="2200" spc="-60" dirty="0">
                <a:latin typeface="Trebuchet MS"/>
                <a:cs typeface="Trebuchet MS"/>
              </a:rPr>
              <a:t>I</a:t>
            </a:r>
            <a:r>
              <a:rPr sz="2200" spc="-110" dirty="0">
                <a:latin typeface="Trebuchet MS"/>
                <a:cs typeface="Trebuchet MS"/>
              </a:rPr>
              <a:t>n</a:t>
            </a:r>
            <a:r>
              <a:rPr sz="2200" spc="-120" dirty="0">
                <a:latin typeface="Trebuchet MS"/>
                <a:cs typeface="Trebuchet MS"/>
              </a:rPr>
              <a:t>p</a:t>
            </a:r>
            <a:r>
              <a:rPr sz="2200" spc="-110" dirty="0">
                <a:latin typeface="Trebuchet MS"/>
                <a:cs typeface="Trebuchet MS"/>
              </a:rPr>
              <a:t>u</a:t>
            </a:r>
            <a:r>
              <a:rPr sz="2200" spc="-145" dirty="0">
                <a:latin typeface="Trebuchet MS"/>
                <a:cs typeface="Trebuchet MS"/>
              </a:rPr>
              <a:t>t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40" dirty="0">
                <a:latin typeface="Trebuchet MS"/>
                <a:cs typeface="Trebuchet MS"/>
              </a:rPr>
              <a:t>obj</a:t>
            </a:r>
            <a:r>
              <a:rPr sz="2200" spc="-150" dirty="0">
                <a:latin typeface="Trebuchet MS"/>
                <a:cs typeface="Trebuchet MS"/>
              </a:rPr>
              <a:t>e</a:t>
            </a:r>
            <a:r>
              <a:rPr sz="2200" spc="-135" dirty="0">
                <a:latin typeface="Trebuchet MS"/>
                <a:cs typeface="Trebuchet MS"/>
              </a:rPr>
              <a:t>ct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decks</a:t>
            </a:r>
            <a:endParaRPr sz="2200">
              <a:latin typeface="Trebuchet MS"/>
              <a:cs typeface="Trebuchet MS"/>
            </a:endParaRPr>
          </a:p>
          <a:p>
            <a:pPr marL="744220" lvl="1" indent="-457200">
              <a:lnSpc>
                <a:spcPct val="100000"/>
              </a:lnSpc>
              <a:spcBef>
                <a:spcPts val="505"/>
              </a:spcBef>
              <a:buClr>
                <a:srgbClr val="B71E42"/>
              </a:buClr>
              <a:buAutoNum type="arabicPeriod"/>
              <a:tabLst>
                <a:tab pos="743585" algn="l"/>
                <a:tab pos="744220" algn="l"/>
              </a:tabLst>
            </a:pPr>
            <a:r>
              <a:rPr sz="2200" spc="-145" dirty="0">
                <a:latin typeface="Trebuchet MS"/>
                <a:cs typeface="Trebuchet MS"/>
              </a:rPr>
              <a:t>Initial</a:t>
            </a:r>
            <a:r>
              <a:rPr sz="2200" spc="4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Program</a:t>
            </a:r>
            <a:r>
              <a:rPr sz="2200" spc="25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Load</a:t>
            </a:r>
            <a:r>
              <a:rPr sz="2200" spc="3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Address(IPLA)-supplied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by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the</a:t>
            </a:r>
            <a:r>
              <a:rPr sz="2200" spc="4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programmer</a:t>
            </a:r>
            <a:r>
              <a:rPr sz="2200" spc="30" dirty="0">
                <a:latin typeface="Trebuchet MS"/>
                <a:cs typeface="Trebuchet MS"/>
              </a:rPr>
              <a:t> </a:t>
            </a:r>
            <a:r>
              <a:rPr sz="2200" spc="20" dirty="0">
                <a:latin typeface="Trebuchet MS"/>
                <a:cs typeface="Trebuchet MS"/>
              </a:rPr>
              <a:t>or </a:t>
            </a:r>
            <a:r>
              <a:rPr sz="2200" spc="140" dirty="0">
                <a:latin typeface="Trebuchet MS"/>
                <a:cs typeface="Trebuchet MS"/>
              </a:rPr>
              <a:t>OS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sz="2200" spc="-150" dirty="0">
                <a:latin typeface="Trebuchet MS"/>
                <a:cs typeface="Trebuchet MS"/>
              </a:rPr>
              <a:t>that</a:t>
            </a:r>
            <a:endParaRPr sz="2200">
              <a:latin typeface="Trebuchet MS"/>
              <a:cs typeface="Trebuchet MS"/>
            </a:endParaRPr>
          </a:p>
          <a:p>
            <a:pPr marL="744220">
              <a:lnSpc>
                <a:spcPct val="100000"/>
              </a:lnSpc>
            </a:pPr>
            <a:r>
              <a:rPr sz="2200" spc="-135" dirty="0">
                <a:latin typeface="Trebuchet MS"/>
                <a:cs typeface="Trebuchet MS"/>
              </a:rPr>
              <a:t>specifies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Trebuchet MS"/>
                <a:cs typeface="Trebuchet MS"/>
              </a:rPr>
              <a:t>the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-160" dirty="0">
                <a:latin typeface="Trebuchet MS"/>
                <a:cs typeface="Trebuchet MS"/>
              </a:rPr>
              <a:t>a</a:t>
            </a:r>
            <a:r>
              <a:rPr sz="2200" spc="-204" dirty="0">
                <a:latin typeface="Trebuchet MS"/>
                <a:cs typeface="Trebuchet MS"/>
              </a:rPr>
              <a:t>d</a:t>
            </a:r>
            <a:r>
              <a:rPr sz="2200" spc="-55" dirty="0">
                <a:latin typeface="Trebuchet MS"/>
                <a:cs typeface="Trebuchet MS"/>
              </a:rPr>
              <a:t>d</a:t>
            </a:r>
            <a:r>
              <a:rPr sz="2200" spc="-100" dirty="0">
                <a:latin typeface="Trebuchet MS"/>
                <a:cs typeface="Trebuchet MS"/>
              </a:rPr>
              <a:t>r</a:t>
            </a:r>
            <a:r>
              <a:rPr sz="2200" spc="-80" dirty="0">
                <a:latin typeface="Trebuchet MS"/>
                <a:cs typeface="Trebuchet MS"/>
              </a:rPr>
              <a:t>ess</a:t>
            </a:r>
            <a:r>
              <a:rPr sz="220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</a:t>
            </a:r>
            <a:r>
              <a:rPr sz="2200" spc="-65" dirty="0">
                <a:latin typeface="Trebuchet MS"/>
                <a:cs typeface="Trebuchet MS"/>
              </a:rPr>
              <a:t>o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loa</a:t>
            </a:r>
            <a:r>
              <a:rPr sz="2200" spc="-135" dirty="0">
                <a:latin typeface="Trebuchet MS"/>
                <a:cs typeface="Trebuchet MS"/>
              </a:rPr>
              <a:t>d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Trebuchet MS"/>
                <a:cs typeface="Trebuchet MS"/>
              </a:rPr>
              <a:t>the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fir</a:t>
            </a:r>
            <a:r>
              <a:rPr sz="2200" spc="-140" dirty="0">
                <a:latin typeface="Trebuchet MS"/>
                <a:cs typeface="Trebuchet MS"/>
              </a:rPr>
              <a:t>s</a:t>
            </a:r>
            <a:r>
              <a:rPr sz="2200" spc="-145" dirty="0">
                <a:latin typeface="Trebuchet MS"/>
                <a:cs typeface="Trebuchet MS"/>
              </a:rPr>
              <a:t>t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seg</a:t>
            </a:r>
            <a:r>
              <a:rPr sz="2200" spc="-190" dirty="0">
                <a:latin typeface="Trebuchet MS"/>
                <a:cs typeface="Trebuchet MS"/>
              </a:rPr>
              <a:t>m</a:t>
            </a:r>
            <a:r>
              <a:rPr sz="2200" spc="-125" dirty="0">
                <a:latin typeface="Trebuchet MS"/>
                <a:cs typeface="Trebuchet MS"/>
              </a:rPr>
              <a:t>e</a:t>
            </a:r>
            <a:r>
              <a:rPr sz="2200" spc="-120" dirty="0">
                <a:latin typeface="Trebuchet MS"/>
                <a:cs typeface="Trebuchet MS"/>
              </a:rPr>
              <a:t>n</a:t>
            </a:r>
            <a:r>
              <a:rPr sz="2200" spc="-145" dirty="0">
                <a:latin typeface="Trebuchet MS"/>
                <a:cs typeface="Trebuchet MS"/>
              </a:rPr>
              <a:t>t</a:t>
            </a:r>
            <a:endParaRPr sz="2200">
              <a:latin typeface="Trebuchet MS"/>
              <a:cs typeface="Trebuchet MS"/>
            </a:endParaRPr>
          </a:p>
          <a:p>
            <a:pPr marL="744220" marR="5715" lvl="1" indent="-457200">
              <a:lnSpc>
                <a:spcPct val="100000"/>
              </a:lnSpc>
              <a:spcBef>
                <a:spcPts val="495"/>
              </a:spcBef>
              <a:buClr>
                <a:srgbClr val="B71E42"/>
              </a:buClr>
              <a:buAutoNum type="arabicPeriod" startAt="3"/>
              <a:tabLst>
                <a:tab pos="743585" algn="l"/>
                <a:tab pos="744220" algn="l"/>
                <a:tab pos="1891664" algn="l"/>
                <a:tab pos="2626360" algn="l"/>
                <a:tab pos="5365115" algn="l"/>
                <a:tab pos="6070600" algn="l"/>
                <a:tab pos="6501130" algn="l"/>
                <a:tab pos="7215505" algn="l"/>
                <a:tab pos="7976234" algn="l"/>
                <a:tab pos="8383270" algn="l"/>
              </a:tabLst>
            </a:pPr>
            <a:r>
              <a:rPr sz="2200" spc="-105" dirty="0">
                <a:latin typeface="Trebuchet MS"/>
                <a:cs typeface="Trebuchet MS"/>
              </a:rPr>
              <a:t>P</a:t>
            </a:r>
            <a:r>
              <a:rPr sz="2200" spc="-60" dirty="0">
                <a:latin typeface="Trebuchet MS"/>
                <a:cs typeface="Trebuchet MS"/>
              </a:rPr>
              <a:t>r</a:t>
            </a:r>
            <a:r>
              <a:rPr sz="2200" spc="-75" dirty="0">
                <a:latin typeface="Trebuchet MS"/>
                <a:cs typeface="Trebuchet MS"/>
              </a:rPr>
              <a:t>o</a:t>
            </a:r>
            <a:r>
              <a:rPr sz="2200" spc="-65" dirty="0">
                <a:latin typeface="Trebuchet MS"/>
                <a:cs typeface="Trebuchet MS"/>
              </a:rPr>
              <a:t>g</a:t>
            </a:r>
            <a:r>
              <a:rPr sz="2200" spc="-114" dirty="0">
                <a:latin typeface="Trebuchet MS"/>
                <a:cs typeface="Trebuchet MS"/>
              </a:rPr>
              <a:t>ram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90" dirty="0">
                <a:latin typeface="Trebuchet MS"/>
                <a:cs typeface="Trebuchet MS"/>
              </a:rPr>
              <a:t>Load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30" dirty="0">
                <a:latin typeface="Trebuchet MS"/>
                <a:cs typeface="Trebuchet MS"/>
              </a:rPr>
              <a:t>A</a:t>
            </a:r>
            <a:r>
              <a:rPr sz="2200" spc="5" dirty="0">
                <a:latin typeface="Trebuchet MS"/>
                <a:cs typeface="Trebuchet MS"/>
              </a:rPr>
              <a:t>d</a:t>
            </a:r>
            <a:r>
              <a:rPr sz="2200" spc="-105" dirty="0">
                <a:latin typeface="Trebuchet MS"/>
                <a:cs typeface="Trebuchet MS"/>
              </a:rPr>
              <a:t>d</a:t>
            </a:r>
            <a:r>
              <a:rPr sz="2200" spc="-45" dirty="0">
                <a:latin typeface="Trebuchet MS"/>
                <a:cs typeface="Trebuchet MS"/>
              </a:rPr>
              <a:t>r</a:t>
            </a:r>
            <a:r>
              <a:rPr sz="2200" spc="-140" dirty="0">
                <a:latin typeface="Trebuchet MS"/>
                <a:cs typeface="Trebuchet MS"/>
              </a:rPr>
              <a:t>e</a:t>
            </a:r>
            <a:r>
              <a:rPr sz="2200" spc="-70" dirty="0">
                <a:latin typeface="Trebuchet MS"/>
                <a:cs typeface="Trebuchet MS"/>
              </a:rPr>
              <a:t>ss</a:t>
            </a:r>
            <a:r>
              <a:rPr sz="2200" spc="-55" dirty="0">
                <a:latin typeface="Trebuchet MS"/>
                <a:cs typeface="Trebuchet MS"/>
              </a:rPr>
              <a:t>(</a:t>
            </a:r>
            <a:r>
              <a:rPr sz="2200" spc="-105" dirty="0">
                <a:latin typeface="Trebuchet MS"/>
                <a:cs typeface="Trebuchet MS"/>
              </a:rPr>
              <a:t>P</a:t>
            </a:r>
            <a:r>
              <a:rPr sz="2200" spc="5" dirty="0">
                <a:latin typeface="Trebuchet MS"/>
                <a:cs typeface="Trebuchet MS"/>
              </a:rPr>
              <a:t>LA</a:t>
            </a:r>
            <a:r>
              <a:rPr sz="2200" spc="15" dirty="0">
                <a:latin typeface="Trebuchet MS"/>
                <a:cs typeface="Trebuchet MS"/>
              </a:rPr>
              <a:t>)</a:t>
            </a:r>
            <a:r>
              <a:rPr sz="2200" spc="-105" dirty="0">
                <a:latin typeface="Trebuchet MS"/>
                <a:cs typeface="Trebuchet MS"/>
              </a:rPr>
              <a:t>-</a:t>
            </a:r>
            <a:r>
              <a:rPr sz="2200" spc="-80" dirty="0">
                <a:latin typeface="Trebuchet MS"/>
                <a:cs typeface="Trebuchet MS"/>
              </a:rPr>
              <a:t>cou</a:t>
            </a:r>
            <a:r>
              <a:rPr sz="2200" spc="-75" dirty="0">
                <a:latin typeface="Trebuchet MS"/>
                <a:cs typeface="Trebuchet MS"/>
              </a:rPr>
              <a:t>n</a:t>
            </a:r>
            <a:r>
              <a:rPr sz="2200" spc="-95" dirty="0">
                <a:latin typeface="Trebuchet MS"/>
                <a:cs typeface="Trebuchet MS"/>
              </a:rPr>
              <a:t>ter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5" dirty="0">
                <a:latin typeface="Trebuchet MS"/>
                <a:cs typeface="Trebuchet MS"/>
              </a:rPr>
              <a:t>used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55" dirty="0">
                <a:latin typeface="Trebuchet MS"/>
                <a:cs typeface="Trebuchet MS"/>
              </a:rPr>
              <a:t>to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30" dirty="0">
                <a:latin typeface="Trebuchet MS"/>
                <a:cs typeface="Trebuchet MS"/>
              </a:rPr>
              <a:t>k</a:t>
            </a:r>
            <a:r>
              <a:rPr sz="2200" spc="-150" dirty="0">
                <a:latin typeface="Trebuchet MS"/>
                <a:cs typeface="Trebuchet MS"/>
              </a:rPr>
              <a:t>e</a:t>
            </a:r>
            <a:r>
              <a:rPr sz="2200" spc="-145" dirty="0">
                <a:latin typeface="Trebuchet MS"/>
                <a:cs typeface="Trebuchet MS"/>
              </a:rPr>
              <a:t>e</a:t>
            </a:r>
            <a:r>
              <a:rPr sz="2200" spc="-130" dirty="0">
                <a:latin typeface="Trebuchet MS"/>
                <a:cs typeface="Trebuchet MS"/>
              </a:rPr>
              <a:t>p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14" dirty="0">
                <a:latin typeface="Trebuchet MS"/>
                <a:cs typeface="Trebuchet MS"/>
              </a:rPr>
              <a:t>tra</a:t>
            </a:r>
            <a:r>
              <a:rPr sz="2200" spc="-140" dirty="0">
                <a:latin typeface="Trebuchet MS"/>
                <a:cs typeface="Trebuchet MS"/>
              </a:rPr>
              <a:t>c</a:t>
            </a:r>
            <a:r>
              <a:rPr sz="2200" spc="-60" dirty="0">
                <a:latin typeface="Trebuchet MS"/>
                <a:cs typeface="Trebuchet MS"/>
              </a:rPr>
              <a:t>k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20" dirty="0">
                <a:latin typeface="Trebuchet MS"/>
                <a:cs typeface="Trebuchet MS"/>
              </a:rPr>
              <a:t>of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30" dirty="0">
                <a:latin typeface="Trebuchet MS"/>
                <a:cs typeface="Trebuchet MS"/>
              </a:rPr>
              <a:t>segment</a:t>
            </a:r>
            <a:r>
              <a:rPr sz="2200" spc="-40" dirty="0">
                <a:latin typeface="Trebuchet MS"/>
                <a:cs typeface="Trebuchet MS"/>
              </a:rPr>
              <a:t>s  </a:t>
            </a:r>
            <a:r>
              <a:rPr sz="2200" spc="-125" dirty="0">
                <a:latin typeface="Trebuchet MS"/>
                <a:cs typeface="Trebuchet MS"/>
              </a:rPr>
              <a:t>assigned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location</a:t>
            </a:r>
            <a:endParaRPr sz="2200">
              <a:latin typeface="Trebuchet MS"/>
              <a:cs typeface="Trebuchet MS"/>
            </a:endParaRPr>
          </a:p>
          <a:p>
            <a:pPr marL="744220" marR="6350" lvl="1" indent="-457200">
              <a:lnSpc>
                <a:spcPct val="100000"/>
              </a:lnSpc>
              <a:spcBef>
                <a:spcPts val="505"/>
              </a:spcBef>
              <a:buClr>
                <a:srgbClr val="B71E42"/>
              </a:buClr>
              <a:buAutoNum type="arabicPeriod" startAt="3"/>
              <a:tabLst>
                <a:tab pos="743585" algn="l"/>
                <a:tab pos="744220" algn="l"/>
              </a:tabLst>
            </a:pPr>
            <a:r>
              <a:rPr sz="2200" spc="-130" dirty="0">
                <a:latin typeface="Trebuchet MS"/>
                <a:cs typeface="Trebuchet MS"/>
              </a:rPr>
              <a:t>Table-Global</a:t>
            </a:r>
            <a:r>
              <a:rPr sz="2200" spc="100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External</a:t>
            </a:r>
            <a:r>
              <a:rPr sz="2200" spc="9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Symbol</a:t>
            </a:r>
            <a:r>
              <a:rPr sz="2200" spc="95" dirty="0">
                <a:latin typeface="Trebuchet MS"/>
                <a:cs typeface="Trebuchet MS"/>
              </a:rPr>
              <a:t> </a:t>
            </a:r>
            <a:r>
              <a:rPr sz="2200" spc="-180" dirty="0">
                <a:latin typeface="Trebuchet MS"/>
                <a:cs typeface="Trebuchet MS"/>
              </a:rPr>
              <a:t>Table</a:t>
            </a:r>
            <a:r>
              <a:rPr sz="2200" spc="9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(GEST)-store</a:t>
            </a:r>
            <a:r>
              <a:rPr sz="2200" spc="95" dirty="0">
                <a:latin typeface="Trebuchet MS"/>
                <a:cs typeface="Trebuchet MS"/>
              </a:rPr>
              <a:t> </a:t>
            </a:r>
            <a:r>
              <a:rPr sz="2200" spc="-150" dirty="0">
                <a:latin typeface="Trebuchet MS"/>
                <a:cs typeface="Trebuchet MS"/>
              </a:rPr>
              <a:t>each</a:t>
            </a:r>
            <a:r>
              <a:rPr sz="2200" spc="90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external</a:t>
            </a:r>
            <a:r>
              <a:rPr sz="2200" spc="9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symbol</a:t>
            </a:r>
            <a:r>
              <a:rPr sz="2200" spc="95" dirty="0">
                <a:latin typeface="Trebuchet MS"/>
                <a:cs typeface="Trebuchet MS"/>
              </a:rPr>
              <a:t> </a:t>
            </a:r>
            <a:r>
              <a:rPr sz="2200" spc="-140" dirty="0">
                <a:latin typeface="Trebuchet MS"/>
                <a:cs typeface="Trebuchet MS"/>
              </a:rPr>
              <a:t>and </a:t>
            </a:r>
            <a:r>
              <a:rPr sz="2200" spc="-645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its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corresponding</a:t>
            </a:r>
            <a:r>
              <a:rPr sz="2200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assigned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address</a:t>
            </a:r>
            <a:endParaRPr sz="2200">
              <a:latin typeface="Trebuchet MS"/>
              <a:cs typeface="Trebuchet MS"/>
            </a:endParaRPr>
          </a:p>
          <a:p>
            <a:pPr marL="744220" lvl="1" indent="-457200">
              <a:lnSpc>
                <a:spcPct val="100000"/>
              </a:lnSpc>
              <a:spcBef>
                <a:spcPts val="505"/>
              </a:spcBef>
              <a:buClr>
                <a:srgbClr val="B71E42"/>
              </a:buClr>
              <a:buAutoNum type="arabicPeriod" startAt="3"/>
              <a:tabLst>
                <a:tab pos="743585" algn="l"/>
                <a:tab pos="744220" algn="l"/>
              </a:tabLst>
            </a:pPr>
            <a:r>
              <a:rPr sz="2200" spc="-15" dirty="0">
                <a:latin typeface="Trebuchet MS"/>
                <a:cs typeface="Trebuchet MS"/>
              </a:rPr>
              <a:t>Copy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of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Trebuchet MS"/>
                <a:cs typeface="Trebuchet MS"/>
              </a:rPr>
              <a:t>input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to </a:t>
            </a:r>
            <a:r>
              <a:rPr sz="2200" spc="-140" dirty="0">
                <a:latin typeface="Trebuchet MS"/>
                <a:cs typeface="Trebuchet MS"/>
              </a:rPr>
              <a:t>be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40" dirty="0">
                <a:latin typeface="Trebuchet MS"/>
                <a:cs typeface="Trebuchet MS"/>
              </a:rPr>
              <a:t>later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used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40" dirty="0">
                <a:latin typeface="Trebuchet MS"/>
                <a:cs typeface="Trebuchet MS"/>
              </a:rPr>
              <a:t>by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pass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2</a:t>
            </a:r>
            <a:endParaRPr sz="2200">
              <a:latin typeface="Trebuchet MS"/>
              <a:cs typeface="Trebuchet MS"/>
            </a:endParaRPr>
          </a:p>
          <a:p>
            <a:pPr marL="744220" marR="5080" lvl="1" indent="-457200">
              <a:lnSpc>
                <a:spcPct val="100000"/>
              </a:lnSpc>
              <a:spcBef>
                <a:spcPts val="495"/>
              </a:spcBef>
              <a:buClr>
                <a:srgbClr val="B71E42"/>
              </a:buClr>
              <a:buAutoNum type="arabicPeriod" startAt="3"/>
              <a:tabLst>
                <a:tab pos="743585" algn="l"/>
                <a:tab pos="744220" algn="l"/>
                <a:tab pos="1703070" algn="l"/>
                <a:tab pos="3280410" algn="l"/>
                <a:tab pos="4914265" algn="l"/>
                <a:tab pos="5565140" algn="l"/>
                <a:tab pos="6631940" algn="l"/>
                <a:tab pos="7566025" algn="l"/>
                <a:tab pos="8103870" algn="l"/>
                <a:tab pos="8502015" algn="l"/>
              </a:tabLst>
            </a:pPr>
            <a:r>
              <a:rPr sz="2200" spc="-105" dirty="0">
                <a:latin typeface="Trebuchet MS"/>
                <a:cs typeface="Trebuchet MS"/>
              </a:rPr>
              <a:t>P</a:t>
            </a:r>
            <a:r>
              <a:rPr sz="2200" spc="-100" dirty="0">
                <a:latin typeface="Trebuchet MS"/>
                <a:cs typeface="Trebuchet MS"/>
              </a:rPr>
              <a:t>rint</a:t>
            </a:r>
            <a:r>
              <a:rPr sz="2200" spc="-125" dirty="0">
                <a:latin typeface="Trebuchet MS"/>
                <a:cs typeface="Trebuchet MS"/>
              </a:rPr>
              <a:t>e</a:t>
            </a:r>
            <a:r>
              <a:rPr sz="2200" spc="-110" dirty="0">
                <a:latin typeface="Trebuchet MS"/>
                <a:cs typeface="Trebuchet MS"/>
              </a:rPr>
              <a:t>d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25" dirty="0">
                <a:latin typeface="Trebuchet MS"/>
                <a:cs typeface="Trebuchet MS"/>
              </a:rPr>
              <a:t>L</a:t>
            </a:r>
            <a:r>
              <a:rPr sz="2200" spc="-60" dirty="0">
                <a:latin typeface="Trebuchet MS"/>
                <a:cs typeface="Trebuchet MS"/>
              </a:rPr>
              <a:t>i</a:t>
            </a:r>
            <a:r>
              <a:rPr sz="2200" spc="-95" dirty="0">
                <a:latin typeface="Trebuchet MS"/>
                <a:cs typeface="Trebuchet MS"/>
              </a:rPr>
              <a:t>st</a:t>
            </a:r>
            <a:r>
              <a:rPr sz="2200" spc="-145" dirty="0">
                <a:latin typeface="Trebuchet MS"/>
                <a:cs typeface="Trebuchet MS"/>
              </a:rPr>
              <a:t>i</a:t>
            </a:r>
            <a:r>
              <a:rPr sz="2200" spc="-200" dirty="0">
                <a:latin typeface="Trebuchet MS"/>
                <a:cs typeface="Trebuchet MS"/>
              </a:rPr>
              <a:t>ng,</a:t>
            </a:r>
            <a:r>
              <a:rPr sz="2200" spc="185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Load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20" dirty="0">
                <a:latin typeface="Trebuchet MS"/>
                <a:cs typeface="Trebuchet MS"/>
              </a:rPr>
              <a:t>m</a:t>
            </a:r>
            <a:r>
              <a:rPr sz="2200" spc="-160" dirty="0">
                <a:latin typeface="Trebuchet MS"/>
                <a:cs typeface="Trebuchet MS"/>
              </a:rPr>
              <a:t>a</a:t>
            </a:r>
            <a:r>
              <a:rPr sz="2200" spc="-125" dirty="0">
                <a:latin typeface="Trebuchet MS"/>
                <a:cs typeface="Trebuchet MS"/>
              </a:rPr>
              <a:t>p</a:t>
            </a:r>
            <a:r>
              <a:rPr sz="2200" spc="-105" dirty="0">
                <a:latin typeface="Trebuchet MS"/>
                <a:cs typeface="Trebuchet MS"/>
              </a:rPr>
              <a:t>-</a:t>
            </a:r>
            <a:r>
              <a:rPr sz="2200" spc="-140" dirty="0">
                <a:latin typeface="Trebuchet MS"/>
                <a:cs typeface="Trebuchet MS"/>
              </a:rPr>
              <a:t>specifi</a:t>
            </a:r>
            <a:r>
              <a:rPr sz="2200" spc="-170" dirty="0">
                <a:latin typeface="Trebuchet MS"/>
                <a:cs typeface="Trebuchet MS"/>
              </a:rPr>
              <a:t>e</a:t>
            </a:r>
            <a:r>
              <a:rPr sz="2200" spc="-50" dirty="0">
                <a:latin typeface="Trebuchet MS"/>
                <a:cs typeface="Trebuchet MS"/>
              </a:rPr>
              <a:t>s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90" dirty="0">
                <a:latin typeface="Trebuchet MS"/>
                <a:cs typeface="Trebuchet MS"/>
              </a:rPr>
              <a:t>e</a:t>
            </a:r>
            <a:r>
              <a:rPr sz="2200" spc="-170" dirty="0">
                <a:latin typeface="Trebuchet MS"/>
                <a:cs typeface="Trebuchet MS"/>
              </a:rPr>
              <a:t>a</a:t>
            </a:r>
            <a:r>
              <a:rPr sz="2200" spc="-120" dirty="0">
                <a:latin typeface="Trebuchet MS"/>
                <a:cs typeface="Trebuchet MS"/>
              </a:rPr>
              <a:t>ch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80" dirty="0">
                <a:latin typeface="Trebuchet MS"/>
                <a:cs typeface="Trebuchet MS"/>
              </a:rPr>
              <a:t>e</a:t>
            </a:r>
            <a:r>
              <a:rPr sz="2200" spc="-70" dirty="0">
                <a:latin typeface="Trebuchet MS"/>
                <a:cs typeface="Trebuchet MS"/>
              </a:rPr>
              <a:t>x</a:t>
            </a:r>
            <a:r>
              <a:rPr sz="2200" spc="-130" dirty="0">
                <a:latin typeface="Trebuchet MS"/>
                <a:cs typeface="Trebuchet MS"/>
              </a:rPr>
              <a:t>ternal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10" dirty="0">
                <a:latin typeface="Trebuchet MS"/>
                <a:cs typeface="Trebuchet MS"/>
              </a:rPr>
              <a:t>sym</a:t>
            </a:r>
            <a:r>
              <a:rPr sz="2200" spc="-100" dirty="0">
                <a:latin typeface="Trebuchet MS"/>
                <a:cs typeface="Trebuchet MS"/>
              </a:rPr>
              <a:t>b</a:t>
            </a:r>
            <a:r>
              <a:rPr sz="2200" spc="-70" dirty="0">
                <a:latin typeface="Trebuchet MS"/>
                <a:cs typeface="Trebuchet MS"/>
              </a:rPr>
              <a:t>ol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60" dirty="0">
                <a:latin typeface="Trebuchet MS"/>
                <a:cs typeface="Trebuchet MS"/>
              </a:rPr>
              <a:t>a</a:t>
            </a:r>
            <a:r>
              <a:rPr sz="2200" spc="-155" dirty="0">
                <a:latin typeface="Trebuchet MS"/>
                <a:cs typeface="Trebuchet MS"/>
              </a:rPr>
              <a:t>n</a:t>
            </a:r>
            <a:r>
              <a:rPr sz="2200" spc="-110" dirty="0">
                <a:latin typeface="Trebuchet MS"/>
                <a:cs typeface="Trebuchet MS"/>
              </a:rPr>
              <a:t>d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45" dirty="0">
                <a:latin typeface="Trebuchet MS"/>
                <a:cs typeface="Trebuchet MS"/>
              </a:rPr>
              <a:t>i</a:t>
            </a:r>
            <a:r>
              <a:rPr sz="2200" spc="-95" dirty="0">
                <a:latin typeface="Trebuchet MS"/>
                <a:cs typeface="Trebuchet MS"/>
              </a:rPr>
              <a:t>ts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15" dirty="0">
                <a:latin typeface="Trebuchet MS"/>
                <a:cs typeface="Trebuchet MS"/>
              </a:rPr>
              <a:t>a</a:t>
            </a:r>
            <a:r>
              <a:rPr sz="2200" spc="-105" dirty="0">
                <a:latin typeface="Trebuchet MS"/>
                <a:cs typeface="Trebuchet MS"/>
              </a:rPr>
              <a:t>ssign</a:t>
            </a:r>
            <a:r>
              <a:rPr sz="2200" spc="-130" dirty="0">
                <a:latin typeface="Trebuchet MS"/>
                <a:cs typeface="Trebuchet MS"/>
              </a:rPr>
              <a:t>e</a:t>
            </a:r>
            <a:r>
              <a:rPr sz="2200" spc="-75" dirty="0">
                <a:latin typeface="Trebuchet MS"/>
                <a:cs typeface="Trebuchet MS"/>
              </a:rPr>
              <a:t>d  </a:t>
            </a:r>
            <a:r>
              <a:rPr sz="2200" spc="-155" dirty="0">
                <a:latin typeface="Trebuchet MS"/>
                <a:cs typeface="Trebuchet MS"/>
              </a:rPr>
              <a:t>value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30477" y="1319885"/>
            <a:ext cx="9447530" cy="333311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8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95" dirty="0">
                <a:latin typeface="Trebuchet MS"/>
                <a:cs typeface="Trebuchet MS"/>
              </a:rPr>
              <a:t>Pass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2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perform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actual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loading,</a:t>
            </a:r>
            <a:r>
              <a:rPr sz="2000" spc="-28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relocation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linking</a:t>
            </a:r>
            <a:endParaRPr sz="2000">
              <a:latin typeface="Trebuchet MS"/>
              <a:cs typeface="Trebuchet MS"/>
            </a:endParaRPr>
          </a:p>
          <a:p>
            <a:pPr marL="742315" lvl="1" indent="-457834">
              <a:lnSpc>
                <a:spcPct val="100000"/>
              </a:lnSpc>
              <a:spcBef>
                <a:spcPts val="985"/>
              </a:spcBef>
              <a:buClr>
                <a:srgbClr val="B71E42"/>
              </a:buClr>
              <a:buAutoNum type="arabicPeriod"/>
              <a:tabLst>
                <a:tab pos="742315" algn="l"/>
                <a:tab pos="742950" algn="l"/>
              </a:tabLst>
            </a:pPr>
            <a:r>
              <a:rPr sz="2000" spc="45" dirty="0">
                <a:latin typeface="Trebuchet MS"/>
                <a:cs typeface="Trebuchet MS"/>
              </a:rPr>
              <a:t>Co</a:t>
            </a:r>
            <a:r>
              <a:rPr sz="2000" spc="-30" dirty="0">
                <a:latin typeface="Trebuchet MS"/>
                <a:cs typeface="Trebuchet MS"/>
              </a:rPr>
              <a:t>p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ob</a:t>
            </a:r>
            <a:r>
              <a:rPr sz="2000" spc="-90" dirty="0">
                <a:latin typeface="Trebuchet MS"/>
                <a:cs typeface="Trebuchet MS"/>
              </a:rPr>
              <a:t>j</a:t>
            </a:r>
            <a:r>
              <a:rPr sz="2000" spc="-125" dirty="0">
                <a:latin typeface="Trebuchet MS"/>
                <a:cs typeface="Trebuchet MS"/>
              </a:rPr>
              <a:t>ect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</a:t>
            </a:r>
            <a:r>
              <a:rPr sz="2000" spc="-85" dirty="0">
                <a:latin typeface="Trebuchet MS"/>
                <a:cs typeface="Trebuchet MS"/>
              </a:rPr>
              <a:t>r</a:t>
            </a:r>
            <a:r>
              <a:rPr sz="2000" spc="-40" dirty="0">
                <a:latin typeface="Trebuchet MS"/>
                <a:cs typeface="Trebuchet MS"/>
              </a:rPr>
              <a:t>ogr</a:t>
            </a:r>
            <a:r>
              <a:rPr sz="2000" spc="-120" dirty="0">
                <a:latin typeface="Trebuchet MS"/>
                <a:cs typeface="Trebuchet MS"/>
              </a:rPr>
              <a:t>ams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105" dirty="0">
                <a:latin typeface="Trebuchet MS"/>
                <a:cs typeface="Trebuchet MS"/>
              </a:rPr>
              <a:t>p</a:t>
            </a:r>
            <a:r>
              <a:rPr sz="2000" spc="-95" dirty="0">
                <a:latin typeface="Trebuchet MS"/>
                <a:cs typeface="Trebuchet MS"/>
              </a:rPr>
              <a:t>u</a:t>
            </a:r>
            <a:r>
              <a:rPr sz="2000" spc="-140" dirty="0">
                <a:latin typeface="Trebuchet MS"/>
                <a:cs typeface="Trebuchet MS"/>
              </a:rPr>
              <a:t>t</a:t>
            </a:r>
            <a:r>
              <a:rPr sz="2000" spc="-120" dirty="0">
                <a:latin typeface="Trebuchet MS"/>
                <a:cs typeface="Trebuchet MS"/>
              </a:rPr>
              <a:t>ted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pass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  <a:p>
            <a:pPr marL="742315" lvl="1" indent="-457834">
              <a:lnSpc>
                <a:spcPct val="100000"/>
              </a:lnSpc>
              <a:spcBef>
                <a:spcPts val="975"/>
              </a:spcBef>
              <a:buClr>
                <a:srgbClr val="B71E42"/>
              </a:buClr>
              <a:buAutoNum type="arabicPeriod"/>
              <a:tabLst>
                <a:tab pos="742315" algn="l"/>
                <a:tab pos="742950" algn="l"/>
              </a:tabLst>
            </a:pPr>
            <a:r>
              <a:rPr sz="2000" spc="-10" dirty="0">
                <a:latin typeface="Trebuchet MS"/>
                <a:cs typeface="Trebuchet MS"/>
              </a:rPr>
              <a:t>IPLA</a:t>
            </a:r>
            <a:endParaRPr sz="2000">
              <a:latin typeface="Trebuchet MS"/>
              <a:cs typeface="Trebuchet MS"/>
            </a:endParaRPr>
          </a:p>
          <a:p>
            <a:pPr marL="742315" lvl="1" indent="-457834">
              <a:lnSpc>
                <a:spcPct val="100000"/>
              </a:lnSpc>
              <a:spcBef>
                <a:spcPts val="980"/>
              </a:spcBef>
              <a:buClr>
                <a:srgbClr val="B71E42"/>
              </a:buClr>
              <a:buAutoNum type="arabicPeriod"/>
              <a:tabLst>
                <a:tab pos="742315" algn="l"/>
                <a:tab pos="742950" algn="l"/>
              </a:tabLst>
            </a:pPr>
            <a:r>
              <a:rPr sz="2000" spc="10" dirty="0">
                <a:latin typeface="Trebuchet MS"/>
                <a:cs typeface="Trebuchet MS"/>
              </a:rPr>
              <a:t>PLA</a:t>
            </a:r>
            <a:endParaRPr sz="2000">
              <a:latin typeface="Trebuchet MS"/>
              <a:cs typeface="Trebuchet MS"/>
            </a:endParaRPr>
          </a:p>
          <a:p>
            <a:pPr marL="742315" lvl="1" indent="-457834">
              <a:lnSpc>
                <a:spcPct val="100000"/>
              </a:lnSpc>
              <a:spcBef>
                <a:spcPts val="990"/>
              </a:spcBef>
              <a:buClr>
                <a:srgbClr val="B71E42"/>
              </a:buClr>
              <a:buAutoNum type="arabicPeriod"/>
              <a:tabLst>
                <a:tab pos="742315" algn="l"/>
                <a:tab pos="742950" algn="l"/>
              </a:tabLst>
            </a:pPr>
            <a:r>
              <a:rPr sz="2000" spc="15" dirty="0">
                <a:latin typeface="Trebuchet MS"/>
                <a:cs typeface="Trebuchet MS"/>
              </a:rPr>
              <a:t>GEST</a:t>
            </a:r>
            <a:endParaRPr sz="2000">
              <a:latin typeface="Trebuchet MS"/>
              <a:cs typeface="Trebuchet MS"/>
            </a:endParaRPr>
          </a:p>
          <a:p>
            <a:pPr marL="742315" marR="5080" lvl="1" indent="-457200" algn="just">
              <a:lnSpc>
                <a:spcPct val="120100"/>
              </a:lnSpc>
              <a:spcBef>
                <a:spcPts val="484"/>
              </a:spcBef>
              <a:buClr>
                <a:srgbClr val="B71E42"/>
              </a:buClr>
              <a:buAutoNum type="arabicPeriod"/>
              <a:tabLst>
                <a:tab pos="742950" algn="l"/>
              </a:tabLst>
            </a:pPr>
            <a:r>
              <a:rPr sz="2000" spc="30" dirty="0">
                <a:latin typeface="Trebuchet MS"/>
                <a:cs typeface="Trebuchet MS"/>
              </a:rPr>
              <a:t>An </a:t>
            </a:r>
            <a:r>
              <a:rPr sz="2000" spc="-120" dirty="0">
                <a:latin typeface="Trebuchet MS"/>
                <a:cs typeface="Trebuchet MS"/>
              </a:rPr>
              <a:t>array </a:t>
            </a:r>
            <a:r>
              <a:rPr sz="2000" spc="-100" dirty="0">
                <a:latin typeface="Trebuchet MS"/>
                <a:cs typeface="Trebuchet MS"/>
              </a:rPr>
              <a:t>Local External </a:t>
            </a:r>
            <a:r>
              <a:rPr sz="2000" spc="-95" dirty="0">
                <a:latin typeface="Trebuchet MS"/>
                <a:cs typeface="Trebuchet MS"/>
              </a:rPr>
              <a:t>Symbol </a:t>
            </a:r>
            <a:r>
              <a:rPr sz="2000" spc="-90" dirty="0">
                <a:latin typeface="Trebuchet MS"/>
                <a:cs typeface="Trebuchet MS"/>
              </a:rPr>
              <a:t>Array-establishes </a:t>
            </a:r>
            <a:r>
              <a:rPr sz="2000" spc="-75" dirty="0">
                <a:latin typeface="Trebuchet MS"/>
                <a:cs typeface="Trebuchet MS"/>
              </a:rPr>
              <a:t>correspondence </a:t>
            </a:r>
            <a:r>
              <a:rPr sz="2000" spc="-120" dirty="0">
                <a:latin typeface="Trebuchet MS"/>
                <a:cs typeface="Trebuchet MS"/>
              </a:rPr>
              <a:t>between </a:t>
            </a:r>
            <a:r>
              <a:rPr sz="2000" spc="50" dirty="0">
                <a:latin typeface="Trebuchet MS"/>
                <a:cs typeface="Trebuchet MS"/>
              </a:rPr>
              <a:t>ESD </a:t>
            </a:r>
            <a:r>
              <a:rPr sz="2000" spc="100" dirty="0">
                <a:latin typeface="Trebuchet MS"/>
                <a:cs typeface="Trebuchet MS"/>
              </a:rPr>
              <a:t>ID </a:t>
            </a:r>
            <a:r>
              <a:rPr sz="2000" spc="10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numbers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1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used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on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ESD </a:t>
            </a:r>
            <a:r>
              <a:rPr sz="2000" spc="-135" dirty="0">
                <a:latin typeface="Trebuchet MS"/>
                <a:cs typeface="Trebuchet MS"/>
              </a:rPr>
              <a:t>and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95" dirty="0">
                <a:latin typeface="Trebuchet MS"/>
                <a:cs typeface="Trebuchet MS"/>
              </a:rPr>
              <a:t>RLD </a:t>
            </a:r>
            <a:r>
              <a:rPr sz="2000" spc="-100" dirty="0">
                <a:latin typeface="Trebuchet MS"/>
                <a:cs typeface="Trebuchet MS"/>
              </a:rPr>
              <a:t>cards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corresponding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external</a:t>
            </a:r>
            <a:r>
              <a:rPr sz="2000" spc="39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symbol’s 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absol</a:t>
            </a:r>
            <a:r>
              <a:rPr sz="2000" spc="-105" dirty="0">
                <a:latin typeface="Trebuchet MS"/>
                <a:cs typeface="Trebuchet MS"/>
              </a:rPr>
              <a:t>u</a:t>
            </a:r>
            <a:r>
              <a:rPr sz="2000" spc="-130" dirty="0">
                <a:latin typeface="Trebuchet MS"/>
                <a:cs typeface="Trebuchet MS"/>
              </a:rPr>
              <a:t>te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a</a:t>
            </a:r>
            <a:r>
              <a:rPr sz="2000" spc="-180" dirty="0">
                <a:latin typeface="Trebuchet MS"/>
                <a:cs typeface="Trebuchet MS"/>
              </a:rPr>
              <a:t>d</a:t>
            </a:r>
            <a:r>
              <a:rPr sz="2000" spc="-45" dirty="0">
                <a:latin typeface="Trebuchet MS"/>
                <a:cs typeface="Trebuchet MS"/>
              </a:rPr>
              <a:t>d</a:t>
            </a:r>
            <a:r>
              <a:rPr sz="2000" spc="-75" dirty="0">
                <a:latin typeface="Trebuchet MS"/>
                <a:cs typeface="Trebuchet MS"/>
              </a:rPr>
              <a:t>r</a:t>
            </a:r>
            <a:r>
              <a:rPr sz="2000" spc="-70" dirty="0">
                <a:latin typeface="Trebuchet MS"/>
                <a:cs typeface="Trebuchet MS"/>
              </a:rPr>
              <a:t>ess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value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3EC61934-A6CA-4445-9F97-154325F75463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8561" y="1406652"/>
            <a:ext cx="9607550" cy="4235450"/>
            <a:chOff x="1448561" y="1406652"/>
            <a:chExt cx="9607550" cy="4235450"/>
          </a:xfrm>
        </p:grpSpPr>
        <p:sp>
          <p:nvSpPr>
            <p:cNvPr id="3" name="object 3"/>
            <p:cNvSpPr/>
            <p:nvPr/>
          </p:nvSpPr>
          <p:spPr>
            <a:xfrm>
              <a:off x="1448561" y="1422654"/>
              <a:ext cx="9607550" cy="0"/>
            </a:xfrm>
            <a:custGeom>
              <a:avLst/>
              <a:gdLst/>
              <a:ahLst/>
              <a:cxnLst/>
              <a:rect l="l" t="t" r="r" b="b"/>
              <a:pathLst>
                <a:path w="9607550">
                  <a:moveTo>
                    <a:pt x="0" y="0"/>
                  </a:moveTo>
                  <a:lnTo>
                    <a:pt x="9607550" y="0"/>
                  </a:lnTo>
                </a:path>
              </a:pathLst>
            </a:custGeom>
            <a:ln w="32004">
              <a:solidFill>
                <a:srgbClr val="B71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3767" y="1467612"/>
              <a:ext cx="8773668" cy="417423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86588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" dirty="0">
                <a:solidFill>
                  <a:srgbClr val="000000"/>
                </a:solidFill>
              </a:rPr>
              <a:t>DATABASES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110" dirty="0">
                <a:solidFill>
                  <a:srgbClr val="000000"/>
                </a:solidFill>
              </a:rPr>
              <a:t>USED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spc="50" dirty="0">
                <a:solidFill>
                  <a:srgbClr val="000000"/>
                </a:solidFill>
              </a:rPr>
              <a:t>BY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spc="120" dirty="0">
                <a:solidFill>
                  <a:srgbClr val="000000"/>
                </a:solidFill>
              </a:rPr>
              <a:t>DIRECT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160" dirty="0">
                <a:solidFill>
                  <a:srgbClr val="000000"/>
                </a:solidFill>
              </a:rPr>
              <a:t>LINKING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155" dirty="0">
                <a:solidFill>
                  <a:srgbClr val="000000"/>
                </a:solidFill>
              </a:rPr>
              <a:t>LOADER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1D2C363F-E8B0-424C-BA8A-36FD2967FE63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745" y="772109"/>
            <a:ext cx="72021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USE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spc="150" dirty="0">
                <a:solidFill>
                  <a:srgbClr val="000000"/>
                </a:solidFill>
              </a:rPr>
              <a:t>OF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spc="40" dirty="0">
                <a:solidFill>
                  <a:srgbClr val="000000"/>
                </a:solidFill>
              </a:rPr>
              <a:t>DATA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5" dirty="0">
                <a:solidFill>
                  <a:srgbClr val="000000"/>
                </a:solidFill>
              </a:rPr>
              <a:t>BASES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50" dirty="0">
                <a:solidFill>
                  <a:srgbClr val="000000"/>
                </a:solidFill>
              </a:rPr>
              <a:t>BY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155" dirty="0">
                <a:solidFill>
                  <a:srgbClr val="000000"/>
                </a:solidFill>
              </a:rPr>
              <a:t>LOADER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-85" dirty="0">
                <a:solidFill>
                  <a:srgbClr val="000000"/>
                </a:solidFill>
              </a:rPr>
              <a:t>PASSES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00962" y="1322832"/>
            <a:ext cx="4388485" cy="5041900"/>
            <a:chOff x="1200962" y="1322832"/>
            <a:chExt cx="4388485" cy="5041900"/>
          </a:xfrm>
        </p:grpSpPr>
        <p:sp>
          <p:nvSpPr>
            <p:cNvPr id="4" name="object 4"/>
            <p:cNvSpPr/>
            <p:nvPr/>
          </p:nvSpPr>
          <p:spPr>
            <a:xfrm>
              <a:off x="1207312" y="1329181"/>
              <a:ext cx="4375785" cy="365760"/>
            </a:xfrm>
            <a:custGeom>
              <a:avLst/>
              <a:gdLst/>
              <a:ahLst/>
              <a:cxnLst/>
              <a:rect l="l" t="t" r="r" b="b"/>
              <a:pathLst>
                <a:path w="4375785" h="365760">
                  <a:moveTo>
                    <a:pt x="118176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181760" y="365760"/>
                  </a:lnTo>
                  <a:lnTo>
                    <a:pt x="1181760" y="0"/>
                  </a:lnTo>
                  <a:close/>
                </a:path>
                <a:path w="4375785" h="365760">
                  <a:moveTo>
                    <a:pt x="4375734" y="0"/>
                  </a:moveTo>
                  <a:lnTo>
                    <a:pt x="1181811" y="0"/>
                  </a:lnTo>
                  <a:lnTo>
                    <a:pt x="1181811" y="365760"/>
                  </a:lnTo>
                  <a:lnTo>
                    <a:pt x="4375734" y="36576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B71E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7312" y="1694941"/>
              <a:ext cx="4375785" cy="365760"/>
            </a:xfrm>
            <a:custGeom>
              <a:avLst/>
              <a:gdLst/>
              <a:ahLst/>
              <a:cxnLst/>
              <a:rect l="l" t="t" r="r" b="b"/>
              <a:pathLst>
                <a:path w="4375785" h="365760">
                  <a:moveTo>
                    <a:pt x="118176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181760" y="365760"/>
                  </a:lnTo>
                  <a:lnTo>
                    <a:pt x="1181760" y="0"/>
                  </a:lnTo>
                  <a:close/>
                </a:path>
                <a:path w="4375785" h="365760">
                  <a:moveTo>
                    <a:pt x="4375734" y="0"/>
                  </a:moveTo>
                  <a:lnTo>
                    <a:pt x="1181811" y="0"/>
                  </a:lnTo>
                  <a:lnTo>
                    <a:pt x="1181811" y="365760"/>
                  </a:lnTo>
                  <a:lnTo>
                    <a:pt x="4375734" y="36576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7312" y="2060701"/>
              <a:ext cx="4375785" cy="365760"/>
            </a:xfrm>
            <a:custGeom>
              <a:avLst/>
              <a:gdLst/>
              <a:ahLst/>
              <a:cxnLst/>
              <a:rect l="l" t="t" r="r" b="b"/>
              <a:pathLst>
                <a:path w="4375785" h="365760">
                  <a:moveTo>
                    <a:pt x="118176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181760" y="365760"/>
                  </a:lnTo>
                  <a:lnTo>
                    <a:pt x="1181760" y="0"/>
                  </a:lnTo>
                  <a:close/>
                </a:path>
                <a:path w="4375785" h="365760">
                  <a:moveTo>
                    <a:pt x="4375734" y="0"/>
                  </a:moveTo>
                  <a:lnTo>
                    <a:pt x="1181811" y="0"/>
                  </a:lnTo>
                  <a:lnTo>
                    <a:pt x="1181811" y="365760"/>
                  </a:lnTo>
                  <a:lnTo>
                    <a:pt x="4375734" y="36576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07312" y="2426461"/>
              <a:ext cx="4375785" cy="365760"/>
            </a:xfrm>
            <a:custGeom>
              <a:avLst/>
              <a:gdLst/>
              <a:ahLst/>
              <a:cxnLst/>
              <a:rect l="l" t="t" r="r" b="b"/>
              <a:pathLst>
                <a:path w="4375785" h="365760">
                  <a:moveTo>
                    <a:pt x="118176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181760" y="365760"/>
                  </a:lnTo>
                  <a:lnTo>
                    <a:pt x="1181760" y="0"/>
                  </a:lnTo>
                  <a:close/>
                </a:path>
                <a:path w="4375785" h="365760">
                  <a:moveTo>
                    <a:pt x="4375734" y="0"/>
                  </a:moveTo>
                  <a:lnTo>
                    <a:pt x="1181811" y="0"/>
                  </a:lnTo>
                  <a:lnTo>
                    <a:pt x="1181811" y="365760"/>
                  </a:lnTo>
                  <a:lnTo>
                    <a:pt x="4375734" y="36576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07312" y="2792221"/>
              <a:ext cx="4375785" cy="365760"/>
            </a:xfrm>
            <a:custGeom>
              <a:avLst/>
              <a:gdLst/>
              <a:ahLst/>
              <a:cxnLst/>
              <a:rect l="l" t="t" r="r" b="b"/>
              <a:pathLst>
                <a:path w="4375785" h="365760">
                  <a:moveTo>
                    <a:pt x="118176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181760" y="365760"/>
                  </a:lnTo>
                  <a:lnTo>
                    <a:pt x="1181760" y="0"/>
                  </a:lnTo>
                  <a:close/>
                </a:path>
                <a:path w="4375785" h="365760">
                  <a:moveTo>
                    <a:pt x="4375734" y="0"/>
                  </a:moveTo>
                  <a:lnTo>
                    <a:pt x="1181811" y="0"/>
                  </a:lnTo>
                  <a:lnTo>
                    <a:pt x="1181811" y="365760"/>
                  </a:lnTo>
                  <a:lnTo>
                    <a:pt x="4375734" y="36576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07312" y="3157981"/>
              <a:ext cx="4375785" cy="365760"/>
            </a:xfrm>
            <a:custGeom>
              <a:avLst/>
              <a:gdLst/>
              <a:ahLst/>
              <a:cxnLst/>
              <a:rect l="l" t="t" r="r" b="b"/>
              <a:pathLst>
                <a:path w="4375785" h="365760">
                  <a:moveTo>
                    <a:pt x="118176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181760" y="365760"/>
                  </a:lnTo>
                  <a:lnTo>
                    <a:pt x="1181760" y="0"/>
                  </a:lnTo>
                  <a:close/>
                </a:path>
                <a:path w="4375785" h="365760">
                  <a:moveTo>
                    <a:pt x="4375734" y="0"/>
                  </a:moveTo>
                  <a:lnTo>
                    <a:pt x="1181811" y="0"/>
                  </a:lnTo>
                  <a:lnTo>
                    <a:pt x="1181811" y="365760"/>
                  </a:lnTo>
                  <a:lnTo>
                    <a:pt x="4375734" y="36576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07312" y="3523741"/>
              <a:ext cx="4375785" cy="365760"/>
            </a:xfrm>
            <a:custGeom>
              <a:avLst/>
              <a:gdLst/>
              <a:ahLst/>
              <a:cxnLst/>
              <a:rect l="l" t="t" r="r" b="b"/>
              <a:pathLst>
                <a:path w="4375785" h="365760">
                  <a:moveTo>
                    <a:pt x="118176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181760" y="365760"/>
                  </a:lnTo>
                  <a:lnTo>
                    <a:pt x="1181760" y="0"/>
                  </a:lnTo>
                  <a:close/>
                </a:path>
                <a:path w="4375785" h="365760">
                  <a:moveTo>
                    <a:pt x="4375734" y="0"/>
                  </a:moveTo>
                  <a:lnTo>
                    <a:pt x="1181811" y="0"/>
                  </a:lnTo>
                  <a:lnTo>
                    <a:pt x="1181811" y="365760"/>
                  </a:lnTo>
                  <a:lnTo>
                    <a:pt x="4375734" y="36576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07312" y="3889501"/>
              <a:ext cx="4375785" cy="365760"/>
            </a:xfrm>
            <a:custGeom>
              <a:avLst/>
              <a:gdLst/>
              <a:ahLst/>
              <a:cxnLst/>
              <a:rect l="l" t="t" r="r" b="b"/>
              <a:pathLst>
                <a:path w="4375785" h="365760">
                  <a:moveTo>
                    <a:pt x="118176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181760" y="365760"/>
                  </a:lnTo>
                  <a:lnTo>
                    <a:pt x="1181760" y="0"/>
                  </a:lnTo>
                  <a:close/>
                </a:path>
                <a:path w="4375785" h="365760">
                  <a:moveTo>
                    <a:pt x="4375734" y="0"/>
                  </a:moveTo>
                  <a:lnTo>
                    <a:pt x="1181811" y="0"/>
                  </a:lnTo>
                  <a:lnTo>
                    <a:pt x="1181811" y="365760"/>
                  </a:lnTo>
                  <a:lnTo>
                    <a:pt x="4375734" y="36576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07312" y="4255261"/>
              <a:ext cx="4375785" cy="640080"/>
            </a:xfrm>
            <a:custGeom>
              <a:avLst/>
              <a:gdLst/>
              <a:ahLst/>
              <a:cxnLst/>
              <a:rect l="l" t="t" r="r" b="b"/>
              <a:pathLst>
                <a:path w="4375785" h="640079">
                  <a:moveTo>
                    <a:pt x="1181760" y="0"/>
                  </a:moveTo>
                  <a:lnTo>
                    <a:pt x="0" y="0"/>
                  </a:lnTo>
                  <a:lnTo>
                    <a:pt x="0" y="640080"/>
                  </a:lnTo>
                  <a:lnTo>
                    <a:pt x="1181760" y="640080"/>
                  </a:lnTo>
                  <a:lnTo>
                    <a:pt x="1181760" y="0"/>
                  </a:lnTo>
                  <a:close/>
                </a:path>
                <a:path w="4375785" h="640079">
                  <a:moveTo>
                    <a:pt x="4375734" y="0"/>
                  </a:moveTo>
                  <a:lnTo>
                    <a:pt x="1181811" y="0"/>
                  </a:lnTo>
                  <a:lnTo>
                    <a:pt x="1181811" y="640080"/>
                  </a:lnTo>
                  <a:lnTo>
                    <a:pt x="4375734" y="64008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07312" y="4895341"/>
              <a:ext cx="4375785" cy="365760"/>
            </a:xfrm>
            <a:custGeom>
              <a:avLst/>
              <a:gdLst/>
              <a:ahLst/>
              <a:cxnLst/>
              <a:rect l="l" t="t" r="r" b="b"/>
              <a:pathLst>
                <a:path w="4375785" h="365760">
                  <a:moveTo>
                    <a:pt x="118176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181760" y="365760"/>
                  </a:lnTo>
                  <a:lnTo>
                    <a:pt x="1181760" y="0"/>
                  </a:lnTo>
                  <a:close/>
                </a:path>
                <a:path w="4375785" h="365760">
                  <a:moveTo>
                    <a:pt x="4375734" y="0"/>
                  </a:moveTo>
                  <a:lnTo>
                    <a:pt x="1181811" y="0"/>
                  </a:lnTo>
                  <a:lnTo>
                    <a:pt x="1181811" y="365760"/>
                  </a:lnTo>
                  <a:lnTo>
                    <a:pt x="4375734" y="36576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07312" y="5261051"/>
              <a:ext cx="4375785" cy="365760"/>
            </a:xfrm>
            <a:custGeom>
              <a:avLst/>
              <a:gdLst/>
              <a:ahLst/>
              <a:cxnLst/>
              <a:rect l="l" t="t" r="r" b="b"/>
              <a:pathLst>
                <a:path w="4375785" h="365760">
                  <a:moveTo>
                    <a:pt x="118176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181760" y="365760"/>
                  </a:lnTo>
                  <a:lnTo>
                    <a:pt x="1181760" y="0"/>
                  </a:lnTo>
                  <a:close/>
                </a:path>
                <a:path w="4375785" h="365760">
                  <a:moveTo>
                    <a:pt x="4375734" y="0"/>
                  </a:moveTo>
                  <a:lnTo>
                    <a:pt x="1181811" y="0"/>
                  </a:lnTo>
                  <a:lnTo>
                    <a:pt x="1181811" y="365760"/>
                  </a:lnTo>
                  <a:lnTo>
                    <a:pt x="4375734" y="36576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7312" y="5626811"/>
              <a:ext cx="4375785" cy="365760"/>
            </a:xfrm>
            <a:custGeom>
              <a:avLst/>
              <a:gdLst/>
              <a:ahLst/>
              <a:cxnLst/>
              <a:rect l="l" t="t" r="r" b="b"/>
              <a:pathLst>
                <a:path w="4375785" h="365760">
                  <a:moveTo>
                    <a:pt x="118176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181760" y="365760"/>
                  </a:lnTo>
                  <a:lnTo>
                    <a:pt x="1181760" y="0"/>
                  </a:lnTo>
                  <a:close/>
                </a:path>
                <a:path w="4375785" h="365760">
                  <a:moveTo>
                    <a:pt x="4375734" y="0"/>
                  </a:moveTo>
                  <a:lnTo>
                    <a:pt x="1181811" y="0"/>
                  </a:lnTo>
                  <a:lnTo>
                    <a:pt x="1181811" y="365760"/>
                  </a:lnTo>
                  <a:lnTo>
                    <a:pt x="4375734" y="36576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7312" y="5992571"/>
              <a:ext cx="4375785" cy="365760"/>
            </a:xfrm>
            <a:custGeom>
              <a:avLst/>
              <a:gdLst/>
              <a:ahLst/>
              <a:cxnLst/>
              <a:rect l="l" t="t" r="r" b="b"/>
              <a:pathLst>
                <a:path w="4375785" h="365760">
                  <a:moveTo>
                    <a:pt x="118176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181760" y="365760"/>
                  </a:lnTo>
                  <a:lnTo>
                    <a:pt x="1181760" y="0"/>
                  </a:lnTo>
                  <a:close/>
                </a:path>
                <a:path w="4375785" h="365760">
                  <a:moveTo>
                    <a:pt x="4375734" y="0"/>
                  </a:moveTo>
                  <a:lnTo>
                    <a:pt x="1181811" y="0"/>
                  </a:lnTo>
                  <a:lnTo>
                    <a:pt x="1181811" y="365760"/>
                  </a:lnTo>
                  <a:lnTo>
                    <a:pt x="4375734" y="365760"/>
                  </a:lnTo>
                  <a:lnTo>
                    <a:pt x="4375734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89124" y="1322832"/>
              <a:ext cx="0" cy="5041900"/>
            </a:xfrm>
            <a:custGeom>
              <a:avLst/>
              <a:gdLst/>
              <a:ahLst/>
              <a:cxnLst/>
              <a:rect l="l" t="t" r="r" b="b"/>
              <a:pathLst>
                <a:path h="5041900">
                  <a:moveTo>
                    <a:pt x="0" y="0"/>
                  </a:moveTo>
                  <a:lnTo>
                    <a:pt x="0" y="504184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00962" y="1694942"/>
              <a:ext cx="4388485" cy="0"/>
            </a:xfrm>
            <a:custGeom>
              <a:avLst/>
              <a:gdLst/>
              <a:ahLst/>
              <a:cxnLst/>
              <a:rect l="l" t="t" r="r" b="b"/>
              <a:pathLst>
                <a:path w="4388485">
                  <a:moveTo>
                    <a:pt x="0" y="0"/>
                  </a:moveTo>
                  <a:lnTo>
                    <a:pt x="4388434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00962" y="1322832"/>
              <a:ext cx="4388485" cy="5041900"/>
            </a:xfrm>
            <a:custGeom>
              <a:avLst/>
              <a:gdLst/>
              <a:ahLst/>
              <a:cxnLst/>
              <a:rect l="l" t="t" r="r" b="b"/>
              <a:pathLst>
                <a:path w="4388485" h="5041900">
                  <a:moveTo>
                    <a:pt x="0" y="737869"/>
                  </a:moveTo>
                  <a:lnTo>
                    <a:pt x="4388434" y="737869"/>
                  </a:lnTo>
                </a:path>
                <a:path w="4388485" h="5041900">
                  <a:moveTo>
                    <a:pt x="0" y="1103629"/>
                  </a:moveTo>
                  <a:lnTo>
                    <a:pt x="4388434" y="1103629"/>
                  </a:lnTo>
                </a:path>
                <a:path w="4388485" h="5041900">
                  <a:moveTo>
                    <a:pt x="0" y="1469389"/>
                  </a:moveTo>
                  <a:lnTo>
                    <a:pt x="4388434" y="1469389"/>
                  </a:lnTo>
                </a:path>
                <a:path w="4388485" h="5041900">
                  <a:moveTo>
                    <a:pt x="0" y="1835150"/>
                  </a:moveTo>
                  <a:lnTo>
                    <a:pt x="4388434" y="1835150"/>
                  </a:lnTo>
                </a:path>
                <a:path w="4388485" h="5041900">
                  <a:moveTo>
                    <a:pt x="0" y="2200909"/>
                  </a:moveTo>
                  <a:lnTo>
                    <a:pt x="4388434" y="2200909"/>
                  </a:lnTo>
                </a:path>
                <a:path w="4388485" h="5041900">
                  <a:moveTo>
                    <a:pt x="0" y="2566669"/>
                  </a:moveTo>
                  <a:lnTo>
                    <a:pt x="4388434" y="2566669"/>
                  </a:lnTo>
                </a:path>
                <a:path w="4388485" h="5041900">
                  <a:moveTo>
                    <a:pt x="0" y="2932429"/>
                  </a:moveTo>
                  <a:lnTo>
                    <a:pt x="4388434" y="2932429"/>
                  </a:lnTo>
                </a:path>
                <a:path w="4388485" h="5041900">
                  <a:moveTo>
                    <a:pt x="0" y="3572509"/>
                  </a:moveTo>
                  <a:lnTo>
                    <a:pt x="4388434" y="3572509"/>
                  </a:lnTo>
                </a:path>
                <a:path w="4388485" h="5041900">
                  <a:moveTo>
                    <a:pt x="0" y="3938269"/>
                  </a:moveTo>
                  <a:lnTo>
                    <a:pt x="4388434" y="3938269"/>
                  </a:lnTo>
                </a:path>
                <a:path w="4388485" h="5041900">
                  <a:moveTo>
                    <a:pt x="0" y="4303979"/>
                  </a:moveTo>
                  <a:lnTo>
                    <a:pt x="4388434" y="4303979"/>
                  </a:lnTo>
                </a:path>
                <a:path w="4388485" h="5041900">
                  <a:moveTo>
                    <a:pt x="0" y="4669739"/>
                  </a:moveTo>
                  <a:lnTo>
                    <a:pt x="4388434" y="4669739"/>
                  </a:lnTo>
                </a:path>
                <a:path w="4388485" h="5041900">
                  <a:moveTo>
                    <a:pt x="6350" y="0"/>
                  </a:moveTo>
                  <a:lnTo>
                    <a:pt x="6350" y="5041849"/>
                  </a:lnTo>
                </a:path>
                <a:path w="4388485" h="5041900">
                  <a:moveTo>
                    <a:pt x="4382084" y="0"/>
                  </a:moveTo>
                  <a:lnTo>
                    <a:pt x="4382084" y="5041849"/>
                  </a:lnTo>
                </a:path>
                <a:path w="4388485" h="5041900">
                  <a:moveTo>
                    <a:pt x="0" y="6350"/>
                  </a:moveTo>
                  <a:lnTo>
                    <a:pt x="4388434" y="6350"/>
                  </a:lnTo>
                </a:path>
                <a:path w="4388485" h="5041900">
                  <a:moveTo>
                    <a:pt x="0" y="5035499"/>
                  </a:moveTo>
                  <a:lnTo>
                    <a:pt x="4388434" y="503549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86383" y="1719198"/>
            <a:ext cx="857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Colum</a:t>
            </a:r>
            <a:r>
              <a:rPr sz="1800" spc="-60" dirty="0">
                <a:latin typeface="Trebuchet MS"/>
                <a:cs typeface="Trebuchet MS"/>
              </a:rPr>
              <a:t>ns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86383" y="208495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68117" y="2084959"/>
            <a:ext cx="2178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Hexa</a:t>
            </a:r>
            <a:r>
              <a:rPr sz="1800" spc="-60" dirty="0">
                <a:latin typeface="Trebuchet MS"/>
                <a:cs typeface="Trebuchet MS"/>
              </a:rPr>
              <a:t>d</a:t>
            </a:r>
            <a:r>
              <a:rPr sz="1800" spc="-135" dirty="0">
                <a:latin typeface="Trebuchet MS"/>
                <a:cs typeface="Trebuchet MS"/>
              </a:rPr>
              <a:t>ec</a:t>
            </a:r>
            <a:r>
              <a:rPr sz="1800" spc="-70" dirty="0">
                <a:latin typeface="Trebuchet MS"/>
                <a:cs typeface="Trebuchet MS"/>
              </a:rPr>
              <a:t>i</a:t>
            </a:r>
            <a:r>
              <a:rPr sz="1800" spc="-140" dirty="0">
                <a:latin typeface="Trebuchet MS"/>
                <a:cs typeface="Trebuchet MS"/>
              </a:rPr>
              <a:t>mal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</a:t>
            </a:r>
            <a:r>
              <a:rPr sz="1800" spc="-114" dirty="0">
                <a:latin typeface="Trebuchet MS"/>
                <a:cs typeface="Trebuchet MS"/>
              </a:rPr>
              <a:t>yte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X’02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86383" y="2450972"/>
            <a:ext cx="327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2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68117" y="2450972"/>
            <a:ext cx="1504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rebuchet MS"/>
                <a:cs typeface="Trebuchet MS"/>
              </a:rPr>
              <a:t>Cha</a:t>
            </a:r>
            <a:r>
              <a:rPr sz="1800" spc="-20" dirty="0">
                <a:latin typeface="Trebuchet MS"/>
                <a:cs typeface="Trebuchet MS"/>
              </a:rPr>
              <a:t>r</a:t>
            </a:r>
            <a:r>
              <a:rPr sz="1800" spc="-130" dirty="0">
                <a:latin typeface="Trebuchet MS"/>
                <a:cs typeface="Trebuchet MS"/>
              </a:rPr>
              <a:t>acte</a:t>
            </a:r>
            <a:r>
              <a:rPr sz="1800" spc="-15" dirty="0">
                <a:latin typeface="Trebuchet MS"/>
                <a:cs typeface="Trebuchet MS"/>
              </a:rPr>
              <a:t>rs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45" dirty="0">
                <a:latin typeface="Trebuchet MS"/>
                <a:cs typeface="Trebuchet MS"/>
              </a:rPr>
              <a:t>ESD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86383" y="2816733"/>
            <a:ext cx="4419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5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14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68117" y="2816733"/>
            <a:ext cx="525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Trebuchet MS"/>
                <a:cs typeface="Trebuchet MS"/>
              </a:rPr>
              <a:t>Blank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86383" y="3182492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15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16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68117" y="3182492"/>
            <a:ext cx="1303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latin typeface="Trebuchet MS"/>
                <a:cs typeface="Trebuchet MS"/>
              </a:rPr>
              <a:t>ESD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identifier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86383" y="3548253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17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24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68117" y="3548253"/>
            <a:ext cx="2513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Trebuchet MS"/>
                <a:cs typeface="Trebuchet MS"/>
              </a:rPr>
              <a:t>Name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pa</a:t>
            </a:r>
            <a:r>
              <a:rPr sz="1800" spc="-140" dirty="0">
                <a:latin typeface="Trebuchet MS"/>
                <a:cs typeface="Trebuchet MS"/>
              </a:rPr>
              <a:t>d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105" dirty="0">
                <a:latin typeface="Trebuchet MS"/>
                <a:cs typeface="Trebuchet MS"/>
              </a:rPr>
              <a:t>ed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wit</a:t>
            </a:r>
            <a:r>
              <a:rPr sz="1800" spc="-105" dirty="0">
                <a:latin typeface="Trebuchet MS"/>
                <a:cs typeface="Trebuchet MS"/>
              </a:rPr>
              <a:t>h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blanks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86383" y="3914394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25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68117" y="3914394"/>
            <a:ext cx="139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latin typeface="Trebuchet MS"/>
                <a:cs typeface="Trebuchet MS"/>
              </a:rPr>
              <a:t>ESD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type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co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86383" y="4280154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26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28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68117" y="4280154"/>
            <a:ext cx="2341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35" dirty="0">
                <a:latin typeface="Trebuchet MS"/>
                <a:cs typeface="Trebuchet MS"/>
              </a:rPr>
              <a:t>e</a:t>
            </a:r>
            <a:r>
              <a:rPr sz="1800" spc="-130" dirty="0">
                <a:latin typeface="Trebuchet MS"/>
                <a:cs typeface="Trebuchet MS"/>
              </a:rPr>
              <a:t>lati</a:t>
            </a:r>
            <a:r>
              <a:rPr sz="1800" spc="-190" dirty="0">
                <a:latin typeface="Trebuchet MS"/>
                <a:cs typeface="Trebuchet MS"/>
              </a:rPr>
              <a:t>v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a</a:t>
            </a:r>
            <a:r>
              <a:rPr sz="1800" spc="-160" dirty="0">
                <a:latin typeface="Trebuchet MS"/>
                <a:cs typeface="Trebuchet MS"/>
              </a:rPr>
              <a:t>d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35" dirty="0">
                <a:latin typeface="Trebuchet MS"/>
                <a:cs typeface="Trebuchet MS"/>
              </a:rPr>
              <a:t>r</a:t>
            </a:r>
            <a:r>
              <a:rPr sz="1800" spc="-65" dirty="0">
                <a:latin typeface="Trebuchet MS"/>
                <a:cs typeface="Trebuchet MS"/>
              </a:rPr>
              <a:t>ess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20" dirty="0">
                <a:latin typeface="Trebuchet MS"/>
                <a:cs typeface="Trebuchet MS"/>
              </a:rPr>
              <a:t>or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blank  </a:t>
            </a:r>
            <a:r>
              <a:rPr sz="1800" spc="80" dirty="0">
                <a:latin typeface="Trebuchet MS"/>
                <a:cs typeface="Trebuchet MS"/>
              </a:rPr>
              <a:t>(ADDR)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86383" y="4920233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29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68117" y="4920233"/>
            <a:ext cx="525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Trebuchet MS"/>
                <a:cs typeface="Trebuchet MS"/>
              </a:rPr>
              <a:t>Blank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048375" y="1322832"/>
            <a:ext cx="4944110" cy="4970145"/>
            <a:chOff x="6048375" y="1322832"/>
            <a:chExt cx="4944110" cy="4970145"/>
          </a:xfrm>
        </p:grpSpPr>
        <p:sp>
          <p:nvSpPr>
            <p:cNvPr id="38" name="object 38"/>
            <p:cNvSpPr/>
            <p:nvPr/>
          </p:nvSpPr>
          <p:spPr>
            <a:xfrm>
              <a:off x="6054725" y="1329181"/>
              <a:ext cx="4931410" cy="365760"/>
            </a:xfrm>
            <a:custGeom>
              <a:avLst/>
              <a:gdLst/>
              <a:ahLst/>
              <a:cxnLst/>
              <a:rect l="l" t="t" r="r" b="b"/>
              <a:pathLst>
                <a:path w="4931409" h="365760">
                  <a:moveTo>
                    <a:pt x="4930902" y="0"/>
                  </a:moveTo>
                  <a:lnTo>
                    <a:pt x="1231709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1231646" y="365760"/>
                  </a:lnTo>
                  <a:lnTo>
                    <a:pt x="4930902" y="365760"/>
                  </a:lnTo>
                  <a:lnTo>
                    <a:pt x="4930902" y="0"/>
                  </a:lnTo>
                  <a:close/>
                </a:path>
              </a:pathLst>
            </a:custGeom>
            <a:solidFill>
              <a:srgbClr val="B71E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54725" y="1694865"/>
              <a:ext cx="4931410" cy="590550"/>
            </a:xfrm>
            <a:custGeom>
              <a:avLst/>
              <a:gdLst/>
              <a:ahLst/>
              <a:cxnLst/>
              <a:rect l="l" t="t" r="r" b="b"/>
              <a:pathLst>
                <a:path w="4931409" h="590550">
                  <a:moveTo>
                    <a:pt x="4930902" y="0"/>
                  </a:moveTo>
                  <a:lnTo>
                    <a:pt x="1231709" y="0"/>
                  </a:lnTo>
                  <a:lnTo>
                    <a:pt x="0" y="0"/>
                  </a:lnTo>
                  <a:lnTo>
                    <a:pt x="0" y="590118"/>
                  </a:lnTo>
                  <a:lnTo>
                    <a:pt x="1231646" y="590118"/>
                  </a:lnTo>
                  <a:lnTo>
                    <a:pt x="4930902" y="590118"/>
                  </a:lnTo>
                  <a:lnTo>
                    <a:pt x="4930902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54725" y="2285021"/>
              <a:ext cx="4931410" cy="385445"/>
            </a:xfrm>
            <a:custGeom>
              <a:avLst/>
              <a:gdLst/>
              <a:ahLst/>
              <a:cxnLst/>
              <a:rect l="l" t="t" r="r" b="b"/>
              <a:pathLst>
                <a:path w="4931409" h="385444">
                  <a:moveTo>
                    <a:pt x="4930902" y="0"/>
                  </a:moveTo>
                  <a:lnTo>
                    <a:pt x="1231709" y="0"/>
                  </a:lnTo>
                  <a:lnTo>
                    <a:pt x="0" y="0"/>
                  </a:lnTo>
                  <a:lnTo>
                    <a:pt x="0" y="385152"/>
                  </a:lnTo>
                  <a:lnTo>
                    <a:pt x="1231646" y="385152"/>
                  </a:lnTo>
                  <a:lnTo>
                    <a:pt x="4930902" y="385152"/>
                  </a:lnTo>
                  <a:lnTo>
                    <a:pt x="4930902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54725" y="2670212"/>
              <a:ext cx="4931410" cy="385445"/>
            </a:xfrm>
            <a:custGeom>
              <a:avLst/>
              <a:gdLst/>
              <a:ahLst/>
              <a:cxnLst/>
              <a:rect l="l" t="t" r="r" b="b"/>
              <a:pathLst>
                <a:path w="4931409" h="385444">
                  <a:moveTo>
                    <a:pt x="4930902" y="0"/>
                  </a:moveTo>
                  <a:lnTo>
                    <a:pt x="1231709" y="0"/>
                  </a:lnTo>
                  <a:lnTo>
                    <a:pt x="0" y="0"/>
                  </a:lnTo>
                  <a:lnTo>
                    <a:pt x="0" y="385152"/>
                  </a:lnTo>
                  <a:lnTo>
                    <a:pt x="1231646" y="385152"/>
                  </a:lnTo>
                  <a:lnTo>
                    <a:pt x="4930902" y="385152"/>
                  </a:lnTo>
                  <a:lnTo>
                    <a:pt x="4930902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054725" y="3055404"/>
              <a:ext cx="4931410" cy="385445"/>
            </a:xfrm>
            <a:custGeom>
              <a:avLst/>
              <a:gdLst/>
              <a:ahLst/>
              <a:cxnLst/>
              <a:rect l="l" t="t" r="r" b="b"/>
              <a:pathLst>
                <a:path w="4931409" h="385445">
                  <a:moveTo>
                    <a:pt x="4930902" y="0"/>
                  </a:moveTo>
                  <a:lnTo>
                    <a:pt x="1231709" y="0"/>
                  </a:lnTo>
                  <a:lnTo>
                    <a:pt x="0" y="0"/>
                  </a:lnTo>
                  <a:lnTo>
                    <a:pt x="0" y="385152"/>
                  </a:lnTo>
                  <a:lnTo>
                    <a:pt x="1231646" y="385152"/>
                  </a:lnTo>
                  <a:lnTo>
                    <a:pt x="4930902" y="385152"/>
                  </a:lnTo>
                  <a:lnTo>
                    <a:pt x="4930902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054725" y="3440556"/>
              <a:ext cx="4931410" cy="640080"/>
            </a:xfrm>
            <a:custGeom>
              <a:avLst/>
              <a:gdLst/>
              <a:ahLst/>
              <a:cxnLst/>
              <a:rect l="l" t="t" r="r" b="b"/>
              <a:pathLst>
                <a:path w="4931409" h="640079">
                  <a:moveTo>
                    <a:pt x="4930902" y="0"/>
                  </a:moveTo>
                  <a:lnTo>
                    <a:pt x="1231709" y="0"/>
                  </a:lnTo>
                  <a:lnTo>
                    <a:pt x="0" y="0"/>
                  </a:lnTo>
                  <a:lnTo>
                    <a:pt x="0" y="640080"/>
                  </a:lnTo>
                  <a:lnTo>
                    <a:pt x="1231646" y="640080"/>
                  </a:lnTo>
                  <a:lnTo>
                    <a:pt x="4930902" y="640080"/>
                  </a:lnTo>
                  <a:lnTo>
                    <a:pt x="4930902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054725" y="4080548"/>
              <a:ext cx="4931410" cy="385445"/>
            </a:xfrm>
            <a:custGeom>
              <a:avLst/>
              <a:gdLst/>
              <a:ahLst/>
              <a:cxnLst/>
              <a:rect l="l" t="t" r="r" b="b"/>
              <a:pathLst>
                <a:path w="4931409" h="385445">
                  <a:moveTo>
                    <a:pt x="4930902" y="0"/>
                  </a:moveTo>
                  <a:lnTo>
                    <a:pt x="1231709" y="0"/>
                  </a:lnTo>
                  <a:lnTo>
                    <a:pt x="0" y="0"/>
                  </a:lnTo>
                  <a:lnTo>
                    <a:pt x="0" y="385152"/>
                  </a:lnTo>
                  <a:lnTo>
                    <a:pt x="1231646" y="385152"/>
                  </a:lnTo>
                  <a:lnTo>
                    <a:pt x="4930902" y="385152"/>
                  </a:lnTo>
                  <a:lnTo>
                    <a:pt x="4930902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054725" y="4465751"/>
              <a:ext cx="4931410" cy="664845"/>
            </a:xfrm>
            <a:custGeom>
              <a:avLst/>
              <a:gdLst/>
              <a:ahLst/>
              <a:cxnLst/>
              <a:rect l="l" t="t" r="r" b="b"/>
              <a:pathLst>
                <a:path w="4931409" h="664845">
                  <a:moveTo>
                    <a:pt x="4930902" y="0"/>
                  </a:moveTo>
                  <a:lnTo>
                    <a:pt x="1231709" y="0"/>
                  </a:lnTo>
                  <a:lnTo>
                    <a:pt x="0" y="0"/>
                  </a:lnTo>
                  <a:lnTo>
                    <a:pt x="0" y="664794"/>
                  </a:lnTo>
                  <a:lnTo>
                    <a:pt x="1231646" y="664794"/>
                  </a:lnTo>
                  <a:lnTo>
                    <a:pt x="4930902" y="664794"/>
                  </a:lnTo>
                  <a:lnTo>
                    <a:pt x="4930902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054725" y="5130584"/>
              <a:ext cx="4931410" cy="385445"/>
            </a:xfrm>
            <a:custGeom>
              <a:avLst/>
              <a:gdLst/>
              <a:ahLst/>
              <a:cxnLst/>
              <a:rect l="l" t="t" r="r" b="b"/>
              <a:pathLst>
                <a:path w="4931409" h="385445">
                  <a:moveTo>
                    <a:pt x="4930902" y="0"/>
                  </a:moveTo>
                  <a:lnTo>
                    <a:pt x="1231709" y="0"/>
                  </a:lnTo>
                  <a:lnTo>
                    <a:pt x="0" y="0"/>
                  </a:lnTo>
                  <a:lnTo>
                    <a:pt x="0" y="385152"/>
                  </a:lnTo>
                  <a:lnTo>
                    <a:pt x="1231646" y="385152"/>
                  </a:lnTo>
                  <a:lnTo>
                    <a:pt x="4930902" y="385152"/>
                  </a:lnTo>
                  <a:lnTo>
                    <a:pt x="4930902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054725" y="5515711"/>
              <a:ext cx="4931410" cy="385445"/>
            </a:xfrm>
            <a:custGeom>
              <a:avLst/>
              <a:gdLst/>
              <a:ahLst/>
              <a:cxnLst/>
              <a:rect l="l" t="t" r="r" b="b"/>
              <a:pathLst>
                <a:path w="4931409" h="385445">
                  <a:moveTo>
                    <a:pt x="4930902" y="0"/>
                  </a:moveTo>
                  <a:lnTo>
                    <a:pt x="1231709" y="0"/>
                  </a:lnTo>
                  <a:lnTo>
                    <a:pt x="0" y="0"/>
                  </a:lnTo>
                  <a:lnTo>
                    <a:pt x="0" y="385152"/>
                  </a:lnTo>
                  <a:lnTo>
                    <a:pt x="1231646" y="385152"/>
                  </a:lnTo>
                  <a:lnTo>
                    <a:pt x="4930902" y="385152"/>
                  </a:lnTo>
                  <a:lnTo>
                    <a:pt x="4930902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54725" y="5900864"/>
              <a:ext cx="4931410" cy="385445"/>
            </a:xfrm>
            <a:custGeom>
              <a:avLst/>
              <a:gdLst/>
              <a:ahLst/>
              <a:cxnLst/>
              <a:rect l="l" t="t" r="r" b="b"/>
              <a:pathLst>
                <a:path w="4931409" h="385445">
                  <a:moveTo>
                    <a:pt x="4930902" y="0"/>
                  </a:moveTo>
                  <a:lnTo>
                    <a:pt x="1231709" y="0"/>
                  </a:lnTo>
                  <a:lnTo>
                    <a:pt x="0" y="0"/>
                  </a:lnTo>
                  <a:lnTo>
                    <a:pt x="0" y="385152"/>
                  </a:lnTo>
                  <a:lnTo>
                    <a:pt x="1231646" y="385152"/>
                  </a:lnTo>
                  <a:lnTo>
                    <a:pt x="4930902" y="385152"/>
                  </a:lnTo>
                  <a:lnTo>
                    <a:pt x="4930902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86371" y="1322832"/>
              <a:ext cx="0" cy="4970145"/>
            </a:xfrm>
            <a:custGeom>
              <a:avLst/>
              <a:gdLst/>
              <a:ahLst/>
              <a:cxnLst/>
              <a:rect l="l" t="t" r="r" b="b"/>
              <a:pathLst>
                <a:path h="4970145">
                  <a:moveTo>
                    <a:pt x="0" y="0"/>
                  </a:moveTo>
                  <a:lnTo>
                    <a:pt x="0" y="496953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48375" y="1694942"/>
              <a:ext cx="4944110" cy="0"/>
            </a:xfrm>
            <a:custGeom>
              <a:avLst/>
              <a:gdLst/>
              <a:ahLst/>
              <a:cxnLst/>
              <a:rect l="l" t="t" r="r" b="b"/>
              <a:pathLst>
                <a:path w="4944109">
                  <a:moveTo>
                    <a:pt x="0" y="0"/>
                  </a:moveTo>
                  <a:lnTo>
                    <a:pt x="494360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48375" y="1322832"/>
              <a:ext cx="4944110" cy="4970145"/>
            </a:xfrm>
            <a:custGeom>
              <a:avLst/>
              <a:gdLst/>
              <a:ahLst/>
              <a:cxnLst/>
              <a:rect l="l" t="t" r="r" b="b"/>
              <a:pathLst>
                <a:path w="4944109" h="4970145">
                  <a:moveTo>
                    <a:pt x="0" y="962151"/>
                  </a:moveTo>
                  <a:lnTo>
                    <a:pt x="4943602" y="962151"/>
                  </a:lnTo>
                </a:path>
                <a:path w="4944109" h="4970145">
                  <a:moveTo>
                    <a:pt x="0" y="1347342"/>
                  </a:moveTo>
                  <a:lnTo>
                    <a:pt x="4943602" y="1347342"/>
                  </a:lnTo>
                </a:path>
                <a:path w="4944109" h="4970145">
                  <a:moveTo>
                    <a:pt x="0" y="1732533"/>
                  </a:moveTo>
                  <a:lnTo>
                    <a:pt x="4943602" y="1732533"/>
                  </a:lnTo>
                </a:path>
                <a:path w="4944109" h="4970145">
                  <a:moveTo>
                    <a:pt x="0" y="2117725"/>
                  </a:moveTo>
                  <a:lnTo>
                    <a:pt x="4943602" y="2117725"/>
                  </a:lnTo>
                </a:path>
                <a:path w="4944109" h="4970145">
                  <a:moveTo>
                    <a:pt x="0" y="2757804"/>
                  </a:moveTo>
                  <a:lnTo>
                    <a:pt x="4943602" y="2757804"/>
                  </a:lnTo>
                </a:path>
                <a:path w="4944109" h="4970145">
                  <a:moveTo>
                    <a:pt x="0" y="3142868"/>
                  </a:moveTo>
                  <a:lnTo>
                    <a:pt x="4943602" y="3142868"/>
                  </a:lnTo>
                </a:path>
                <a:path w="4944109" h="4970145">
                  <a:moveTo>
                    <a:pt x="0" y="3807713"/>
                  </a:moveTo>
                  <a:lnTo>
                    <a:pt x="4943602" y="3807713"/>
                  </a:lnTo>
                </a:path>
                <a:path w="4944109" h="4970145">
                  <a:moveTo>
                    <a:pt x="0" y="4192904"/>
                  </a:moveTo>
                  <a:lnTo>
                    <a:pt x="4943602" y="4192904"/>
                  </a:lnTo>
                </a:path>
                <a:path w="4944109" h="4970145">
                  <a:moveTo>
                    <a:pt x="0" y="4578032"/>
                  </a:moveTo>
                  <a:lnTo>
                    <a:pt x="4943602" y="4578032"/>
                  </a:lnTo>
                </a:path>
                <a:path w="4944109" h="4970145">
                  <a:moveTo>
                    <a:pt x="6350" y="0"/>
                  </a:moveTo>
                  <a:lnTo>
                    <a:pt x="6350" y="4969535"/>
                  </a:lnTo>
                </a:path>
                <a:path w="4944109" h="4970145">
                  <a:moveTo>
                    <a:pt x="4937252" y="0"/>
                  </a:moveTo>
                  <a:lnTo>
                    <a:pt x="4937252" y="4969535"/>
                  </a:lnTo>
                </a:path>
                <a:path w="4944109" h="4970145">
                  <a:moveTo>
                    <a:pt x="0" y="6350"/>
                  </a:moveTo>
                  <a:lnTo>
                    <a:pt x="4943602" y="6350"/>
                  </a:lnTo>
                </a:path>
                <a:path w="4944109" h="4970145">
                  <a:moveTo>
                    <a:pt x="0" y="4963185"/>
                  </a:moveTo>
                  <a:lnTo>
                    <a:pt x="4943602" y="496318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468117" y="1261999"/>
            <a:ext cx="6195695" cy="7569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4909820" algn="l"/>
              </a:tabLst>
            </a:pPr>
            <a:r>
              <a:rPr sz="1800" b="1" spc="190" dirty="0">
                <a:solidFill>
                  <a:srgbClr val="FFFFFF"/>
                </a:solidFill>
                <a:latin typeface="Trebuchet MS"/>
                <a:cs typeface="Trebuchet MS"/>
              </a:rPr>
              <a:t>ESD</a:t>
            </a:r>
            <a:r>
              <a:rPr sz="18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240" dirty="0">
                <a:solidFill>
                  <a:srgbClr val="FFFFFF"/>
                </a:solidFill>
                <a:latin typeface="Trebuchet MS"/>
                <a:cs typeface="Trebuchet MS"/>
              </a:rPr>
              <a:t>CARD	</a:t>
            </a:r>
            <a:r>
              <a:rPr sz="1800" b="1" spc="250" dirty="0">
                <a:solidFill>
                  <a:srgbClr val="FFFFFF"/>
                </a:solidFill>
                <a:latin typeface="Trebuchet MS"/>
                <a:cs typeface="Trebuchet MS"/>
              </a:rPr>
              <a:t>TXT</a:t>
            </a:r>
            <a:r>
              <a:rPr sz="18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240" dirty="0">
                <a:solidFill>
                  <a:srgbClr val="FFFFFF"/>
                </a:solidFill>
                <a:latin typeface="Trebuchet MS"/>
                <a:cs typeface="Trebuchet MS"/>
              </a:rPr>
              <a:t>CARD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3678554" algn="l"/>
                <a:tab pos="4909820" algn="l"/>
              </a:tabLst>
            </a:pPr>
            <a:r>
              <a:rPr sz="1800" spc="-45" dirty="0">
                <a:latin typeface="Trebuchet MS"/>
                <a:cs typeface="Trebuchet MS"/>
              </a:rPr>
              <a:t>Contents	</a:t>
            </a:r>
            <a:r>
              <a:rPr sz="1800" spc="-35" dirty="0">
                <a:latin typeface="Trebuchet MS"/>
                <a:cs typeface="Trebuchet MS"/>
              </a:rPr>
              <a:t>Columns	</a:t>
            </a:r>
            <a:r>
              <a:rPr sz="1800" spc="-45" dirty="0">
                <a:latin typeface="Trebuchet MS"/>
                <a:cs typeface="Trebuchet MS"/>
              </a:rPr>
              <a:t>Contents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134227" y="5942208"/>
            <a:ext cx="55626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45" dirty="0">
                <a:latin typeface="Trebuchet MS"/>
                <a:cs typeface="Trebuchet MS"/>
              </a:rPr>
              <a:t>73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80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365872" y="5942208"/>
            <a:ext cx="220853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10" dirty="0">
                <a:latin typeface="Trebuchet MS"/>
                <a:cs typeface="Trebuchet MS"/>
              </a:rPr>
              <a:t>Ca</a:t>
            </a:r>
            <a:r>
              <a:rPr sz="1800" spc="-30" dirty="0">
                <a:latin typeface="Trebuchet MS"/>
                <a:cs typeface="Trebuchet MS"/>
              </a:rPr>
              <a:t>r</a:t>
            </a:r>
            <a:r>
              <a:rPr sz="1800" spc="-90" dirty="0">
                <a:latin typeface="Trebuchet MS"/>
                <a:cs typeface="Trebuchet MS"/>
              </a:rPr>
              <a:t>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Seque</a:t>
            </a:r>
            <a:r>
              <a:rPr sz="1800" spc="-105" dirty="0">
                <a:latin typeface="Trebuchet MS"/>
                <a:cs typeface="Trebuchet MS"/>
              </a:rPr>
              <a:t>nce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n</a:t>
            </a:r>
            <a:r>
              <a:rPr sz="1800" spc="-105" dirty="0">
                <a:latin typeface="Trebuchet MS"/>
                <a:cs typeface="Trebuchet MS"/>
              </a:rPr>
              <a:t>umbe</a:t>
            </a:r>
            <a:r>
              <a:rPr sz="1800" spc="10" dirty="0">
                <a:latin typeface="Trebuchet MS"/>
                <a:cs typeface="Trebuchet MS"/>
              </a:rPr>
              <a:t>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286383" y="6033953"/>
            <a:ext cx="55626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45" dirty="0">
                <a:latin typeface="Trebuchet MS"/>
                <a:cs typeface="Trebuchet MS"/>
              </a:rPr>
              <a:t>73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80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468117" y="6033953"/>
            <a:ext cx="22733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10" dirty="0">
                <a:latin typeface="Trebuchet MS"/>
                <a:cs typeface="Trebuchet MS"/>
              </a:rPr>
              <a:t>Ca</a:t>
            </a:r>
            <a:r>
              <a:rPr sz="1800" spc="-30" dirty="0">
                <a:latin typeface="Trebuchet MS"/>
                <a:cs typeface="Trebuchet MS"/>
              </a:rPr>
              <a:t>r</a:t>
            </a:r>
            <a:r>
              <a:rPr sz="1800" spc="-90" dirty="0">
                <a:latin typeface="Trebuchet MS"/>
                <a:cs typeface="Trebuchet MS"/>
              </a:rPr>
              <a:t>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S</a:t>
            </a:r>
            <a:r>
              <a:rPr sz="1800" spc="-105" dirty="0">
                <a:latin typeface="Trebuchet MS"/>
                <a:cs typeface="Trebuchet MS"/>
              </a:rPr>
              <a:t>equen</a:t>
            </a:r>
            <a:r>
              <a:rPr sz="1800" spc="-90" dirty="0">
                <a:latin typeface="Trebuchet MS"/>
                <a:cs typeface="Trebuchet MS"/>
              </a:rPr>
              <a:t>c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Number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134227" y="2198750"/>
            <a:ext cx="3409950" cy="118110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  <a:tabLst>
                <a:tab pos="1243965" algn="l"/>
              </a:tabLst>
            </a:pPr>
            <a:r>
              <a:rPr sz="1800" spc="-45" dirty="0">
                <a:latin typeface="Trebuchet MS"/>
                <a:cs typeface="Trebuchet MS"/>
              </a:rPr>
              <a:t>1	</a:t>
            </a:r>
            <a:r>
              <a:rPr sz="1800" spc="-50" dirty="0">
                <a:latin typeface="Trebuchet MS"/>
                <a:cs typeface="Trebuchet MS"/>
              </a:rPr>
              <a:t>Hexa</a:t>
            </a:r>
            <a:r>
              <a:rPr sz="1800" spc="-60" dirty="0">
                <a:latin typeface="Trebuchet MS"/>
                <a:cs typeface="Trebuchet MS"/>
              </a:rPr>
              <a:t>d</a:t>
            </a:r>
            <a:r>
              <a:rPr sz="1800" spc="-135" dirty="0">
                <a:latin typeface="Trebuchet MS"/>
                <a:cs typeface="Trebuchet MS"/>
              </a:rPr>
              <a:t>ec</a:t>
            </a:r>
            <a:r>
              <a:rPr sz="1800" spc="-70" dirty="0">
                <a:latin typeface="Trebuchet MS"/>
                <a:cs typeface="Trebuchet MS"/>
              </a:rPr>
              <a:t>i</a:t>
            </a:r>
            <a:r>
              <a:rPr sz="1800" spc="-140" dirty="0">
                <a:latin typeface="Trebuchet MS"/>
                <a:cs typeface="Trebuchet MS"/>
              </a:rPr>
              <a:t>mal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</a:t>
            </a:r>
            <a:r>
              <a:rPr sz="1800" spc="-114" dirty="0">
                <a:latin typeface="Trebuchet MS"/>
                <a:cs typeface="Trebuchet MS"/>
              </a:rPr>
              <a:t>yte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X’02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1243965" algn="l"/>
              </a:tabLst>
            </a:pPr>
            <a:r>
              <a:rPr sz="1800" spc="-45" dirty="0">
                <a:latin typeface="Trebuchet MS"/>
                <a:cs typeface="Trebuchet MS"/>
              </a:rPr>
              <a:t>2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4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5" dirty="0">
                <a:latin typeface="Trebuchet MS"/>
                <a:cs typeface="Trebuchet MS"/>
              </a:rPr>
              <a:t>Cha</a:t>
            </a:r>
            <a:r>
              <a:rPr sz="1800" spc="-20" dirty="0">
                <a:latin typeface="Trebuchet MS"/>
                <a:cs typeface="Trebuchet MS"/>
              </a:rPr>
              <a:t>r</a:t>
            </a:r>
            <a:r>
              <a:rPr sz="1800" spc="-130" dirty="0">
                <a:latin typeface="Trebuchet MS"/>
                <a:cs typeface="Trebuchet MS"/>
              </a:rPr>
              <a:t>acte</a:t>
            </a:r>
            <a:r>
              <a:rPr sz="1800" spc="-15" dirty="0">
                <a:latin typeface="Trebuchet MS"/>
                <a:cs typeface="Trebuchet MS"/>
              </a:rPr>
              <a:t>rs</a:t>
            </a:r>
            <a:r>
              <a:rPr sz="1800" spc="-280" dirty="0">
                <a:latin typeface="Trebuchet MS"/>
                <a:cs typeface="Trebuchet MS"/>
              </a:rPr>
              <a:t> </a:t>
            </a:r>
            <a:r>
              <a:rPr sz="1800" spc="114" dirty="0">
                <a:latin typeface="Trebuchet MS"/>
                <a:cs typeface="Trebuchet MS"/>
              </a:rPr>
              <a:t>TXT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1243965" algn="l"/>
              </a:tabLst>
            </a:pPr>
            <a:r>
              <a:rPr sz="1800" spc="-45" dirty="0">
                <a:latin typeface="Trebuchet MS"/>
                <a:cs typeface="Trebuchet MS"/>
              </a:rPr>
              <a:t>5	</a:t>
            </a:r>
            <a:r>
              <a:rPr sz="1800" spc="-95" dirty="0">
                <a:latin typeface="Trebuchet MS"/>
                <a:cs typeface="Trebuchet MS"/>
              </a:rPr>
              <a:t>Blank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34227" y="3465067"/>
            <a:ext cx="327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6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65872" y="3465067"/>
            <a:ext cx="30943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35" dirty="0">
                <a:latin typeface="Trebuchet MS"/>
                <a:cs typeface="Trebuchet MS"/>
              </a:rPr>
              <a:t>e</a:t>
            </a:r>
            <a:r>
              <a:rPr sz="1800" spc="-130" dirty="0">
                <a:latin typeface="Trebuchet MS"/>
                <a:cs typeface="Trebuchet MS"/>
              </a:rPr>
              <a:t>lati</a:t>
            </a:r>
            <a:r>
              <a:rPr sz="1800" spc="-190" dirty="0">
                <a:latin typeface="Trebuchet MS"/>
                <a:cs typeface="Trebuchet MS"/>
              </a:rPr>
              <a:t>v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a</a:t>
            </a:r>
            <a:r>
              <a:rPr sz="1800" spc="-160" dirty="0">
                <a:latin typeface="Trebuchet MS"/>
                <a:cs typeface="Trebuchet MS"/>
              </a:rPr>
              <a:t>d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35" dirty="0">
                <a:latin typeface="Trebuchet MS"/>
                <a:cs typeface="Trebuchet MS"/>
              </a:rPr>
              <a:t>r</a:t>
            </a:r>
            <a:r>
              <a:rPr sz="1800" spc="-65" dirty="0">
                <a:latin typeface="Trebuchet MS"/>
                <a:cs typeface="Trebuchet MS"/>
              </a:rPr>
              <a:t>ess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20" dirty="0">
                <a:latin typeface="Trebuchet MS"/>
                <a:cs typeface="Trebuchet MS"/>
              </a:rPr>
              <a:t>f</a:t>
            </a:r>
            <a:r>
              <a:rPr sz="1800" spc="-70" dirty="0">
                <a:latin typeface="Trebuchet MS"/>
                <a:cs typeface="Trebuchet MS"/>
              </a:rPr>
              <a:t>irst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160" dirty="0">
                <a:latin typeface="Trebuchet MS"/>
                <a:cs typeface="Trebuchet MS"/>
              </a:rPr>
              <a:t>ata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</a:t>
            </a:r>
            <a:r>
              <a:rPr sz="1800" spc="-95" dirty="0">
                <a:latin typeface="Trebuchet MS"/>
                <a:cs typeface="Trebuchet MS"/>
              </a:rPr>
              <a:t>yte  </a:t>
            </a:r>
            <a:r>
              <a:rPr sz="1800" spc="80" dirty="0">
                <a:latin typeface="Trebuchet MS"/>
                <a:cs typeface="Trebuchet MS"/>
              </a:rPr>
              <a:t>(ADDR)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134227" y="4105402"/>
            <a:ext cx="4419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9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10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365872" y="4105402"/>
            <a:ext cx="525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Trebuchet MS"/>
                <a:cs typeface="Trebuchet MS"/>
              </a:rPr>
              <a:t>Blank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134227" y="4490720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11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12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365872" y="4490720"/>
            <a:ext cx="2530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B</a:t>
            </a:r>
            <a:r>
              <a:rPr sz="1800" spc="-114" dirty="0">
                <a:latin typeface="Trebuchet MS"/>
                <a:cs typeface="Trebuchet MS"/>
              </a:rPr>
              <a:t>yte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Count</a:t>
            </a:r>
            <a:r>
              <a:rPr sz="1800" spc="10" dirty="0">
                <a:latin typeface="Trebuchet MS"/>
                <a:cs typeface="Trebuchet MS"/>
              </a:rPr>
              <a:t>=</a:t>
            </a:r>
            <a:r>
              <a:rPr sz="1800" spc="-30" dirty="0">
                <a:latin typeface="Trebuchet MS"/>
                <a:cs typeface="Trebuchet MS"/>
              </a:rPr>
              <a:t>n</a:t>
            </a:r>
            <a:r>
              <a:rPr sz="1800" spc="-75" dirty="0">
                <a:latin typeface="Trebuchet MS"/>
                <a:cs typeface="Trebuchet MS"/>
              </a:rPr>
              <a:t>o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r>
              <a:rPr sz="1800" spc="-254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</a:t>
            </a:r>
            <a:r>
              <a:rPr sz="1800" spc="-114" dirty="0">
                <a:latin typeface="Trebuchet MS"/>
                <a:cs typeface="Trebuchet MS"/>
              </a:rPr>
              <a:t>yte</a:t>
            </a:r>
            <a:r>
              <a:rPr sz="1800" spc="-40" dirty="0">
                <a:latin typeface="Trebuchet MS"/>
                <a:cs typeface="Trebuchet MS"/>
              </a:rPr>
              <a:t>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of  </a:t>
            </a:r>
            <a:r>
              <a:rPr sz="1800" spc="-85" dirty="0">
                <a:latin typeface="Trebuchet MS"/>
                <a:cs typeface="Trebuchet MS"/>
              </a:rPr>
              <a:t>info</a:t>
            </a:r>
            <a:r>
              <a:rPr sz="1800" spc="-80" dirty="0">
                <a:latin typeface="Trebuchet MS"/>
                <a:cs typeface="Trebuchet MS"/>
              </a:rPr>
              <a:t>r</a:t>
            </a:r>
            <a:r>
              <a:rPr sz="1800" spc="-130" dirty="0">
                <a:latin typeface="Trebuchet MS"/>
                <a:cs typeface="Trebuchet MS"/>
              </a:rPr>
              <a:t>mati</a:t>
            </a:r>
            <a:r>
              <a:rPr sz="1800" spc="-30" dirty="0">
                <a:latin typeface="Trebuchet MS"/>
                <a:cs typeface="Trebuchet MS"/>
              </a:rPr>
              <a:t>on</a:t>
            </a:r>
            <a:r>
              <a:rPr sz="1800" spc="-75" dirty="0">
                <a:latin typeface="Trebuchet MS"/>
                <a:cs typeface="Trebuchet MS"/>
              </a:rPr>
              <a:t> i</a:t>
            </a:r>
            <a:r>
              <a:rPr sz="1800" spc="-135" dirty="0">
                <a:latin typeface="Trebuchet MS"/>
                <a:cs typeface="Trebuchet MS"/>
              </a:rPr>
              <a:t>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1</a:t>
            </a:r>
            <a:r>
              <a:rPr sz="1800" spc="-35" dirty="0">
                <a:latin typeface="Trebuchet MS"/>
                <a:cs typeface="Trebuchet MS"/>
              </a:rPr>
              <a:t>7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72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134227" y="5155438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13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16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365872" y="5155438"/>
            <a:ext cx="525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Trebuchet MS"/>
                <a:cs typeface="Trebuchet MS"/>
              </a:rPr>
              <a:t>Blank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134227" y="5540755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17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72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365872" y="5540755"/>
            <a:ext cx="2254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Trebuchet MS"/>
                <a:cs typeface="Trebuchet MS"/>
              </a:rPr>
              <a:t>F</a:t>
            </a:r>
            <a:r>
              <a:rPr sz="1800" spc="-100" dirty="0">
                <a:latin typeface="Trebuchet MS"/>
                <a:cs typeface="Trebuchet MS"/>
              </a:rPr>
              <a:t>r</a:t>
            </a:r>
            <a:r>
              <a:rPr sz="1800" spc="-40" dirty="0">
                <a:latin typeface="Trebuchet MS"/>
                <a:cs typeface="Trebuchet MS"/>
              </a:rPr>
              <a:t>om </a:t>
            </a:r>
            <a:r>
              <a:rPr sz="1800" spc="-45" dirty="0">
                <a:latin typeface="Trebuchet MS"/>
                <a:cs typeface="Trebuchet MS"/>
              </a:rPr>
              <a:t>1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56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160" dirty="0">
                <a:latin typeface="Trebuchet MS"/>
                <a:cs typeface="Trebuchet MS"/>
              </a:rPr>
              <a:t>ata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</a:t>
            </a:r>
            <a:r>
              <a:rPr sz="1800" spc="-114" dirty="0">
                <a:latin typeface="Trebuchet MS"/>
                <a:cs typeface="Trebuchet MS"/>
              </a:rPr>
              <a:t>yte</a:t>
            </a:r>
            <a:r>
              <a:rPr sz="1800" spc="-40" dirty="0">
                <a:latin typeface="Trebuchet MS"/>
                <a:cs typeface="Trebuchet MS"/>
              </a:rPr>
              <a:t>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300843" y="5703214"/>
            <a:ext cx="6064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888888"/>
                </a:solidFill>
                <a:latin typeface="Trebuchet MS"/>
                <a:cs typeface="Trebuchet MS"/>
              </a:rPr>
              <a:t>06</a:t>
            </a:r>
            <a:r>
              <a:rPr sz="1000" spc="-250" dirty="0">
                <a:solidFill>
                  <a:srgbClr val="888888"/>
                </a:solidFill>
                <a:latin typeface="Trebuchet MS"/>
                <a:cs typeface="Trebuchet MS"/>
              </a:rPr>
              <a:t>/</a:t>
            </a:r>
            <a:r>
              <a:rPr sz="1000" spc="-30" dirty="0">
                <a:solidFill>
                  <a:srgbClr val="888888"/>
                </a:solidFill>
                <a:latin typeface="Trebuchet MS"/>
                <a:cs typeface="Trebuchet MS"/>
              </a:rPr>
              <a:t>08</a:t>
            </a:r>
            <a:r>
              <a:rPr sz="1000" spc="-250" dirty="0">
                <a:solidFill>
                  <a:srgbClr val="888888"/>
                </a:solidFill>
                <a:latin typeface="Trebuchet MS"/>
                <a:cs typeface="Trebuchet MS"/>
              </a:rPr>
              <a:t>/</a:t>
            </a:r>
            <a:r>
              <a:rPr sz="1000" spc="-30" dirty="0">
                <a:solidFill>
                  <a:srgbClr val="888888"/>
                </a:solidFill>
                <a:latin typeface="Trebuchet MS"/>
                <a:cs typeface="Trebuchet MS"/>
              </a:rPr>
              <a:t>2021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48283" y="5245404"/>
            <a:ext cx="4122420" cy="6559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20"/>
              </a:spcBef>
              <a:tabLst>
                <a:tab pos="1231900" algn="l"/>
              </a:tabLst>
            </a:pPr>
            <a:r>
              <a:rPr sz="1800" spc="-55" dirty="0">
                <a:latin typeface="Trebuchet MS"/>
                <a:cs typeface="Trebuchet MS"/>
              </a:rPr>
              <a:t>30-32	</a:t>
            </a:r>
            <a:r>
              <a:rPr sz="1800" spc="-95" dirty="0">
                <a:latin typeface="Trebuchet MS"/>
                <a:cs typeface="Trebuchet MS"/>
              </a:rPr>
              <a:t>Length</a:t>
            </a:r>
            <a:endParaRPr sz="180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2700" spc="-67" baseline="-12345" dirty="0">
                <a:latin typeface="Trebuchet MS"/>
                <a:cs typeface="Trebuchet MS"/>
              </a:rPr>
              <a:t>33</a:t>
            </a:r>
            <a:r>
              <a:rPr sz="2700" spc="-810" baseline="-12345" dirty="0">
                <a:latin typeface="Trebuchet MS"/>
                <a:cs typeface="Trebuchet MS"/>
              </a:rPr>
              <a:t>-</a:t>
            </a:r>
            <a:r>
              <a:rPr sz="1000" spc="-160" dirty="0">
                <a:solidFill>
                  <a:srgbClr val="888888"/>
                </a:solidFill>
                <a:latin typeface="Trebuchet MS"/>
                <a:cs typeface="Trebuchet MS"/>
              </a:rPr>
              <a:t>D</a:t>
            </a:r>
            <a:r>
              <a:rPr sz="2700" spc="-989" baseline="-12345" dirty="0">
                <a:latin typeface="Trebuchet MS"/>
                <a:cs typeface="Trebuchet MS"/>
              </a:rPr>
              <a:t>7</a:t>
            </a:r>
            <a:r>
              <a:rPr sz="1000" spc="5" dirty="0">
                <a:solidFill>
                  <a:srgbClr val="888888"/>
                </a:solidFill>
                <a:latin typeface="Trebuchet MS"/>
                <a:cs typeface="Trebuchet MS"/>
              </a:rPr>
              <a:t>r</a:t>
            </a:r>
            <a:r>
              <a:rPr sz="1000" spc="-155" dirty="0">
                <a:solidFill>
                  <a:srgbClr val="888888"/>
                </a:solidFill>
                <a:latin typeface="Trebuchet MS"/>
                <a:cs typeface="Trebuchet MS"/>
              </a:rPr>
              <a:t>.</a:t>
            </a:r>
            <a:r>
              <a:rPr sz="2700" spc="-989" baseline="-12345" dirty="0">
                <a:latin typeface="Trebuchet MS"/>
                <a:cs typeface="Trebuchet MS"/>
              </a:rPr>
              <a:t>2</a:t>
            </a:r>
            <a:r>
              <a:rPr sz="1000" spc="70" dirty="0">
                <a:solidFill>
                  <a:srgbClr val="888888"/>
                </a:solidFill>
                <a:latin typeface="Trebuchet MS"/>
                <a:cs typeface="Trebuchet MS"/>
              </a:rPr>
              <a:t>H</a:t>
            </a:r>
            <a:r>
              <a:rPr sz="1000" spc="-110" dirty="0">
                <a:solidFill>
                  <a:srgbClr val="888888"/>
                </a:solidFill>
                <a:latin typeface="Trebuchet MS"/>
                <a:cs typeface="Trebuchet MS"/>
              </a:rPr>
              <a:t>a</a:t>
            </a:r>
            <a:r>
              <a:rPr sz="1000" spc="-25" dirty="0">
                <a:solidFill>
                  <a:srgbClr val="888888"/>
                </a:solidFill>
                <a:latin typeface="Trebuchet MS"/>
                <a:cs typeface="Trebuchet MS"/>
              </a:rPr>
              <a:t>rsh</a:t>
            </a:r>
            <a:r>
              <a:rPr sz="1000" spc="-100" dirty="0">
                <a:solidFill>
                  <a:srgbClr val="888888"/>
                </a:solidFill>
                <a:latin typeface="Trebuchet MS"/>
                <a:cs typeface="Trebuchet MS"/>
              </a:rPr>
              <a:t>a</a:t>
            </a:r>
            <a:r>
              <a:rPr sz="1000" spc="-2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1000" spc="75" dirty="0">
                <a:solidFill>
                  <a:srgbClr val="888888"/>
                </a:solidFill>
                <a:latin typeface="Trebuchet MS"/>
                <a:cs typeface="Trebuchet MS"/>
              </a:rPr>
              <a:t>A</a:t>
            </a:r>
            <a:r>
              <a:rPr sz="1000" spc="-30" dirty="0">
                <a:solidFill>
                  <a:srgbClr val="888888"/>
                </a:solidFill>
                <a:latin typeface="Trebuchet MS"/>
                <a:cs typeface="Trebuchet MS"/>
              </a:rPr>
              <a:t> Bh</a:t>
            </a:r>
            <a:r>
              <a:rPr sz="1000" spc="-50" dirty="0">
                <a:solidFill>
                  <a:srgbClr val="888888"/>
                </a:solidFill>
                <a:latin typeface="Trebuchet MS"/>
                <a:cs typeface="Trebuchet MS"/>
              </a:rPr>
              <a:t>u</a:t>
            </a:r>
            <a:r>
              <a:rPr sz="1000" spc="-305" dirty="0">
                <a:solidFill>
                  <a:srgbClr val="888888"/>
                </a:solidFill>
                <a:latin typeface="Trebuchet MS"/>
                <a:cs typeface="Trebuchet MS"/>
              </a:rPr>
              <a:t>t</a:t>
            </a:r>
            <a:r>
              <a:rPr sz="2700" spc="-1177" baseline="-12345" dirty="0">
                <a:latin typeface="Trebuchet MS"/>
                <a:cs typeface="Trebuchet MS"/>
              </a:rPr>
              <a:t>B</a:t>
            </a:r>
            <a:r>
              <a:rPr sz="1000" spc="-110" dirty="0">
                <a:solidFill>
                  <a:srgbClr val="888888"/>
                </a:solidFill>
                <a:latin typeface="Trebuchet MS"/>
                <a:cs typeface="Trebuchet MS"/>
              </a:rPr>
              <a:t>e,</a:t>
            </a:r>
            <a:r>
              <a:rPr sz="1000" spc="-23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2700" spc="-217" baseline="-12345" dirty="0">
                <a:latin typeface="Trebuchet MS"/>
                <a:cs typeface="Trebuchet MS"/>
              </a:rPr>
              <a:t>l</a:t>
            </a:r>
            <a:r>
              <a:rPr sz="2700" spc="-1297" baseline="-12345" dirty="0">
                <a:latin typeface="Trebuchet MS"/>
                <a:cs typeface="Trebuchet MS"/>
              </a:rPr>
              <a:t>a</a:t>
            </a:r>
            <a:r>
              <a:rPr sz="1000" spc="25" dirty="0">
                <a:solidFill>
                  <a:srgbClr val="888888"/>
                </a:solidFill>
                <a:latin typeface="Trebuchet MS"/>
                <a:cs typeface="Trebuchet MS"/>
              </a:rPr>
              <a:t>U</a:t>
            </a:r>
            <a:r>
              <a:rPr sz="2700" spc="-1439" baseline="-12345" dirty="0">
                <a:latin typeface="Trebuchet MS"/>
                <a:cs typeface="Trebuchet MS"/>
              </a:rPr>
              <a:t>n</a:t>
            </a:r>
            <a:r>
              <a:rPr sz="1000" spc="140" dirty="0">
                <a:solidFill>
                  <a:srgbClr val="888888"/>
                </a:solidFill>
                <a:latin typeface="Trebuchet MS"/>
                <a:cs typeface="Trebuchet MS"/>
              </a:rPr>
              <a:t>N</a:t>
            </a:r>
            <a:r>
              <a:rPr sz="1000" spc="-190" dirty="0">
                <a:solidFill>
                  <a:srgbClr val="888888"/>
                </a:solidFill>
                <a:latin typeface="Trebuchet MS"/>
                <a:cs typeface="Trebuchet MS"/>
              </a:rPr>
              <a:t>I</a:t>
            </a:r>
            <a:r>
              <a:rPr sz="2700" spc="-1132" baseline="-12345" dirty="0">
                <a:latin typeface="Trebuchet MS"/>
                <a:cs typeface="Trebuchet MS"/>
              </a:rPr>
              <a:t>k</a:t>
            </a:r>
            <a:r>
              <a:rPr sz="1000" spc="20" dirty="0">
                <a:solidFill>
                  <a:srgbClr val="888888"/>
                </a:solidFill>
                <a:latin typeface="Trebuchet MS"/>
                <a:cs typeface="Trebuchet MS"/>
              </a:rPr>
              <a:t>T</a:t>
            </a:r>
            <a:r>
              <a:rPr sz="1000" spc="-4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1000" spc="-30" dirty="0">
                <a:solidFill>
                  <a:srgbClr val="888888"/>
                </a:solidFill>
                <a:latin typeface="Trebuchet MS"/>
                <a:cs typeface="Trebuchet MS"/>
              </a:rPr>
              <a:t>II</a:t>
            </a:r>
            <a:r>
              <a:rPr sz="1000" spc="-90" dirty="0">
                <a:solidFill>
                  <a:srgbClr val="888888"/>
                </a:solidFill>
                <a:latin typeface="Trebuchet MS"/>
                <a:cs typeface="Trebuchet MS"/>
              </a:rPr>
              <a:t>I,</a:t>
            </a:r>
            <a:r>
              <a:rPr sz="1000" spc="-2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1000" spc="-30" dirty="0">
                <a:solidFill>
                  <a:srgbClr val="888888"/>
                </a:solidFill>
                <a:latin typeface="Trebuchet MS"/>
                <a:cs typeface="Trebuchet MS"/>
              </a:rPr>
              <a:t>S</a:t>
            </a:r>
            <a:r>
              <a:rPr sz="1000" spc="-55" dirty="0">
                <a:solidFill>
                  <a:srgbClr val="888888"/>
                </a:solidFill>
                <a:latin typeface="Trebuchet MS"/>
                <a:cs typeface="Trebuchet MS"/>
              </a:rPr>
              <a:t>P</a:t>
            </a:r>
            <a:r>
              <a:rPr sz="1000" spc="135" dirty="0">
                <a:solidFill>
                  <a:srgbClr val="888888"/>
                </a:solidFill>
                <a:latin typeface="Trebuchet MS"/>
                <a:cs typeface="Trebuchet MS"/>
              </a:rPr>
              <a:t>O</a:t>
            </a:r>
            <a:r>
              <a:rPr sz="1000" spc="-90" dirty="0">
                <a:solidFill>
                  <a:srgbClr val="888888"/>
                </a:solidFill>
                <a:latin typeface="Trebuchet MS"/>
                <a:cs typeface="Trebuchet MS"/>
              </a:rPr>
              <a:t>S,</a:t>
            </a:r>
            <a:r>
              <a:rPr sz="1000" spc="1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1000" spc="-35" dirty="0">
                <a:solidFill>
                  <a:srgbClr val="888888"/>
                </a:solidFill>
                <a:latin typeface="Trebuchet MS"/>
                <a:cs typeface="Trebuchet MS"/>
              </a:rPr>
              <a:t>S</a:t>
            </a:r>
            <a:r>
              <a:rPr sz="1000" spc="-50" dirty="0">
                <a:solidFill>
                  <a:srgbClr val="888888"/>
                </a:solidFill>
                <a:latin typeface="Trebuchet MS"/>
                <a:cs typeface="Trebuchet MS"/>
              </a:rPr>
              <a:t>P</a:t>
            </a:r>
            <a:r>
              <a:rPr sz="1000" spc="-55" dirty="0">
                <a:solidFill>
                  <a:srgbClr val="888888"/>
                </a:solidFill>
                <a:latin typeface="Trebuchet MS"/>
                <a:cs typeface="Trebuchet MS"/>
              </a:rPr>
              <a:t>P</a:t>
            </a:r>
            <a:r>
              <a:rPr sz="1000" spc="55" dirty="0">
                <a:solidFill>
                  <a:srgbClr val="888888"/>
                </a:solidFill>
                <a:latin typeface="Trebuchet MS"/>
                <a:cs typeface="Trebuchet MS"/>
              </a:rPr>
              <a:t>U</a:t>
            </a:r>
            <a:r>
              <a:rPr sz="1000" spc="-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1000" spc="-40" dirty="0">
                <a:solidFill>
                  <a:srgbClr val="888888"/>
                </a:solidFill>
                <a:latin typeface="Trebuchet MS"/>
                <a:cs typeface="Trebuchet MS"/>
              </a:rPr>
              <a:t>S</a:t>
            </a:r>
            <a:r>
              <a:rPr sz="1000" spc="-55" dirty="0">
                <a:solidFill>
                  <a:srgbClr val="888888"/>
                </a:solidFill>
                <a:latin typeface="Trebuchet MS"/>
                <a:cs typeface="Trebuchet MS"/>
              </a:rPr>
              <a:t>y</a:t>
            </a:r>
            <a:r>
              <a:rPr sz="1000" spc="-85" dirty="0">
                <a:solidFill>
                  <a:srgbClr val="888888"/>
                </a:solidFill>
                <a:latin typeface="Trebuchet MS"/>
                <a:cs typeface="Trebuchet MS"/>
              </a:rPr>
              <a:t>l</a:t>
            </a:r>
            <a:r>
              <a:rPr sz="1000" spc="-90" dirty="0">
                <a:solidFill>
                  <a:srgbClr val="888888"/>
                </a:solidFill>
                <a:latin typeface="Trebuchet MS"/>
                <a:cs typeface="Trebuchet MS"/>
              </a:rPr>
              <a:t>l</a:t>
            </a:r>
            <a:r>
              <a:rPr sz="1000" spc="-110" dirty="0">
                <a:solidFill>
                  <a:srgbClr val="888888"/>
                </a:solidFill>
                <a:latin typeface="Trebuchet MS"/>
                <a:cs typeface="Trebuchet MS"/>
              </a:rPr>
              <a:t>a</a:t>
            </a:r>
            <a:r>
              <a:rPr sz="1000" spc="-60" dirty="0">
                <a:solidFill>
                  <a:srgbClr val="888888"/>
                </a:solidFill>
                <a:latin typeface="Trebuchet MS"/>
                <a:cs typeface="Trebuchet MS"/>
              </a:rPr>
              <a:t>b</a:t>
            </a:r>
            <a:r>
              <a:rPr sz="1000" spc="-50" dirty="0">
                <a:solidFill>
                  <a:srgbClr val="888888"/>
                </a:solidFill>
                <a:latin typeface="Trebuchet MS"/>
                <a:cs typeface="Trebuchet MS"/>
              </a:rPr>
              <a:t>u</a:t>
            </a:r>
            <a:r>
              <a:rPr sz="1000" spc="-25" dirty="0">
                <a:solidFill>
                  <a:srgbClr val="888888"/>
                </a:solidFill>
                <a:latin typeface="Trebuchet MS"/>
                <a:cs typeface="Trebuchet MS"/>
              </a:rPr>
              <a:t>s</a:t>
            </a:r>
            <a:r>
              <a:rPr sz="1000" spc="-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1000" spc="-50" dirty="0">
                <a:solidFill>
                  <a:srgbClr val="888888"/>
                </a:solidFill>
                <a:latin typeface="Trebuchet MS"/>
                <a:cs typeface="Trebuchet MS"/>
              </a:rPr>
              <a:t>Imp</a:t>
            </a:r>
            <a:r>
              <a:rPr sz="1000" spc="-70" dirty="0">
                <a:solidFill>
                  <a:srgbClr val="888888"/>
                </a:solidFill>
                <a:latin typeface="Trebuchet MS"/>
                <a:cs typeface="Trebuchet MS"/>
              </a:rPr>
              <a:t>leme</a:t>
            </a:r>
            <a:r>
              <a:rPr sz="1000" spc="-65" dirty="0">
                <a:solidFill>
                  <a:srgbClr val="888888"/>
                </a:solidFill>
                <a:latin typeface="Trebuchet MS"/>
                <a:cs typeface="Trebuchet MS"/>
              </a:rPr>
              <a:t>nt</a:t>
            </a:r>
            <a:r>
              <a:rPr sz="1000" spc="-110" dirty="0">
                <a:solidFill>
                  <a:srgbClr val="888888"/>
                </a:solidFill>
                <a:latin typeface="Trebuchet MS"/>
                <a:cs typeface="Trebuchet MS"/>
              </a:rPr>
              <a:t>a</a:t>
            </a:r>
            <a:r>
              <a:rPr sz="1000" spc="-65" dirty="0">
                <a:solidFill>
                  <a:srgbClr val="888888"/>
                </a:solidFill>
                <a:latin typeface="Trebuchet MS"/>
                <a:cs typeface="Trebuchet MS"/>
              </a:rPr>
              <a:t>t</a:t>
            </a:r>
            <a:r>
              <a:rPr sz="1000" spc="-35" dirty="0">
                <a:solidFill>
                  <a:srgbClr val="888888"/>
                </a:solidFill>
                <a:latin typeface="Trebuchet MS"/>
                <a:cs typeface="Trebuchet MS"/>
              </a:rPr>
              <a:t>io</a:t>
            </a:r>
            <a:r>
              <a:rPr sz="1000" spc="-40" dirty="0">
                <a:solidFill>
                  <a:srgbClr val="888888"/>
                </a:solidFill>
                <a:latin typeface="Trebuchet MS"/>
                <a:cs typeface="Trebuchet MS"/>
              </a:rPr>
              <a:t>n</a:t>
            </a:r>
            <a:r>
              <a:rPr sz="1000" spc="-1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1000" spc="30" dirty="0">
                <a:solidFill>
                  <a:srgbClr val="888888"/>
                </a:solidFill>
                <a:latin typeface="Trebuchet MS"/>
                <a:cs typeface="Trebuchet MS"/>
              </a:rPr>
              <a:t>FD</a:t>
            </a:r>
            <a:r>
              <a:rPr sz="1000" spc="-50" dirty="0">
                <a:solidFill>
                  <a:srgbClr val="888888"/>
                </a:solidFill>
                <a:latin typeface="Trebuchet MS"/>
                <a:cs typeface="Trebuchet MS"/>
              </a:rPr>
              <a:t>P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1433809" y="5486806"/>
            <a:ext cx="382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0" dirty="0">
                <a:solidFill>
                  <a:srgbClr val="B71E42"/>
                </a:solidFill>
                <a:latin typeface="Trebuchet MS"/>
                <a:cs typeface="Trebuchet MS"/>
              </a:rPr>
              <a:t>52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1" name="Date Placeholder 70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9126F2DD-255B-4B2C-8B0C-99F84ECC5689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lang="en-US" spc="-3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7938" y="998219"/>
            <a:ext cx="5622925" cy="4758690"/>
            <a:chOff x="627938" y="998219"/>
            <a:chExt cx="5622925" cy="4758690"/>
          </a:xfrm>
        </p:grpSpPr>
        <p:sp>
          <p:nvSpPr>
            <p:cNvPr id="3" name="object 3"/>
            <p:cNvSpPr/>
            <p:nvPr/>
          </p:nvSpPr>
          <p:spPr>
            <a:xfrm>
              <a:off x="634288" y="1004557"/>
              <a:ext cx="5610860" cy="366395"/>
            </a:xfrm>
            <a:custGeom>
              <a:avLst/>
              <a:gdLst/>
              <a:ahLst/>
              <a:cxnLst/>
              <a:rect l="l" t="t" r="r" b="b"/>
              <a:pathLst>
                <a:path w="5610860" h="366394">
                  <a:moveTo>
                    <a:pt x="1192174" y="0"/>
                  </a:moveTo>
                  <a:lnTo>
                    <a:pt x="0" y="0"/>
                  </a:lnTo>
                  <a:lnTo>
                    <a:pt x="0" y="365772"/>
                  </a:lnTo>
                  <a:lnTo>
                    <a:pt x="1192174" y="365772"/>
                  </a:lnTo>
                  <a:lnTo>
                    <a:pt x="1192174" y="0"/>
                  </a:lnTo>
                  <a:close/>
                </a:path>
                <a:path w="5610860" h="366394">
                  <a:moveTo>
                    <a:pt x="5610301" y="0"/>
                  </a:moveTo>
                  <a:lnTo>
                    <a:pt x="1192225" y="0"/>
                  </a:lnTo>
                  <a:lnTo>
                    <a:pt x="1192225" y="365772"/>
                  </a:lnTo>
                  <a:lnTo>
                    <a:pt x="5610301" y="365772"/>
                  </a:lnTo>
                  <a:lnTo>
                    <a:pt x="5610301" y="0"/>
                  </a:lnTo>
                  <a:close/>
                </a:path>
              </a:pathLst>
            </a:custGeom>
            <a:solidFill>
              <a:srgbClr val="B71E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4288" y="1370380"/>
              <a:ext cx="5610860" cy="419100"/>
            </a:xfrm>
            <a:custGeom>
              <a:avLst/>
              <a:gdLst/>
              <a:ahLst/>
              <a:cxnLst/>
              <a:rect l="l" t="t" r="r" b="b"/>
              <a:pathLst>
                <a:path w="5610860" h="419100">
                  <a:moveTo>
                    <a:pt x="1192174" y="0"/>
                  </a:moveTo>
                  <a:lnTo>
                    <a:pt x="0" y="0"/>
                  </a:lnTo>
                  <a:lnTo>
                    <a:pt x="0" y="419049"/>
                  </a:lnTo>
                  <a:lnTo>
                    <a:pt x="1192174" y="419049"/>
                  </a:lnTo>
                  <a:lnTo>
                    <a:pt x="1192174" y="0"/>
                  </a:lnTo>
                  <a:close/>
                </a:path>
                <a:path w="5610860" h="419100">
                  <a:moveTo>
                    <a:pt x="5610301" y="0"/>
                  </a:moveTo>
                  <a:lnTo>
                    <a:pt x="1192225" y="0"/>
                  </a:lnTo>
                  <a:lnTo>
                    <a:pt x="1192225" y="419049"/>
                  </a:lnTo>
                  <a:lnTo>
                    <a:pt x="5610301" y="419049"/>
                  </a:lnTo>
                  <a:lnTo>
                    <a:pt x="5610301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4288" y="1789353"/>
              <a:ext cx="5610860" cy="419100"/>
            </a:xfrm>
            <a:custGeom>
              <a:avLst/>
              <a:gdLst/>
              <a:ahLst/>
              <a:cxnLst/>
              <a:rect l="l" t="t" r="r" b="b"/>
              <a:pathLst>
                <a:path w="5610860" h="419100">
                  <a:moveTo>
                    <a:pt x="1192174" y="0"/>
                  </a:moveTo>
                  <a:lnTo>
                    <a:pt x="0" y="0"/>
                  </a:lnTo>
                  <a:lnTo>
                    <a:pt x="0" y="419049"/>
                  </a:lnTo>
                  <a:lnTo>
                    <a:pt x="1192174" y="419049"/>
                  </a:lnTo>
                  <a:lnTo>
                    <a:pt x="1192174" y="0"/>
                  </a:lnTo>
                  <a:close/>
                </a:path>
                <a:path w="5610860" h="419100">
                  <a:moveTo>
                    <a:pt x="5610301" y="0"/>
                  </a:moveTo>
                  <a:lnTo>
                    <a:pt x="1192225" y="0"/>
                  </a:lnTo>
                  <a:lnTo>
                    <a:pt x="1192225" y="419049"/>
                  </a:lnTo>
                  <a:lnTo>
                    <a:pt x="5610301" y="419049"/>
                  </a:lnTo>
                  <a:lnTo>
                    <a:pt x="5610301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4288" y="2208453"/>
              <a:ext cx="5610860" cy="419100"/>
            </a:xfrm>
            <a:custGeom>
              <a:avLst/>
              <a:gdLst/>
              <a:ahLst/>
              <a:cxnLst/>
              <a:rect l="l" t="t" r="r" b="b"/>
              <a:pathLst>
                <a:path w="5610860" h="419100">
                  <a:moveTo>
                    <a:pt x="1192174" y="0"/>
                  </a:moveTo>
                  <a:lnTo>
                    <a:pt x="0" y="0"/>
                  </a:lnTo>
                  <a:lnTo>
                    <a:pt x="0" y="419049"/>
                  </a:lnTo>
                  <a:lnTo>
                    <a:pt x="1192174" y="419049"/>
                  </a:lnTo>
                  <a:lnTo>
                    <a:pt x="1192174" y="0"/>
                  </a:lnTo>
                  <a:close/>
                </a:path>
                <a:path w="5610860" h="419100">
                  <a:moveTo>
                    <a:pt x="5610301" y="0"/>
                  </a:moveTo>
                  <a:lnTo>
                    <a:pt x="1192225" y="0"/>
                  </a:lnTo>
                  <a:lnTo>
                    <a:pt x="1192225" y="419049"/>
                  </a:lnTo>
                  <a:lnTo>
                    <a:pt x="5610301" y="419049"/>
                  </a:lnTo>
                  <a:lnTo>
                    <a:pt x="5610301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4288" y="2627426"/>
              <a:ext cx="5610860" cy="419100"/>
            </a:xfrm>
            <a:custGeom>
              <a:avLst/>
              <a:gdLst/>
              <a:ahLst/>
              <a:cxnLst/>
              <a:rect l="l" t="t" r="r" b="b"/>
              <a:pathLst>
                <a:path w="5610860" h="419100">
                  <a:moveTo>
                    <a:pt x="1192174" y="0"/>
                  </a:moveTo>
                  <a:lnTo>
                    <a:pt x="0" y="0"/>
                  </a:lnTo>
                  <a:lnTo>
                    <a:pt x="0" y="419049"/>
                  </a:lnTo>
                  <a:lnTo>
                    <a:pt x="1192174" y="419049"/>
                  </a:lnTo>
                  <a:lnTo>
                    <a:pt x="1192174" y="0"/>
                  </a:lnTo>
                  <a:close/>
                </a:path>
                <a:path w="5610860" h="419100">
                  <a:moveTo>
                    <a:pt x="5610301" y="0"/>
                  </a:moveTo>
                  <a:lnTo>
                    <a:pt x="1192225" y="0"/>
                  </a:lnTo>
                  <a:lnTo>
                    <a:pt x="1192225" y="419049"/>
                  </a:lnTo>
                  <a:lnTo>
                    <a:pt x="5610301" y="419049"/>
                  </a:lnTo>
                  <a:lnTo>
                    <a:pt x="5610301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4288" y="3046590"/>
              <a:ext cx="5610860" cy="723900"/>
            </a:xfrm>
            <a:custGeom>
              <a:avLst/>
              <a:gdLst/>
              <a:ahLst/>
              <a:cxnLst/>
              <a:rect l="l" t="t" r="r" b="b"/>
              <a:pathLst>
                <a:path w="5610860" h="723900">
                  <a:moveTo>
                    <a:pt x="1192174" y="0"/>
                  </a:moveTo>
                  <a:lnTo>
                    <a:pt x="0" y="0"/>
                  </a:lnTo>
                  <a:lnTo>
                    <a:pt x="0" y="723277"/>
                  </a:lnTo>
                  <a:lnTo>
                    <a:pt x="1192174" y="723277"/>
                  </a:lnTo>
                  <a:lnTo>
                    <a:pt x="1192174" y="0"/>
                  </a:lnTo>
                  <a:close/>
                </a:path>
                <a:path w="5610860" h="723900">
                  <a:moveTo>
                    <a:pt x="5610301" y="0"/>
                  </a:moveTo>
                  <a:lnTo>
                    <a:pt x="1192225" y="0"/>
                  </a:lnTo>
                  <a:lnTo>
                    <a:pt x="1192225" y="723277"/>
                  </a:lnTo>
                  <a:lnTo>
                    <a:pt x="5610301" y="723277"/>
                  </a:lnTo>
                  <a:lnTo>
                    <a:pt x="5610301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4288" y="3769791"/>
              <a:ext cx="5610860" cy="419100"/>
            </a:xfrm>
            <a:custGeom>
              <a:avLst/>
              <a:gdLst/>
              <a:ahLst/>
              <a:cxnLst/>
              <a:rect l="l" t="t" r="r" b="b"/>
              <a:pathLst>
                <a:path w="5610860" h="419100">
                  <a:moveTo>
                    <a:pt x="1192174" y="0"/>
                  </a:moveTo>
                  <a:lnTo>
                    <a:pt x="0" y="0"/>
                  </a:lnTo>
                  <a:lnTo>
                    <a:pt x="0" y="419049"/>
                  </a:lnTo>
                  <a:lnTo>
                    <a:pt x="1192174" y="419049"/>
                  </a:lnTo>
                  <a:lnTo>
                    <a:pt x="1192174" y="0"/>
                  </a:lnTo>
                  <a:close/>
                </a:path>
                <a:path w="5610860" h="419100">
                  <a:moveTo>
                    <a:pt x="5610301" y="0"/>
                  </a:moveTo>
                  <a:lnTo>
                    <a:pt x="1192225" y="0"/>
                  </a:lnTo>
                  <a:lnTo>
                    <a:pt x="1192225" y="419049"/>
                  </a:lnTo>
                  <a:lnTo>
                    <a:pt x="5610301" y="419049"/>
                  </a:lnTo>
                  <a:lnTo>
                    <a:pt x="5610301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4288" y="4188815"/>
              <a:ext cx="5610860" cy="723900"/>
            </a:xfrm>
            <a:custGeom>
              <a:avLst/>
              <a:gdLst/>
              <a:ahLst/>
              <a:cxnLst/>
              <a:rect l="l" t="t" r="r" b="b"/>
              <a:pathLst>
                <a:path w="5610860" h="723900">
                  <a:moveTo>
                    <a:pt x="1192174" y="0"/>
                  </a:moveTo>
                  <a:lnTo>
                    <a:pt x="0" y="0"/>
                  </a:lnTo>
                  <a:lnTo>
                    <a:pt x="0" y="723290"/>
                  </a:lnTo>
                  <a:lnTo>
                    <a:pt x="1192174" y="723290"/>
                  </a:lnTo>
                  <a:lnTo>
                    <a:pt x="1192174" y="0"/>
                  </a:lnTo>
                  <a:close/>
                </a:path>
                <a:path w="5610860" h="723900">
                  <a:moveTo>
                    <a:pt x="5610301" y="0"/>
                  </a:moveTo>
                  <a:lnTo>
                    <a:pt x="1192225" y="0"/>
                  </a:lnTo>
                  <a:lnTo>
                    <a:pt x="1192225" y="723290"/>
                  </a:lnTo>
                  <a:lnTo>
                    <a:pt x="5610301" y="723290"/>
                  </a:lnTo>
                  <a:lnTo>
                    <a:pt x="5610301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4288" y="4912156"/>
              <a:ext cx="5610860" cy="419100"/>
            </a:xfrm>
            <a:custGeom>
              <a:avLst/>
              <a:gdLst/>
              <a:ahLst/>
              <a:cxnLst/>
              <a:rect l="l" t="t" r="r" b="b"/>
              <a:pathLst>
                <a:path w="5610860" h="419100">
                  <a:moveTo>
                    <a:pt x="1192174" y="0"/>
                  </a:moveTo>
                  <a:lnTo>
                    <a:pt x="0" y="0"/>
                  </a:lnTo>
                  <a:lnTo>
                    <a:pt x="0" y="419049"/>
                  </a:lnTo>
                  <a:lnTo>
                    <a:pt x="1192174" y="419049"/>
                  </a:lnTo>
                  <a:lnTo>
                    <a:pt x="1192174" y="0"/>
                  </a:lnTo>
                  <a:close/>
                </a:path>
                <a:path w="5610860" h="419100">
                  <a:moveTo>
                    <a:pt x="5610301" y="0"/>
                  </a:moveTo>
                  <a:lnTo>
                    <a:pt x="1192225" y="0"/>
                  </a:lnTo>
                  <a:lnTo>
                    <a:pt x="1192225" y="419049"/>
                  </a:lnTo>
                  <a:lnTo>
                    <a:pt x="5610301" y="419049"/>
                  </a:lnTo>
                  <a:lnTo>
                    <a:pt x="5610301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4288" y="5331193"/>
              <a:ext cx="5610860" cy="419100"/>
            </a:xfrm>
            <a:custGeom>
              <a:avLst/>
              <a:gdLst/>
              <a:ahLst/>
              <a:cxnLst/>
              <a:rect l="l" t="t" r="r" b="b"/>
              <a:pathLst>
                <a:path w="5610860" h="419100">
                  <a:moveTo>
                    <a:pt x="1192174" y="0"/>
                  </a:moveTo>
                  <a:lnTo>
                    <a:pt x="0" y="0"/>
                  </a:lnTo>
                  <a:lnTo>
                    <a:pt x="0" y="419049"/>
                  </a:lnTo>
                  <a:lnTo>
                    <a:pt x="1192174" y="419049"/>
                  </a:lnTo>
                  <a:lnTo>
                    <a:pt x="1192174" y="0"/>
                  </a:lnTo>
                  <a:close/>
                </a:path>
                <a:path w="5610860" h="419100">
                  <a:moveTo>
                    <a:pt x="5610301" y="0"/>
                  </a:moveTo>
                  <a:lnTo>
                    <a:pt x="1192225" y="0"/>
                  </a:lnTo>
                  <a:lnTo>
                    <a:pt x="1192225" y="419049"/>
                  </a:lnTo>
                  <a:lnTo>
                    <a:pt x="5610301" y="419049"/>
                  </a:lnTo>
                  <a:lnTo>
                    <a:pt x="5610301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26513" y="998219"/>
              <a:ext cx="0" cy="4758690"/>
            </a:xfrm>
            <a:custGeom>
              <a:avLst/>
              <a:gdLst/>
              <a:ahLst/>
              <a:cxnLst/>
              <a:rect l="l" t="t" r="r" b="b"/>
              <a:pathLst>
                <a:path h="4758690">
                  <a:moveTo>
                    <a:pt x="0" y="0"/>
                  </a:moveTo>
                  <a:lnTo>
                    <a:pt x="0" y="475837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7938" y="1370329"/>
              <a:ext cx="5622925" cy="0"/>
            </a:xfrm>
            <a:custGeom>
              <a:avLst/>
              <a:gdLst/>
              <a:ahLst/>
              <a:cxnLst/>
              <a:rect l="l" t="t" r="r" b="b"/>
              <a:pathLst>
                <a:path w="5622925">
                  <a:moveTo>
                    <a:pt x="0" y="0"/>
                  </a:moveTo>
                  <a:lnTo>
                    <a:pt x="5622874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7938" y="998219"/>
              <a:ext cx="5622925" cy="4758690"/>
            </a:xfrm>
            <a:custGeom>
              <a:avLst/>
              <a:gdLst/>
              <a:ahLst/>
              <a:cxnLst/>
              <a:rect l="l" t="t" r="r" b="b"/>
              <a:pathLst>
                <a:path w="5622925" h="4758690">
                  <a:moveTo>
                    <a:pt x="0" y="791209"/>
                  </a:moveTo>
                  <a:lnTo>
                    <a:pt x="5622874" y="791209"/>
                  </a:lnTo>
                </a:path>
                <a:path w="5622925" h="4758690">
                  <a:moveTo>
                    <a:pt x="0" y="1210182"/>
                  </a:moveTo>
                  <a:lnTo>
                    <a:pt x="5622874" y="1210182"/>
                  </a:lnTo>
                </a:path>
                <a:path w="5622925" h="4758690">
                  <a:moveTo>
                    <a:pt x="0" y="1629282"/>
                  </a:moveTo>
                  <a:lnTo>
                    <a:pt x="5622874" y="1629282"/>
                  </a:lnTo>
                </a:path>
                <a:path w="5622925" h="4758690">
                  <a:moveTo>
                    <a:pt x="0" y="2048255"/>
                  </a:moveTo>
                  <a:lnTo>
                    <a:pt x="5622874" y="2048255"/>
                  </a:lnTo>
                </a:path>
                <a:path w="5622925" h="4758690">
                  <a:moveTo>
                    <a:pt x="0" y="2771647"/>
                  </a:moveTo>
                  <a:lnTo>
                    <a:pt x="5622874" y="2771647"/>
                  </a:lnTo>
                </a:path>
                <a:path w="5622925" h="4758690">
                  <a:moveTo>
                    <a:pt x="0" y="3190621"/>
                  </a:moveTo>
                  <a:lnTo>
                    <a:pt x="5622874" y="3190621"/>
                  </a:lnTo>
                </a:path>
                <a:path w="5622925" h="4758690">
                  <a:moveTo>
                    <a:pt x="0" y="3913885"/>
                  </a:moveTo>
                  <a:lnTo>
                    <a:pt x="5622874" y="3913885"/>
                  </a:lnTo>
                </a:path>
                <a:path w="5622925" h="4758690">
                  <a:moveTo>
                    <a:pt x="0" y="4332985"/>
                  </a:moveTo>
                  <a:lnTo>
                    <a:pt x="5622874" y="4332985"/>
                  </a:lnTo>
                </a:path>
                <a:path w="5622925" h="4758690">
                  <a:moveTo>
                    <a:pt x="6350" y="0"/>
                  </a:moveTo>
                  <a:lnTo>
                    <a:pt x="6350" y="4758372"/>
                  </a:lnTo>
                </a:path>
                <a:path w="5622925" h="4758690">
                  <a:moveTo>
                    <a:pt x="5616524" y="0"/>
                  </a:moveTo>
                  <a:lnTo>
                    <a:pt x="5616524" y="4758372"/>
                  </a:lnTo>
                </a:path>
                <a:path w="5622925" h="4758690">
                  <a:moveTo>
                    <a:pt x="0" y="6350"/>
                  </a:moveTo>
                  <a:lnTo>
                    <a:pt x="5622874" y="6350"/>
                  </a:lnTo>
                </a:path>
                <a:path w="5622925" h="4758690">
                  <a:moveTo>
                    <a:pt x="0" y="4752022"/>
                  </a:moveTo>
                  <a:lnTo>
                    <a:pt x="5622874" y="475202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05380" y="1028827"/>
            <a:ext cx="1259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14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800" b="1" spc="17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800" b="1" spc="210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8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225" dirty="0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sz="1800" b="1" spc="28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3028" y="1394586"/>
            <a:ext cx="857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Colum</a:t>
            </a:r>
            <a:r>
              <a:rPr sz="1800" spc="-60" dirty="0">
                <a:latin typeface="Trebuchet MS"/>
                <a:cs typeface="Trebuchet MS"/>
              </a:rPr>
              <a:t>ns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05380" y="1394586"/>
            <a:ext cx="892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Contents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3028" y="1813686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05380" y="1813686"/>
            <a:ext cx="2178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Hexa</a:t>
            </a:r>
            <a:r>
              <a:rPr sz="1800" spc="-60" dirty="0">
                <a:latin typeface="Trebuchet MS"/>
                <a:cs typeface="Trebuchet MS"/>
              </a:rPr>
              <a:t>d</a:t>
            </a:r>
            <a:r>
              <a:rPr sz="1800" spc="-135" dirty="0">
                <a:latin typeface="Trebuchet MS"/>
                <a:cs typeface="Trebuchet MS"/>
              </a:rPr>
              <a:t>ec</a:t>
            </a:r>
            <a:r>
              <a:rPr sz="1800" spc="-70" dirty="0">
                <a:latin typeface="Trebuchet MS"/>
                <a:cs typeface="Trebuchet MS"/>
              </a:rPr>
              <a:t>i</a:t>
            </a:r>
            <a:r>
              <a:rPr sz="1800" spc="-140" dirty="0">
                <a:latin typeface="Trebuchet MS"/>
                <a:cs typeface="Trebuchet MS"/>
              </a:rPr>
              <a:t>mal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</a:t>
            </a:r>
            <a:r>
              <a:rPr sz="1800" spc="-114" dirty="0">
                <a:latin typeface="Trebuchet MS"/>
                <a:cs typeface="Trebuchet MS"/>
              </a:rPr>
              <a:t>yte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X’02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3028" y="2232786"/>
            <a:ext cx="327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2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05380" y="2232786"/>
            <a:ext cx="1536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rebuchet MS"/>
                <a:cs typeface="Trebuchet MS"/>
              </a:rPr>
              <a:t>Cha</a:t>
            </a:r>
            <a:r>
              <a:rPr sz="1800" spc="-20" dirty="0">
                <a:latin typeface="Trebuchet MS"/>
                <a:cs typeface="Trebuchet MS"/>
              </a:rPr>
              <a:t>r</a:t>
            </a:r>
            <a:r>
              <a:rPr sz="1800" spc="-130" dirty="0">
                <a:latin typeface="Trebuchet MS"/>
                <a:cs typeface="Trebuchet MS"/>
              </a:rPr>
              <a:t>acte</a:t>
            </a:r>
            <a:r>
              <a:rPr sz="1800" spc="-15" dirty="0">
                <a:latin typeface="Trebuchet MS"/>
                <a:cs typeface="Trebuchet MS"/>
              </a:rPr>
              <a:t>rs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RL</a:t>
            </a:r>
            <a:r>
              <a:rPr sz="1800" spc="245" dirty="0">
                <a:latin typeface="Trebuchet MS"/>
                <a:cs typeface="Trebuchet MS"/>
              </a:rPr>
              <a:t>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3028" y="2651886"/>
            <a:ext cx="4419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5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18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05380" y="2651886"/>
            <a:ext cx="525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Trebuchet MS"/>
                <a:cs typeface="Trebuchet MS"/>
              </a:rPr>
              <a:t>Blank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3028" y="3070682"/>
            <a:ext cx="5562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Trebuchet MS"/>
                <a:cs typeface="Trebuchet MS"/>
              </a:rPr>
              <a:t>19-20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05380" y="3070682"/>
            <a:ext cx="3940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Trebuchet MS"/>
                <a:cs typeface="Trebuchet MS"/>
              </a:rPr>
              <a:t>ID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corresponding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number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assigned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to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5" dirty="0">
                <a:latin typeface="Trebuchet MS"/>
                <a:cs typeface="Trebuchet MS"/>
              </a:rPr>
              <a:t>SD/ER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on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45" dirty="0">
                <a:latin typeface="Trebuchet MS"/>
                <a:cs typeface="Trebuchet MS"/>
              </a:rPr>
              <a:t>ESD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card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3028" y="3794505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21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05380" y="3794505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latin typeface="Trebuchet MS"/>
                <a:cs typeface="Trebuchet MS"/>
              </a:rPr>
              <a:t>Fla</a:t>
            </a:r>
            <a:r>
              <a:rPr sz="1800" spc="-150" dirty="0">
                <a:latin typeface="Trebuchet MS"/>
                <a:cs typeface="Trebuchet MS"/>
              </a:rPr>
              <a:t>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B</a:t>
            </a:r>
            <a:r>
              <a:rPr sz="1800" spc="-114" dirty="0">
                <a:latin typeface="Trebuchet MS"/>
                <a:cs typeface="Trebuchet MS"/>
              </a:rPr>
              <a:t>yte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3028" y="4213605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22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24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05380" y="4213605"/>
            <a:ext cx="3651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latin typeface="Trebuchet MS"/>
                <a:cs typeface="Trebuchet MS"/>
              </a:rPr>
              <a:t>Relative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address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first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byte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address </a:t>
            </a:r>
            <a:r>
              <a:rPr sz="1800" spc="-52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constant(ADDR)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3028" y="4937252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25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72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05380" y="4937252"/>
            <a:ext cx="525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Trebuchet MS"/>
                <a:cs typeface="Trebuchet MS"/>
              </a:rPr>
              <a:t>Blank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3028" y="5356352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73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80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05380" y="5356352"/>
            <a:ext cx="2207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Trebuchet MS"/>
                <a:cs typeface="Trebuchet MS"/>
              </a:rPr>
              <a:t>Ca</a:t>
            </a:r>
            <a:r>
              <a:rPr sz="1800" spc="-30" dirty="0">
                <a:latin typeface="Trebuchet MS"/>
                <a:cs typeface="Trebuchet MS"/>
              </a:rPr>
              <a:t>r</a:t>
            </a:r>
            <a:r>
              <a:rPr sz="1800" spc="-90" dirty="0">
                <a:latin typeface="Trebuchet MS"/>
                <a:cs typeface="Trebuchet MS"/>
              </a:rPr>
              <a:t>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S</a:t>
            </a:r>
            <a:r>
              <a:rPr sz="1800" spc="-105" dirty="0">
                <a:latin typeface="Trebuchet MS"/>
                <a:cs typeface="Trebuchet MS"/>
              </a:rPr>
              <a:t>equen</a:t>
            </a:r>
            <a:r>
              <a:rPr sz="1800" spc="-90" dirty="0">
                <a:latin typeface="Trebuchet MS"/>
                <a:cs typeface="Trebuchet MS"/>
              </a:rPr>
              <a:t>c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n</a:t>
            </a:r>
            <a:r>
              <a:rPr sz="1800" spc="-105" dirty="0">
                <a:latin typeface="Trebuchet MS"/>
                <a:cs typeface="Trebuchet MS"/>
              </a:rPr>
              <a:t>umbe</a:t>
            </a:r>
            <a:r>
              <a:rPr sz="1800" spc="10" dirty="0">
                <a:latin typeface="Trebuchet MS"/>
                <a:cs typeface="Trebuchet MS"/>
              </a:rPr>
              <a:t>r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432550" y="1107947"/>
            <a:ext cx="5765800" cy="4371340"/>
            <a:chOff x="6432550" y="1107947"/>
            <a:chExt cx="5765800" cy="4371340"/>
          </a:xfrm>
        </p:grpSpPr>
        <p:sp>
          <p:nvSpPr>
            <p:cNvPr id="36" name="object 36"/>
            <p:cNvSpPr/>
            <p:nvPr/>
          </p:nvSpPr>
          <p:spPr>
            <a:xfrm>
              <a:off x="6438900" y="1114386"/>
              <a:ext cx="5753100" cy="377190"/>
            </a:xfrm>
            <a:custGeom>
              <a:avLst/>
              <a:gdLst/>
              <a:ahLst/>
              <a:cxnLst/>
              <a:rect l="l" t="t" r="r" b="b"/>
              <a:pathLst>
                <a:path w="5753100" h="377190">
                  <a:moveTo>
                    <a:pt x="5753100" y="0"/>
                  </a:moveTo>
                  <a:lnTo>
                    <a:pt x="1222540" y="0"/>
                  </a:lnTo>
                  <a:lnTo>
                    <a:pt x="0" y="0"/>
                  </a:lnTo>
                  <a:lnTo>
                    <a:pt x="0" y="376974"/>
                  </a:lnTo>
                  <a:lnTo>
                    <a:pt x="1222502" y="376974"/>
                  </a:lnTo>
                  <a:lnTo>
                    <a:pt x="5753100" y="376974"/>
                  </a:lnTo>
                  <a:lnTo>
                    <a:pt x="5753100" y="0"/>
                  </a:lnTo>
                  <a:close/>
                </a:path>
              </a:pathLst>
            </a:custGeom>
            <a:solidFill>
              <a:srgbClr val="B71E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438900" y="1529460"/>
              <a:ext cx="5753100" cy="494030"/>
            </a:xfrm>
            <a:custGeom>
              <a:avLst/>
              <a:gdLst/>
              <a:ahLst/>
              <a:cxnLst/>
              <a:rect l="l" t="t" r="r" b="b"/>
              <a:pathLst>
                <a:path w="5753100" h="494030">
                  <a:moveTo>
                    <a:pt x="5753100" y="0"/>
                  </a:moveTo>
                  <a:lnTo>
                    <a:pt x="1222540" y="0"/>
                  </a:lnTo>
                  <a:lnTo>
                    <a:pt x="0" y="0"/>
                  </a:lnTo>
                  <a:lnTo>
                    <a:pt x="0" y="493776"/>
                  </a:lnTo>
                  <a:lnTo>
                    <a:pt x="1222502" y="493776"/>
                  </a:lnTo>
                  <a:lnTo>
                    <a:pt x="5753100" y="493776"/>
                  </a:lnTo>
                  <a:lnTo>
                    <a:pt x="5753100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438900" y="2023198"/>
              <a:ext cx="5753100" cy="513080"/>
            </a:xfrm>
            <a:custGeom>
              <a:avLst/>
              <a:gdLst/>
              <a:ahLst/>
              <a:cxnLst/>
              <a:rect l="l" t="t" r="r" b="b"/>
              <a:pathLst>
                <a:path w="5753100" h="513080">
                  <a:moveTo>
                    <a:pt x="5753100" y="0"/>
                  </a:moveTo>
                  <a:lnTo>
                    <a:pt x="1222540" y="0"/>
                  </a:lnTo>
                  <a:lnTo>
                    <a:pt x="0" y="0"/>
                  </a:lnTo>
                  <a:lnTo>
                    <a:pt x="0" y="512864"/>
                  </a:lnTo>
                  <a:lnTo>
                    <a:pt x="1222502" y="512864"/>
                  </a:lnTo>
                  <a:lnTo>
                    <a:pt x="5753100" y="512864"/>
                  </a:lnTo>
                  <a:lnTo>
                    <a:pt x="5753100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38900" y="2536151"/>
              <a:ext cx="5753100" cy="513080"/>
            </a:xfrm>
            <a:custGeom>
              <a:avLst/>
              <a:gdLst/>
              <a:ahLst/>
              <a:cxnLst/>
              <a:rect l="l" t="t" r="r" b="b"/>
              <a:pathLst>
                <a:path w="5753100" h="513080">
                  <a:moveTo>
                    <a:pt x="5753100" y="0"/>
                  </a:moveTo>
                  <a:lnTo>
                    <a:pt x="1222540" y="0"/>
                  </a:lnTo>
                  <a:lnTo>
                    <a:pt x="0" y="0"/>
                  </a:lnTo>
                  <a:lnTo>
                    <a:pt x="0" y="512864"/>
                  </a:lnTo>
                  <a:lnTo>
                    <a:pt x="1222502" y="512864"/>
                  </a:lnTo>
                  <a:lnTo>
                    <a:pt x="5753100" y="512864"/>
                  </a:lnTo>
                  <a:lnTo>
                    <a:pt x="5753100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438900" y="3048977"/>
              <a:ext cx="5753100" cy="513080"/>
            </a:xfrm>
            <a:custGeom>
              <a:avLst/>
              <a:gdLst/>
              <a:ahLst/>
              <a:cxnLst/>
              <a:rect l="l" t="t" r="r" b="b"/>
              <a:pathLst>
                <a:path w="5753100" h="513079">
                  <a:moveTo>
                    <a:pt x="5753100" y="0"/>
                  </a:moveTo>
                  <a:lnTo>
                    <a:pt x="1222540" y="0"/>
                  </a:lnTo>
                  <a:lnTo>
                    <a:pt x="0" y="0"/>
                  </a:lnTo>
                  <a:lnTo>
                    <a:pt x="0" y="512864"/>
                  </a:lnTo>
                  <a:lnTo>
                    <a:pt x="1222502" y="512864"/>
                  </a:lnTo>
                  <a:lnTo>
                    <a:pt x="5753100" y="512864"/>
                  </a:lnTo>
                  <a:lnTo>
                    <a:pt x="5753100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38900" y="3561816"/>
              <a:ext cx="5753100" cy="885825"/>
            </a:xfrm>
            <a:custGeom>
              <a:avLst/>
              <a:gdLst/>
              <a:ahLst/>
              <a:cxnLst/>
              <a:rect l="l" t="t" r="r" b="b"/>
              <a:pathLst>
                <a:path w="5753100" h="885825">
                  <a:moveTo>
                    <a:pt x="5753100" y="0"/>
                  </a:moveTo>
                  <a:lnTo>
                    <a:pt x="1222540" y="0"/>
                  </a:lnTo>
                  <a:lnTo>
                    <a:pt x="0" y="0"/>
                  </a:lnTo>
                  <a:lnTo>
                    <a:pt x="0" y="885215"/>
                  </a:lnTo>
                  <a:lnTo>
                    <a:pt x="1222502" y="885215"/>
                  </a:lnTo>
                  <a:lnTo>
                    <a:pt x="5753100" y="885215"/>
                  </a:lnTo>
                  <a:lnTo>
                    <a:pt x="5753100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38900" y="4446993"/>
              <a:ext cx="5753100" cy="513080"/>
            </a:xfrm>
            <a:custGeom>
              <a:avLst/>
              <a:gdLst/>
              <a:ahLst/>
              <a:cxnLst/>
              <a:rect l="l" t="t" r="r" b="b"/>
              <a:pathLst>
                <a:path w="5753100" h="513079">
                  <a:moveTo>
                    <a:pt x="5753100" y="0"/>
                  </a:moveTo>
                  <a:lnTo>
                    <a:pt x="1222540" y="0"/>
                  </a:lnTo>
                  <a:lnTo>
                    <a:pt x="0" y="0"/>
                  </a:lnTo>
                  <a:lnTo>
                    <a:pt x="0" y="512864"/>
                  </a:lnTo>
                  <a:lnTo>
                    <a:pt x="1222502" y="512864"/>
                  </a:lnTo>
                  <a:lnTo>
                    <a:pt x="5753100" y="512864"/>
                  </a:lnTo>
                  <a:lnTo>
                    <a:pt x="5753100" y="0"/>
                  </a:lnTo>
                  <a:close/>
                </a:path>
              </a:pathLst>
            </a:custGeom>
            <a:solidFill>
              <a:srgbClr val="F3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438900" y="4959946"/>
              <a:ext cx="5753100" cy="513080"/>
            </a:xfrm>
            <a:custGeom>
              <a:avLst/>
              <a:gdLst/>
              <a:ahLst/>
              <a:cxnLst/>
              <a:rect l="l" t="t" r="r" b="b"/>
              <a:pathLst>
                <a:path w="5753100" h="513079">
                  <a:moveTo>
                    <a:pt x="5753100" y="0"/>
                  </a:moveTo>
                  <a:lnTo>
                    <a:pt x="1222540" y="0"/>
                  </a:lnTo>
                  <a:lnTo>
                    <a:pt x="0" y="0"/>
                  </a:lnTo>
                  <a:lnTo>
                    <a:pt x="0" y="512864"/>
                  </a:lnTo>
                  <a:lnTo>
                    <a:pt x="1222502" y="512864"/>
                  </a:lnTo>
                  <a:lnTo>
                    <a:pt x="5753100" y="512864"/>
                  </a:lnTo>
                  <a:lnTo>
                    <a:pt x="5753100" y="0"/>
                  </a:lnTo>
                  <a:close/>
                </a:path>
              </a:pathLst>
            </a:custGeom>
            <a:solidFill>
              <a:srgbClr val="E6CC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661402" y="1107947"/>
              <a:ext cx="0" cy="4371340"/>
            </a:xfrm>
            <a:custGeom>
              <a:avLst/>
              <a:gdLst/>
              <a:ahLst/>
              <a:cxnLst/>
              <a:rect l="l" t="t" r="r" b="b"/>
              <a:pathLst>
                <a:path h="4371340">
                  <a:moveTo>
                    <a:pt x="0" y="0"/>
                  </a:moveTo>
                  <a:lnTo>
                    <a:pt x="0" y="437121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432550" y="1491360"/>
              <a:ext cx="5759450" cy="3475354"/>
            </a:xfrm>
            <a:custGeom>
              <a:avLst/>
              <a:gdLst/>
              <a:ahLst/>
              <a:cxnLst/>
              <a:rect l="l" t="t" r="r" b="b"/>
              <a:pathLst>
                <a:path w="5759450" h="3475354">
                  <a:moveTo>
                    <a:pt x="5759450" y="3462147"/>
                  </a:moveTo>
                  <a:lnTo>
                    <a:pt x="0" y="3462147"/>
                  </a:lnTo>
                  <a:lnTo>
                    <a:pt x="0" y="3474847"/>
                  </a:lnTo>
                  <a:lnTo>
                    <a:pt x="5759450" y="3474847"/>
                  </a:lnTo>
                  <a:lnTo>
                    <a:pt x="5759450" y="3462147"/>
                  </a:lnTo>
                  <a:close/>
                </a:path>
                <a:path w="5759450" h="3475354">
                  <a:moveTo>
                    <a:pt x="5759450" y="2949321"/>
                  </a:moveTo>
                  <a:lnTo>
                    <a:pt x="0" y="2949321"/>
                  </a:lnTo>
                  <a:lnTo>
                    <a:pt x="0" y="2962021"/>
                  </a:lnTo>
                  <a:lnTo>
                    <a:pt x="5759450" y="2962021"/>
                  </a:lnTo>
                  <a:lnTo>
                    <a:pt x="5759450" y="2949321"/>
                  </a:lnTo>
                  <a:close/>
                </a:path>
                <a:path w="5759450" h="3475354">
                  <a:moveTo>
                    <a:pt x="5759450" y="2064131"/>
                  </a:moveTo>
                  <a:lnTo>
                    <a:pt x="0" y="2064131"/>
                  </a:lnTo>
                  <a:lnTo>
                    <a:pt x="0" y="2076831"/>
                  </a:lnTo>
                  <a:lnTo>
                    <a:pt x="5759450" y="2076831"/>
                  </a:lnTo>
                  <a:lnTo>
                    <a:pt x="5759450" y="2064131"/>
                  </a:lnTo>
                  <a:close/>
                </a:path>
                <a:path w="5759450" h="3475354">
                  <a:moveTo>
                    <a:pt x="5759450" y="1551305"/>
                  </a:moveTo>
                  <a:lnTo>
                    <a:pt x="0" y="1551305"/>
                  </a:lnTo>
                  <a:lnTo>
                    <a:pt x="0" y="1564005"/>
                  </a:lnTo>
                  <a:lnTo>
                    <a:pt x="5759450" y="1564005"/>
                  </a:lnTo>
                  <a:lnTo>
                    <a:pt x="5759450" y="1551305"/>
                  </a:lnTo>
                  <a:close/>
                </a:path>
                <a:path w="5759450" h="3475354">
                  <a:moveTo>
                    <a:pt x="5759450" y="1038352"/>
                  </a:moveTo>
                  <a:lnTo>
                    <a:pt x="0" y="1038352"/>
                  </a:lnTo>
                  <a:lnTo>
                    <a:pt x="0" y="1051052"/>
                  </a:lnTo>
                  <a:lnTo>
                    <a:pt x="5759450" y="1051052"/>
                  </a:lnTo>
                  <a:lnTo>
                    <a:pt x="5759450" y="1038352"/>
                  </a:lnTo>
                  <a:close/>
                </a:path>
                <a:path w="5759450" h="3475354">
                  <a:moveTo>
                    <a:pt x="5759450" y="525526"/>
                  </a:moveTo>
                  <a:lnTo>
                    <a:pt x="0" y="525526"/>
                  </a:lnTo>
                  <a:lnTo>
                    <a:pt x="0" y="538226"/>
                  </a:lnTo>
                  <a:lnTo>
                    <a:pt x="5759450" y="538226"/>
                  </a:lnTo>
                  <a:lnTo>
                    <a:pt x="5759450" y="525526"/>
                  </a:lnTo>
                  <a:close/>
                </a:path>
                <a:path w="5759450" h="3475354">
                  <a:moveTo>
                    <a:pt x="575945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5759450" y="38100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438900" y="1107947"/>
              <a:ext cx="0" cy="4371340"/>
            </a:xfrm>
            <a:custGeom>
              <a:avLst/>
              <a:gdLst/>
              <a:ahLst/>
              <a:cxnLst/>
              <a:rect l="l" t="t" r="r" b="b"/>
              <a:pathLst>
                <a:path h="4371340">
                  <a:moveTo>
                    <a:pt x="0" y="0"/>
                  </a:moveTo>
                  <a:lnTo>
                    <a:pt x="0" y="437121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2192000" y="1107947"/>
              <a:ext cx="0" cy="4371340"/>
            </a:xfrm>
            <a:custGeom>
              <a:avLst/>
              <a:gdLst/>
              <a:ahLst/>
              <a:cxnLst/>
              <a:rect l="l" t="t" r="r" b="b"/>
              <a:pathLst>
                <a:path h="4371340">
                  <a:moveTo>
                    <a:pt x="0" y="0"/>
                  </a:moveTo>
                  <a:lnTo>
                    <a:pt x="0" y="437121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432550" y="1107947"/>
              <a:ext cx="5759450" cy="4371340"/>
            </a:xfrm>
            <a:custGeom>
              <a:avLst/>
              <a:gdLst/>
              <a:ahLst/>
              <a:cxnLst/>
              <a:rect l="l" t="t" r="r" b="b"/>
              <a:pathLst>
                <a:path w="5759450" h="4371340">
                  <a:moveTo>
                    <a:pt x="5759450" y="4358513"/>
                  </a:moveTo>
                  <a:lnTo>
                    <a:pt x="0" y="4358513"/>
                  </a:lnTo>
                  <a:lnTo>
                    <a:pt x="0" y="4371213"/>
                  </a:lnTo>
                  <a:lnTo>
                    <a:pt x="5759450" y="4371213"/>
                  </a:lnTo>
                  <a:lnTo>
                    <a:pt x="5759450" y="4358513"/>
                  </a:lnTo>
                  <a:close/>
                </a:path>
                <a:path w="5759450" h="4371340">
                  <a:moveTo>
                    <a:pt x="575945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5759450" y="12700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741157" y="1138554"/>
            <a:ext cx="1303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40" dirty="0">
                <a:solidFill>
                  <a:srgbClr val="FFFFFF"/>
                </a:solidFill>
                <a:latin typeface="Trebuchet MS"/>
                <a:cs typeface="Trebuchet MS"/>
              </a:rPr>
              <a:t>END</a:t>
            </a:r>
            <a:r>
              <a:rPr sz="18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240" dirty="0">
                <a:solidFill>
                  <a:srgbClr val="FFFFFF"/>
                </a:solidFill>
                <a:latin typeface="Trebuchet MS"/>
                <a:cs typeface="Trebuchet MS"/>
              </a:rPr>
              <a:t>CARD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EA7E6D7C-AFA3-41C7-BE8D-3403567EBC09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50" name="object 50"/>
          <p:cNvSpPr txBox="1"/>
          <p:nvPr/>
        </p:nvSpPr>
        <p:spPr>
          <a:xfrm>
            <a:off x="6518529" y="1534795"/>
            <a:ext cx="857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Colum</a:t>
            </a:r>
            <a:r>
              <a:rPr sz="1800" spc="-60" dirty="0">
                <a:latin typeface="Trebuchet MS"/>
                <a:cs typeface="Trebuchet MS"/>
              </a:rPr>
              <a:t>ns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41157" y="1534795"/>
            <a:ext cx="892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Contents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518529" y="2047747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41157" y="2047747"/>
            <a:ext cx="2178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Hexa</a:t>
            </a:r>
            <a:r>
              <a:rPr sz="1800" spc="-60" dirty="0">
                <a:latin typeface="Trebuchet MS"/>
                <a:cs typeface="Trebuchet MS"/>
              </a:rPr>
              <a:t>d</a:t>
            </a:r>
            <a:r>
              <a:rPr sz="1800" spc="-135" dirty="0">
                <a:latin typeface="Trebuchet MS"/>
                <a:cs typeface="Trebuchet MS"/>
              </a:rPr>
              <a:t>ec</a:t>
            </a:r>
            <a:r>
              <a:rPr sz="1800" spc="-70" dirty="0">
                <a:latin typeface="Trebuchet MS"/>
                <a:cs typeface="Trebuchet MS"/>
              </a:rPr>
              <a:t>i</a:t>
            </a:r>
            <a:r>
              <a:rPr sz="1800" spc="-140" dirty="0">
                <a:latin typeface="Trebuchet MS"/>
                <a:cs typeface="Trebuchet MS"/>
              </a:rPr>
              <a:t>mal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</a:t>
            </a:r>
            <a:r>
              <a:rPr sz="1800" spc="-114" dirty="0">
                <a:latin typeface="Trebuchet MS"/>
                <a:cs typeface="Trebuchet MS"/>
              </a:rPr>
              <a:t>yte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X’02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518529" y="2560701"/>
            <a:ext cx="327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2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741157" y="2560701"/>
            <a:ext cx="1577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rebuchet MS"/>
                <a:cs typeface="Trebuchet MS"/>
              </a:rPr>
              <a:t>Cha</a:t>
            </a:r>
            <a:r>
              <a:rPr sz="1800" spc="-20" dirty="0">
                <a:latin typeface="Trebuchet MS"/>
                <a:cs typeface="Trebuchet MS"/>
              </a:rPr>
              <a:t>r</a:t>
            </a:r>
            <a:r>
              <a:rPr sz="1800" spc="-130" dirty="0">
                <a:latin typeface="Trebuchet MS"/>
                <a:cs typeface="Trebuchet MS"/>
              </a:rPr>
              <a:t>acte</a:t>
            </a:r>
            <a:r>
              <a:rPr sz="1800" spc="-15" dirty="0">
                <a:latin typeface="Trebuchet MS"/>
                <a:cs typeface="Trebuchet MS"/>
              </a:rPr>
              <a:t>rs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145" dirty="0">
                <a:latin typeface="Trebuchet MS"/>
                <a:cs typeface="Trebuchet MS"/>
              </a:rPr>
              <a:t>END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518529" y="307365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741157" y="3073653"/>
            <a:ext cx="525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Trebuchet MS"/>
                <a:cs typeface="Trebuchet MS"/>
              </a:rPr>
              <a:t>Blank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518529" y="3586733"/>
            <a:ext cx="327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6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741157" y="3586733"/>
            <a:ext cx="4278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Trebuchet MS"/>
                <a:cs typeface="Trebuchet MS"/>
              </a:rPr>
              <a:t>Sta</a:t>
            </a:r>
            <a:r>
              <a:rPr sz="1800" spc="-40" dirty="0">
                <a:latin typeface="Trebuchet MS"/>
                <a:cs typeface="Trebuchet MS"/>
              </a:rPr>
              <a:t>r</a:t>
            </a:r>
            <a:r>
              <a:rPr sz="1800" spc="-114" dirty="0">
                <a:latin typeface="Trebuchet MS"/>
                <a:cs typeface="Trebuchet MS"/>
              </a:rPr>
              <a:t>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e</a:t>
            </a:r>
            <a:r>
              <a:rPr sz="1800" spc="-110" dirty="0">
                <a:latin typeface="Trebuchet MS"/>
                <a:cs typeface="Trebuchet MS"/>
              </a:rPr>
              <a:t>x</a:t>
            </a:r>
            <a:r>
              <a:rPr sz="1800" spc="-105" dirty="0">
                <a:latin typeface="Trebuchet MS"/>
                <a:cs typeface="Trebuchet MS"/>
              </a:rPr>
              <a:t>ecut</a:t>
            </a:r>
            <a:r>
              <a:rPr sz="1800" spc="-60" dirty="0">
                <a:latin typeface="Trebuchet MS"/>
                <a:cs typeface="Trebuchet MS"/>
              </a:rPr>
              <a:t>io</a:t>
            </a:r>
            <a:r>
              <a:rPr sz="1800" spc="-70" dirty="0">
                <a:latin typeface="Trebuchet MS"/>
                <a:cs typeface="Trebuchet MS"/>
              </a:rPr>
              <a:t>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ent</a:t>
            </a:r>
            <a:r>
              <a:rPr sz="1800" spc="-25" dirty="0">
                <a:latin typeface="Trebuchet MS"/>
                <a:cs typeface="Trebuchet MS"/>
              </a:rPr>
              <a:t>r</a:t>
            </a:r>
            <a:r>
              <a:rPr sz="1800" spc="85" dirty="0">
                <a:latin typeface="Trebuchet MS"/>
                <a:cs typeface="Trebuchet MS"/>
              </a:rPr>
              <a:t>y(AD</a:t>
            </a:r>
            <a:r>
              <a:rPr sz="1800" spc="105" dirty="0">
                <a:latin typeface="Trebuchet MS"/>
                <a:cs typeface="Trebuchet MS"/>
              </a:rPr>
              <a:t>D</a:t>
            </a:r>
            <a:r>
              <a:rPr sz="1800" spc="-105" dirty="0">
                <a:latin typeface="Trebuchet MS"/>
                <a:cs typeface="Trebuchet MS"/>
              </a:rPr>
              <a:t>R),</a:t>
            </a:r>
            <a:r>
              <a:rPr sz="1800" spc="-210" dirty="0">
                <a:latin typeface="Trebuchet MS"/>
                <a:cs typeface="Trebuchet MS"/>
              </a:rPr>
              <a:t> </a:t>
            </a:r>
            <a:r>
              <a:rPr sz="1800" spc="-155" dirty="0">
                <a:latin typeface="Trebuchet MS"/>
                <a:cs typeface="Trebuchet MS"/>
              </a:rPr>
              <a:t>i</a:t>
            </a:r>
            <a:r>
              <a:rPr sz="1800" spc="-190" dirty="0">
                <a:latin typeface="Trebuchet MS"/>
                <a:cs typeface="Trebuchet MS"/>
              </a:rPr>
              <a:t>f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other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than  </a:t>
            </a:r>
            <a:r>
              <a:rPr sz="1800" spc="-110" dirty="0">
                <a:latin typeface="Trebuchet MS"/>
                <a:cs typeface="Trebuchet MS"/>
              </a:rPr>
              <a:t>beginning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p</a:t>
            </a:r>
            <a:r>
              <a:rPr sz="1800" spc="-100" dirty="0">
                <a:latin typeface="Trebuchet MS"/>
                <a:cs typeface="Trebuchet MS"/>
              </a:rPr>
              <a:t>r</a:t>
            </a:r>
            <a:r>
              <a:rPr sz="1800" spc="-80" dirty="0">
                <a:latin typeface="Trebuchet MS"/>
                <a:cs typeface="Trebuchet MS"/>
              </a:rPr>
              <a:t>ogram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518529" y="4471492"/>
            <a:ext cx="44195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9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50" dirty="0">
                <a:latin typeface="Trebuchet MS"/>
                <a:cs typeface="Trebuchet MS"/>
              </a:rPr>
              <a:t>72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741157" y="4471492"/>
            <a:ext cx="5251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rebuchet MS"/>
                <a:cs typeface="Trebuchet MS"/>
              </a:rPr>
              <a:t>B</a:t>
            </a:r>
            <a:r>
              <a:rPr sz="1800" spc="-114" dirty="0">
                <a:latin typeface="Trebuchet MS"/>
                <a:cs typeface="Trebuchet MS"/>
              </a:rPr>
              <a:t>lank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518529" y="4984750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73</a:t>
            </a:r>
            <a:r>
              <a:rPr sz="1800" spc="-9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80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741157" y="4984750"/>
            <a:ext cx="2273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Trebuchet MS"/>
                <a:cs typeface="Trebuchet MS"/>
              </a:rPr>
              <a:t>Ca</a:t>
            </a:r>
            <a:r>
              <a:rPr sz="1800" spc="-30" dirty="0">
                <a:latin typeface="Trebuchet MS"/>
                <a:cs typeface="Trebuchet MS"/>
              </a:rPr>
              <a:t>r</a:t>
            </a:r>
            <a:r>
              <a:rPr sz="1800" spc="-90" dirty="0">
                <a:latin typeface="Trebuchet MS"/>
                <a:cs typeface="Trebuchet MS"/>
              </a:rPr>
              <a:t>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S</a:t>
            </a:r>
            <a:r>
              <a:rPr sz="1800" spc="-105" dirty="0">
                <a:latin typeface="Trebuchet MS"/>
                <a:cs typeface="Trebuchet MS"/>
              </a:rPr>
              <a:t>equen</a:t>
            </a:r>
            <a:r>
              <a:rPr sz="1800" spc="-90" dirty="0">
                <a:latin typeface="Trebuchet MS"/>
                <a:cs typeface="Trebuchet MS"/>
              </a:rPr>
              <a:t>c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Number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72021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USE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spc="150" dirty="0">
                <a:solidFill>
                  <a:srgbClr val="000000"/>
                </a:solidFill>
              </a:rPr>
              <a:t>OF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spc="40" dirty="0">
                <a:solidFill>
                  <a:srgbClr val="000000"/>
                </a:solidFill>
              </a:rPr>
              <a:t>DATA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5" dirty="0">
                <a:solidFill>
                  <a:srgbClr val="000000"/>
                </a:solidFill>
              </a:rPr>
              <a:t>BASES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50" dirty="0">
                <a:solidFill>
                  <a:srgbClr val="000000"/>
                </a:solidFill>
              </a:rPr>
              <a:t>BY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155" dirty="0">
                <a:solidFill>
                  <a:srgbClr val="000000"/>
                </a:solidFill>
              </a:rPr>
              <a:t>LOADER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-85" dirty="0">
                <a:solidFill>
                  <a:srgbClr val="000000"/>
                </a:solidFill>
              </a:rPr>
              <a:t>PASSES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B089CEB5-DA21-4591-B85A-D0CE666431DD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904492" y="1456156"/>
            <a:ext cx="8280400" cy="333311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080"/>
              </a:spcBef>
              <a:buClr>
                <a:srgbClr val="B71E42"/>
              </a:buClr>
              <a:buFont typeface="Arial MT"/>
              <a:buChar char="•"/>
              <a:tabLst>
                <a:tab pos="527685" algn="l"/>
                <a:tab pos="528320" algn="l"/>
              </a:tabLst>
            </a:pPr>
            <a:r>
              <a:rPr sz="2000" spc="15" dirty="0">
                <a:latin typeface="Trebuchet MS"/>
                <a:cs typeface="Trebuchet MS"/>
              </a:rPr>
              <a:t>GEST</a:t>
            </a:r>
            <a:endParaRPr sz="2000">
              <a:latin typeface="Trebuchet MS"/>
              <a:cs typeface="Trebuchet MS"/>
            </a:endParaRPr>
          </a:p>
          <a:p>
            <a:pPr marL="927100" marR="189865" lvl="1" indent="-513715">
              <a:lnSpc>
                <a:spcPct val="120000"/>
              </a:lnSpc>
              <a:spcBef>
                <a:spcPts val="505"/>
              </a:spcBef>
              <a:buClr>
                <a:srgbClr val="B71E42"/>
              </a:buClr>
              <a:buFont typeface="Wingdings"/>
              <a:buChar char=""/>
              <a:tabLst>
                <a:tab pos="927100" algn="l"/>
                <a:tab pos="927735" algn="l"/>
                <a:tab pos="1303020" algn="l"/>
                <a:tab pos="7815580" algn="l"/>
              </a:tabLst>
            </a:pPr>
            <a:r>
              <a:rPr sz="2000" spc="50" dirty="0">
                <a:latin typeface="Trebuchet MS"/>
                <a:cs typeface="Trebuchet MS"/>
              </a:rPr>
              <a:t>U</a:t>
            </a:r>
            <a:r>
              <a:rPr sz="2000" spc="20" dirty="0">
                <a:latin typeface="Trebuchet MS"/>
                <a:cs typeface="Trebuchet MS"/>
              </a:rPr>
              <a:t>s</a:t>
            </a:r>
            <a:r>
              <a:rPr sz="2000" spc="-114" dirty="0">
                <a:latin typeface="Trebuchet MS"/>
                <a:cs typeface="Trebuchet MS"/>
              </a:rPr>
              <a:t>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t</a:t>
            </a:r>
            <a:r>
              <a:rPr sz="2000" spc="30" dirty="0">
                <a:latin typeface="Trebuchet MS"/>
                <a:cs typeface="Trebuchet MS"/>
              </a:rPr>
              <a:t>o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sto</a:t>
            </a:r>
            <a:r>
              <a:rPr sz="2000" spc="-70" dirty="0">
                <a:latin typeface="Trebuchet MS"/>
                <a:cs typeface="Trebuchet MS"/>
              </a:rPr>
              <a:t>r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ex</a:t>
            </a:r>
            <a:r>
              <a:rPr sz="2000" spc="-80" dirty="0">
                <a:latin typeface="Trebuchet MS"/>
                <a:cs typeface="Trebuchet MS"/>
              </a:rPr>
              <a:t>ter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175" dirty="0">
                <a:latin typeface="Trebuchet MS"/>
                <a:cs typeface="Trebuchet MS"/>
              </a:rPr>
              <a:t>al</a:t>
            </a:r>
            <a:r>
              <a:rPr sz="2000" spc="-85" dirty="0">
                <a:latin typeface="Trebuchet MS"/>
                <a:cs typeface="Trebuchet MS"/>
              </a:rPr>
              <a:t> symbol</a:t>
            </a:r>
            <a:r>
              <a:rPr sz="2000" spc="-40" dirty="0">
                <a:latin typeface="Trebuchet MS"/>
                <a:cs typeface="Trebuchet MS"/>
              </a:rPr>
              <a:t>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defi</a:t>
            </a:r>
            <a:r>
              <a:rPr sz="2000" spc="-114" dirty="0">
                <a:latin typeface="Trebuchet MS"/>
                <a:cs typeface="Trebuchet MS"/>
              </a:rPr>
              <a:t>ne</a:t>
            </a:r>
            <a:r>
              <a:rPr sz="2000" spc="-95" dirty="0">
                <a:latin typeface="Trebuchet MS"/>
                <a:cs typeface="Trebuchet MS"/>
              </a:rPr>
              <a:t>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b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means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100" dirty="0">
                <a:latin typeface="Trebuchet MS"/>
                <a:cs typeface="Trebuchet MS"/>
              </a:rPr>
              <a:t>S</a:t>
            </a:r>
            <a:r>
              <a:rPr sz="2000" spc="120" dirty="0">
                <a:latin typeface="Trebuchet MS"/>
                <a:cs typeface="Trebuchet MS"/>
              </a:rPr>
              <a:t>D</a:t>
            </a:r>
            <a:r>
              <a:rPr sz="2000" spc="-80" dirty="0">
                <a:latin typeface="Trebuchet MS"/>
                <a:cs typeface="Trebuchet MS"/>
              </a:rPr>
              <a:t>/LD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en</a:t>
            </a:r>
            <a:r>
              <a:rPr sz="2000" spc="-60" dirty="0">
                <a:latin typeface="Trebuchet MS"/>
                <a:cs typeface="Trebuchet MS"/>
              </a:rPr>
              <a:t>t</a:t>
            </a:r>
            <a:r>
              <a:rPr sz="2000" spc="5" dirty="0">
                <a:latin typeface="Trebuchet MS"/>
                <a:cs typeface="Trebuchet MS"/>
              </a:rPr>
              <a:t>r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20" dirty="0">
                <a:latin typeface="Trebuchet MS"/>
                <a:cs typeface="Trebuchet MS"/>
              </a:rPr>
              <a:t>o</a:t>
            </a:r>
            <a:r>
              <a:rPr sz="2000" spc="-65" dirty="0">
                <a:latin typeface="Trebuchet MS"/>
                <a:cs typeface="Trebuchet MS"/>
              </a:rPr>
              <a:t>n  </a:t>
            </a:r>
            <a:r>
              <a:rPr sz="2000" spc="-145" dirty="0">
                <a:latin typeface="Trebuchet MS"/>
                <a:cs typeface="Trebuchet MS"/>
              </a:rPr>
              <a:t>an	</a:t>
            </a:r>
            <a:r>
              <a:rPr sz="2000" spc="50" dirty="0">
                <a:latin typeface="Trebuchet MS"/>
                <a:cs typeface="Trebuchet MS"/>
              </a:rPr>
              <a:t>ESD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card</a:t>
            </a:r>
            <a:endParaRPr sz="2000">
              <a:latin typeface="Trebuchet MS"/>
              <a:cs typeface="Trebuchet MS"/>
            </a:endParaRPr>
          </a:p>
          <a:p>
            <a:pPr marL="800735" marR="362585" indent="-515620">
              <a:lnSpc>
                <a:spcPct val="120000"/>
              </a:lnSpc>
              <a:spcBef>
                <a:spcPts val="495"/>
              </a:spcBef>
              <a:buClr>
                <a:srgbClr val="B71E42"/>
              </a:buClr>
              <a:buFont typeface="Wingdings"/>
              <a:buChar char=""/>
              <a:tabLst>
                <a:tab pos="800735" algn="l"/>
                <a:tab pos="801370" algn="l"/>
              </a:tabLst>
            </a:pPr>
            <a:r>
              <a:rPr sz="2000" spc="15" dirty="0">
                <a:latin typeface="Trebuchet MS"/>
                <a:cs typeface="Trebuchet MS"/>
              </a:rPr>
              <a:t>When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encountered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pass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1 </a:t>
            </a:r>
            <a:r>
              <a:rPr sz="2000" spc="-125" dirty="0">
                <a:latin typeface="Trebuchet MS"/>
                <a:cs typeface="Trebuchet MS"/>
              </a:rPr>
              <a:t>they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are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assigned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absolute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core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address </a:t>
            </a:r>
            <a:r>
              <a:rPr sz="2000" spc="-58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wh</a:t>
            </a:r>
            <a:r>
              <a:rPr sz="2000" spc="-45" dirty="0">
                <a:latin typeface="Trebuchet MS"/>
                <a:cs typeface="Trebuchet MS"/>
              </a:rPr>
              <a:t>i</a:t>
            </a:r>
            <a:r>
              <a:rPr sz="2000" spc="-105" dirty="0">
                <a:latin typeface="Trebuchet MS"/>
                <a:cs typeface="Trebuchet MS"/>
              </a:rPr>
              <a:t>ch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i</a:t>
            </a:r>
            <a:r>
              <a:rPr sz="2000" spc="-100" dirty="0">
                <a:latin typeface="Trebuchet MS"/>
                <a:cs typeface="Trebuchet MS"/>
              </a:rPr>
              <a:t>s</a:t>
            </a:r>
            <a:r>
              <a:rPr sz="2000" spc="-50" dirty="0">
                <a:latin typeface="Trebuchet MS"/>
                <a:cs typeface="Trebuchet MS"/>
              </a:rPr>
              <a:t> s</a:t>
            </a:r>
            <a:r>
              <a:rPr sz="2000" spc="-30" dirty="0">
                <a:latin typeface="Trebuchet MS"/>
                <a:cs typeface="Trebuchet MS"/>
              </a:rPr>
              <a:t>to</a:t>
            </a:r>
            <a:r>
              <a:rPr sz="2000" spc="-65" dirty="0">
                <a:latin typeface="Trebuchet MS"/>
                <a:cs typeface="Trebuchet MS"/>
              </a:rPr>
              <a:t>r</a:t>
            </a:r>
            <a:r>
              <a:rPr sz="2000" spc="-114" dirty="0">
                <a:latin typeface="Trebuchet MS"/>
                <a:cs typeface="Trebuchet MS"/>
              </a:rPr>
              <a:t>ed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along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wi</a:t>
            </a:r>
            <a:r>
              <a:rPr sz="2000" spc="-80" dirty="0">
                <a:latin typeface="Trebuchet MS"/>
                <a:cs typeface="Trebuchet MS"/>
              </a:rPr>
              <a:t>t</a:t>
            </a:r>
            <a:r>
              <a:rPr sz="2000" spc="-95" dirty="0">
                <a:latin typeface="Trebuchet MS"/>
                <a:cs typeface="Trebuchet MS"/>
              </a:rPr>
              <a:t>h</a:t>
            </a:r>
            <a:r>
              <a:rPr sz="2000" spc="-85" dirty="0">
                <a:latin typeface="Trebuchet MS"/>
                <a:cs typeface="Trebuchet MS"/>
              </a:rPr>
              <a:t> symbol</a:t>
            </a:r>
            <a:endParaRPr sz="2000">
              <a:latin typeface="Trebuchet MS"/>
              <a:cs typeface="Trebuchet MS"/>
            </a:endParaRPr>
          </a:p>
          <a:p>
            <a:pPr marL="527685" indent="-515620">
              <a:lnSpc>
                <a:spcPct val="100000"/>
              </a:lnSpc>
              <a:spcBef>
                <a:spcPts val="1490"/>
              </a:spcBef>
              <a:buClr>
                <a:srgbClr val="B71E42"/>
              </a:buClr>
              <a:buFont typeface="Arial MT"/>
              <a:buChar char="•"/>
              <a:tabLst>
                <a:tab pos="527685" algn="l"/>
                <a:tab pos="528320" algn="l"/>
              </a:tabLst>
            </a:pPr>
            <a:r>
              <a:rPr sz="2000" spc="-105" dirty="0">
                <a:latin typeface="Trebuchet MS"/>
                <a:cs typeface="Trebuchet MS"/>
              </a:rPr>
              <a:t>Loca</a:t>
            </a:r>
            <a:r>
              <a:rPr sz="2000" spc="-60" dirty="0">
                <a:latin typeface="Trebuchet MS"/>
                <a:cs typeface="Trebuchet MS"/>
              </a:rPr>
              <a:t>l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E</a:t>
            </a:r>
            <a:r>
              <a:rPr sz="2000" spc="-25" dirty="0">
                <a:latin typeface="Trebuchet MS"/>
                <a:cs typeface="Trebuchet MS"/>
              </a:rPr>
              <a:t>x</a:t>
            </a:r>
            <a:r>
              <a:rPr sz="2000" spc="-80" dirty="0">
                <a:latin typeface="Trebuchet MS"/>
                <a:cs typeface="Trebuchet MS"/>
              </a:rPr>
              <a:t>ter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175" dirty="0">
                <a:latin typeface="Trebuchet MS"/>
                <a:cs typeface="Trebuchet MS"/>
              </a:rPr>
              <a:t>al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S</a:t>
            </a:r>
            <a:r>
              <a:rPr sz="2000" spc="-90" dirty="0">
                <a:latin typeface="Trebuchet MS"/>
                <a:cs typeface="Trebuchet MS"/>
              </a:rPr>
              <a:t>y</a:t>
            </a:r>
            <a:r>
              <a:rPr sz="2000" spc="-140" dirty="0">
                <a:latin typeface="Trebuchet MS"/>
                <a:cs typeface="Trebuchet MS"/>
              </a:rPr>
              <a:t>m</a:t>
            </a:r>
            <a:r>
              <a:rPr sz="2000" spc="-90" dirty="0">
                <a:latin typeface="Trebuchet MS"/>
                <a:cs typeface="Trebuchet MS"/>
              </a:rPr>
              <a:t>b</a:t>
            </a:r>
            <a:r>
              <a:rPr sz="2000" spc="-60" dirty="0">
                <a:latin typeface="Trebuchet MS"/>
                <a:cs typeface="Trebuchet MS"/>
              </a:rPr>
              <a:t>ol</a:t>
            </a:r>
            <a:r>
              <a:rPr sz="2000" spc="-270" dirty="0">
                <a:latin typeface="Trebuchet MS"/>
                <a:cs typeface="Trebuchet MS"/>
              </a:rPr>
              <a:t> </a:t>
            </a:r>
            <a:r>
              <a:rPr sz="2000" spc="100" dirty="0">
                <a:latin typeface="Trebuchet MS"/>
                <a:cs typeface="Trebuchet MS"/>
              </a:rPr>
              <a:t>A</a:t>
            </a:r>
            <a:r>
              <a:rPr sz="2000" spc="35" dirty="0">
                <a:latin typeface="Trebuchet MS"/>
                <a:cs typeface="Trebuchet MS"/>
              </a:rPr>
              <a:t>r</a:t>
            </a:r>
            <a:r>
              <a:rPr sz="2000" spc="-80" dirty="0">
                <a:latin typeface="Trebuchet MS"/>
                <a:cs typeface="Trebuchet MS"/>
              </a:rPr>
              <a:t>r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(L</a:t>
            </a:r>
            <a:r>
              <a:rPr sz="2000" spc="-70" dirty="0">
                <a:latin typeface="Trebuchet MS"/>
                <a:cs typeface="Trebuchet MS"/>
              </a:rPr>
              <a:t>E</a:t>
            </a:r>
            <a:r>
              <a:rPr sz="2000" spc="50" dirty="0">
                <a:latin typeface="Trebuchet MS"/>
                <a:cs typeface="Trebuchet MS"/>
              </a:rPr>
              <a:t>SA</a:t>
            </a:r>
            <a:r>
              <a:rPr sz="2000" spc="-90" dirty="0">
                <a:latin typeface="Trebuchet MS"/>
                <a:cs typeface="Trebuchet MS"/>
              </a:rPr>
              <a:t>)</a:t>
            </a:r>
            <a:endParaRPr sz="2000">
              <a:latin typeface="Trebuchet MS"/>
              <a:cs typeface="Trebuchet MS"/>
            </a:endParaRPr>
          </a:p>
          <a:p>
            <a:pPr marL="800735" lvl="1" indent="-516255">
              <a:lnSpc>
                <a:spcPct val="100000"/>
              </a:lnSpc>
              <a:spcBef>
                <a:spcPts val="969"/>
              </a:spcBef>
              <a:buClr>
                <a:srgbClr val="B71E42"/>
              </a:buClr>
              <a:buFont typeface="Wingdings"/>
              <a:buChar char=""/>
              <a:tabLst>
                <a:tab pos="800735" algn="l"/>
                <a:tab pos="801370" algn="l"/>
              </a:tabLst>
            </a:pPr>
            <a:r>
              <a:rPr sz="2000" spc="15" dirty="0">
                <a:latin typeface="Trebuchet MS"/>
                <a:cs typeface="Trebuchet MS"/>
              </a:rPr>
              <a:t>GEST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ESD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information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each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individual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deck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merged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produce</a:t>
            </a:r>
            <a:endParaRPr sz="2000">
              <a:latin typeface="Trebuchet MS"/>
              <a:cs typeface="Trebuchet MS"/>
            </a:endParaRPr>
          </a:p>
          <a:p>
            <a:pPr marL="800735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Trebuchet MS"/>
                <a:cs typeface="Trebuchet MS"/>
              </a:rPr>
              <a:t>LESA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43252" y="771855"/>
            <a:ext cx="805878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0" dirty="0">
                <a:solidFill>
                  <a:srgbClr val="000000"/>
                </a:solidFill>
              </a:rPr>
              <a:t>LINKI</a:t>
            </a:r>
            <a:r>
              <a:rPr spc="190" dirty="0">
                <a:solidFill>
                  <a:srgbClr val="000000"/>
                </a:solidFill>
              </a:rPr>
              <a:t>N</a:t>
            </a:r>
            <a:r>
              <a:rPr spc="204" dirty="0">
                <a:solidFill>
                  <a:srgbClr val="000000"/>
                </a:solidFill>
              </a:rPr>
              <a:t>G</a:t>
            </a:r>
            <a:r>
              <a:rPr spc="-390" dirty="0">
                <a:solidFill>
                  <a:srgbClr val="000000"/>
                </a:solidFill>
              </a:rPr>
              <a:t> </a:t>
            </a:r>
            <a:r>
              <a:rPr spc="340" dirty="0">
                <a:solidFill>
                  <a:srgbClr val="000000"/>
                </a:solidFill>
              </a:rPr>
              <a:t>A</a:t>
            </a:r>
            <a:r>
              <a:rPr spc="360" dirty="0">
                <a:solidFill>
                  <a:srgbClr val="000000"/>
                </a:solidFill>
              </a:rPr>
              <a:t>N</a:t>
            </a:r>
            <a:r>
              <a:rPr spc="440" dirty="0">
                <a:solidFill>
                  <a:srgbClr val="000000"/>
                </a:solidFill>
              </a:rPr>
              <a:t>D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145" dirty="0">
                <a:solidFill>
                  <a:srgbClr val="000000"/>
                </a:solidFill>
              </a:rPr>
              <a:t>RELO</a:t>
            </a:r>
            <a:r>
              <a:rPr spc="235" dirty="0">
                <a:solidFill>
                  <a:srgbClr val="000000"/>
                </a:solidFill>
              </a:rPr>
              <a:t>C</a:t>
            </a:r>
            <a:r>
              <a:rPr spc="-80" dirty="0">
                <a:solidFill>
                  <a:srgbClr val="000000"/>
                </a:solidFill>
              </a:rPr>
              <a:t>A</a:t>
            </a:r>
            <a:r>
              <a:rPr spc="229" dirty="0">
                <a:solidFill>
                  <a:srgbClr val="000000"/>
                </a:solidFill>
              </a:rPr>
              <a:t>TION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spc="165" dirty="0">
                <a:solidFill>
                  <a:srgbClr val="000000"/>
                </a:solidFill>
              </a:rPr>
              <a:t>O</a:t>
            </a:r>
            <a:r>
              <a:rPr spc="135" dirty="0">
                <a:solidFill>
                  <a:srgbClr val="000000"/>
                </a:solidFill>
              </a:rPr>
              <a:t>F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-150" dirty="0">
                <a:solidFill>
                  <a:srgbClr val="000000"/>
                </a:solidFill>
              </a:rPr>
              <a:t>P</a:t>
            </a:r>
            <a:r>
              <a:rPr spc="-135" dirty="0">
                <a:solidFill>
                  <a:srgbClr val="000000"/>
                </a:solidFill>
              </a:rPr>
              <a:t>R</a:t>
            </a:r>
            <a:r>
              <a:rPr spc="235" dirty="0">
                <a:solidFill>
                  <a:srgbClr val="000000"/>
                </a:solidFill>
              </a:rPr>
              <a:t>OGRA</a:t>
            </a:r>
            <a:r>
              <a:rPr spc="254" dirty="0">
                <a:solidFill>
                  <a:srgbClr val="000000"/>
                </a:solidFill>
              </a:rPr>
              <a:t>M</a:t>
            </a:r>
            <a:r>
              <a:rPr spc="-75" dirty="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B9491B68-39BC-4ECB-B957-F8A93176D6B6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904492" y="1456156"/>
            <a:ext cx="8818880" cy="388937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8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00" dirty="0">
                <a:latin typeface="Trebuchet MS"/>
                <a:cs typeface="Trebuchet MS"/>
              </a:rPr>
              <a:t>Linking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8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155" dirty="0">
                <a:latin typeface="Trebuchet MS"/>
                <a:cs typeface="Trebuchet MS"/>
              </a:rPr>
              <a:t>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 </a:t>
            </a:r>
            <a:r>
              <a:rPr sz="2000" spc="-170" dirty="0">
                <a:latin typeface="Trebuchet MS"/>
                <a:cs typeface="Trebuchet MS"/>
              </a:rPr>
              <a:t>may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wish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use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library </a:t>
            </a:r>
            <a:r>
              <a:rPr sz="2000" spc="-100" dirty="0">
                <a:latin typeface="Trebuchet MS"/>
                <a:cs typeface="Trebuchet MS"/>
              </a:rPr>
              <a:t>functions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other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programs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7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60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 </a:t>
            </a:r>
            <a:r>
              <a:rPr sz="2000" spc="-75" dirty="0">
                <a:latin typeface="Trebuchet MS"/>
                <a:cs typeface="Trebuchet MS"/>
              </a:rPr>
              <a:t>should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be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combined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with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these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library </a:t>
            </a:r>
            <a:r>
              <a:rPr sz="2000" spc="-100" dirty="0">
                <a:latin typeface="Trebuchet MS"/>
                <a:cs typeface="Trebuchet MS"/>
              </a:rPr>
              <a:t>functions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programs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8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100" dirty="0">
                <a:latin typeface="Trebuchet MS"/>
                <a:cs typeface="Trebuchet MS"/>
              </a:rPr>
              <a:t>Linking</a:t>
            </a:r>
            <a:r>
              <a:rPr sz="2000" spc="-90" dirty="0">
                <a:latin typeface="Trebuchet MS"/>
                <a:cs typeface="Trebuchet MS"/>
              </a:rPr>
              <a:t> is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function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that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performs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this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action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85" dirty="0">
                <a:latin typeface="Trebuchet MS"/>
                <a:cs typeface="Trebuchet MS"/>
              </a:rPr>
              <a:t>Relocation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8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30" dirty="0">
                <a:latin typeface="Trebuchet MS"/>
                <a:cs typeface="Trebuchet MS"/>
              </a:rPr>
              <a:t>M</a:t>
            </a:r>
            <a:r>
              <a:rPr sz="2000" spc="-35" dirty="0">
                <a:latin typeface="Trebuchet MS"/>
                <a:cs typeface="Trebuchet MS"/>
              </a:rPr>
              <a:t>a</a:t>
            </a:r>
            <a:r>
              <a:rPr sz="2000" spc="-130" dirty="0">
                <a:latin typeface="Trebuchet MS"/>
                <a:cs typeface="Trebuchet MS"/>
              </a:rPr>
              <a:t>n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</a:t>
            </a:r>
            <a:r>
              <a:rPr sz="2000" spc="-85" dirty="0">
                <a:latin typeface="Trebuchet MS"/>
                <a:cs typeface="Trebuchet MS"/>
              </a:rPr>
              <a:t>r</a:t>
            </a:r>
            <a:r>
              <a:rPr sz="2000" spc="-40" dirty="0">
                <a:latin typeface="Trebuchet MS"/>
                <a:cs typeface="Trebuchet MS"/>
              </a:rPr>
              <a:t>ogr</a:t>
            </a:r>
            <a:r>
              <a:rPr sz="2000" spc="-120" dirty="0">
                <a:latin typeface="Trebuchet MS"/>
                <a:cs typeface="Trebuchet MS"/>
              </a:rPr>
              <a:t>ams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95" dirty="0">
                <a:latin typeface="Trebuchet MS"/>
                <a:cs typeface="Trebuchet MS"/>
              </a:rPr>
              <a:t>m</a:t>
            </a:r>
            <a:r>
              <a:rPr sz="2000" spc="-210" dirty="0">
                <a:latin typeface="Trebuchet MS"/>
                <a:cs typeface="Trebuchet MS"/>
              </a:rPr>
              <a:t>a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h</a:t>
            </a:r>
            <a:r>
              <a:rPr sz="2000" spc="-220" dirty="0">
                <a:latin typeface="Trebuchet MS"/>
                <a:cs typeface="Trebuchet MS"/>
              </a:rPr>
              <a:t>a</a:t>
            </a:r>
            <a:r>
              <a:rPr sz="2000" spc="-145" dirty="0">
                <a:latin typeface="Trebuchet MS"/>
                <a:cs typeface="Trebuchet MS"/>
              </a:rPr>
              <a:t>v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5" dirty="0">
                <a:latin typeface="Trebuchet MS"/>
                <a:cs typeface="Trebuchet MS"/>
              </a:rPr>
              <a:t>h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s</a:t>
            </a:r>
            <a:r>
              <a:rPr sz="2000" spc="-145" dirty="0">
                <a:latin typeface="Trebuchet MS"/>
                <a:cs typeface="Trebuchet MS"/>
              </a:rPr>
              <a:t>a</a:t>
            </a:r>
            <a:r>
              <a:rPr sz="2000" spc="-125" dirty="0">
                <a:latin typeface="Trebuchet MS"/>
                <a:cs typeface="Trebuchet MS"/>
              </a:rPr>
              <a:t>me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origin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speci</a:t>
            </a:r>
            <a:r>
              <a:rPr sz="2000" spc="-105" dirty="0">
                <a:latin typeface="Trebuchet MS"/>
                <a:cs typeface="Trebuchet MS"/>
              </a:rPr>
              <a:t>f</a:t>
            </a:r>
            <a:r>
              <a:rPr sz="2000" spc="-155" dirty="0">
                <a:latin typeface="Trebuchet MS"/>
                <a:cs typeface="Trebuchet MS"/>
              </a:rPr>
              <a:t>icat</a:t>
            </a:r>
            <a:r>
              <a:rPr sz="2000" spc="-95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on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8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25" dirty="0">
                <a:latin typeface="Trebuchet MS"/>
                <a:cs typeface="Trebuchet MS"/>
              </a:rPr>
              <a:t>T</a:t>
            </a:r>
            <a:r>
              <a:rPr sz="2000" spc="-20" dirty="0">
                <a:latin typeface="Trebuchet MS"/>
                <a:cs typeface="Trebuchet MS"/>
              </a:rPr>
              <a:t>h</a:t>
            </a:r>
            <a:r>
              <a:rPr sz="2000" spc="-175" dirty="0">
                <a:latin typeface="Trebuchet MS"/>
                <a:cs typeface="Trebuchet MS"/>
              </a:rPr>
              <a:t>e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h</a:t>
            </a:r>
            <a:r>
              <a:rPr sz="2000" spc="-220" dirty="0">
                <a:latin typeface="Trebuchet MS"/>
                <a:cs typeface="Trebuchet MS"/>
              </a:rPr>
              <a:t>a</a:t>
            </a:r>
            <a:r>
              <a:rPr sz="2000" spc="-145" dirty="0">
                <a:latin typeface="Trebuchet MS"/>
                <a:cs typeface="Trebuchet MS"/>
              </a:rPr>
              <a:t>v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be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r</a:t>
            </a:r>
            <a:r>
              <a:rPr sz="2000" spc="-114" dirty="0">
                <a:latin typeface="Trebuchet MS"/>
                <a:cs typeface="Trebuchet MS"/>
              </a:rPr>
              <a:t>elocated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70" dirty="0">
                <a:latin typeface="Trebuchet MS"/>
                <a:cs typeface="Trebuchet MS"/>
              </a:rPr>
              <a:t>i</a:t>
            </a:r>
            <a:r>
              <a:rPr sz="2000" spc="-210" dirty="0">
                <a:latin typeface="Trebuchet MS"/>
                <a:cs typeface="Trebuchet MS"/>
              </a:rPr>
              <a:t>f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5" dirty="0">
                <a:latin typeface="Trebuchet MS"/>
                <a:cs typeface="Trebuchet MS"/>
              </a:rPr>
              <a:t>h</a:t>
            </a:r>
            <a:r>
              <a:rPr sz="2000" spc="-175" dirty="0">
                <a:latin typeface="Trebuchet MS"/>
                <a:cs typeface="Trebuchet MS"/>
              </a:rPr>
              <a:t>e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a</a:t>
            </a:r>
            <a:r>
              <a:rPr sz="2000" spc="-125" dirty="0">
                <a:latin typeface="Trebuchet MS"/>
                <a:cs typeface="Trebuchet MS"/>
              </a:rPr>
              <a:t>r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be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e</a:t>
            </a:r>
            <a:r>
              <a:rPr sz="2000" spc="-120" dirty="0">
                <a:latin typeface="Trebuchet MS"/>
                <a:cs typeface="Trebuchet MS"/>
              </a:rPr>
              <a:t>x</a:t>
            </a:r>
            <a:r>
              <a:rPr sz="2000" spc="-125" dirty="0">
                <a:latin typeface="Trebuchet MS"/>
                <a:cs typeface="Trebuchet MS"/>
              </a:rPr>
              <a:t>ecu</a:t>
            </a:r>
            <a:r>
              <a:rPr sz="2000" spc="-90" dirty="0">
                <a:latin typeface="Trebuchet MS"/>
                <a:cs typeface="Trebuchet MS"/>
              </a:rPr>
              <a:t>t</a:t>
            </a:r>
            <a:r>
              <a:rPr sz="2000" spc="-114" dirty="0">
                <a:latin typeface="Trebuchet MS"/>
                <a:cs typeface="Trebuchet MS"/>
              </a:rPr>
              <a:t>ed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si</a:t>
            </a:r>
            <a:r>
              <a:rPr sz="2000" spc="-180" dirty="0">
                <a:latin typeface="Trebuchet MS"/>
                <a:cs typeface="Trebuchet MS"/>
              </a:rPr>
              <a:t>m</a:t>
            </a:r>
            <a:r>
              <a:rPr sz="2000" spc="-160" dirty="0">
                <a:latin typeface="Trebuchet MS"/>
                <a:cs typeface="Trebuchet MS"/>
              </a:rPr>
              <a:t>u</a:t>
            </a:r>
            <a:r>
              <a:rPr sz="2000" spc="-75" dirty="0">
                <a:latin typeface="Trebuchet MS"/>
                <a:cs typeface="Trebuchet MS"/>
              </a:rPr>
              <a:t>l</a:t>
            </a:r>
            <a:r>
              <a:rPr sz="2000" spc="-105" dirty="0">
                <a:latin typeface="Trebuchet MS"/>
                <a:cs typeface="Trebuchet MS"/>
              </a:rPr>
              <a:t>tane</a:t>
            </a:r>
            <a:r>
              <a:rPr sz="2000" spc="-120" dirty="0">
                <a:latin typeface="Trebuchet MS"/>
                <a:cs typeface="Trebuchet MS"/>
              </a:rPr>
              <a:t>o</a:t>
            </a:r>
            <a:r>
              <a:rPr sz="2000" spc="-110" dirty="0">
                <a:latin typeface="Trebuchet MS"/>
                <a:cs typeface="Trebuchet MS"/>
              </a:rPr>
              <a:t>us</a:t>
            </a:r>
            <a:r>
              <a:rPr sz="2000" spc="-90" dirty="0">
                <a:latin typeface="Trebuchet MS"/>
                <a:cs typeface="Trebuchet MS"/>
              </a:rPr>
              <a:t>l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endParaRPr sz="2000">
              <a:latin typeface="Trebuchet MS"/>
              <a:cs typeface="Trebuchet MS"/>
            </a:endParaRPr>
          </a:p>
          <a:p>
            <a:pPr marL="698500" marR="5080" lvl="1" indent="-228600">
              <a:lnSpc>
                <a:spcPct val="120000"/>
              </a:lnSpc>
              <a:spcBef>
                <a:spcPts val="49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155" dirty="0">
                <a:latin typeface="Trebuchet MS"/>
                <a:cs typeface="Trebuchet MS"/>
              </a:rPr>
              <a:t>A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 </a:t>
            </a:r>
            <a:r>
              <a:rPr sz="2000" spc="-170" dirty="0">
                <a:latin typeface="Trebuchet MS"/>
                <a:cs typeface="Trebuchet MS"/>
              </a:rPr>
              <a:t>may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have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be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executed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from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memory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area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that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different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from </a:t>
            </a:r>
            <a:r>
              <a:rPr sz="2000" spc="-58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5" dirty="0">
                <a:latin typeface="Trebuchet MS"/>
                <a:cs typeface="Trebuchet MS"/>
              </a:rPr>
              <a:t>h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a</a:t>
            </a:r>
            <a:r>
              <a:rPr sz="2000" spc="-125" dirty="0">
                <a:latin typeface="Trebuchet MS"/>
                <a:cs typeface="Trebuchet MS"/>
              </a:rPr>
              <a:t>r</a:t>
            </a:r>
            <a:r>
              <a:rPr sz="2000" spc="-165" dirty="0">
                <a:latin typeface="Trebuchet MS"/>
                <a:cs typeface="Trebuchet MS"/>
              </a:rPr>
              <a:t>ea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60" dirty="0">
                <a:latin typeface="Trebuchet MS"/>
                <a:cs typeface="Trebuchet MS"/>
              </a:rPr>
              <a:t>f</a:t>
            </a:r>
            <a:r>
              <a:rPr sz="2000" spc="20" dirty="0">
                <a:latin typeface="Trebuchet MS"/>
                <a:cs typeface="Trebuchet MS"/>
              </a:rPr>
              <a:t>or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wh</a:t>
            </a:r>
            <a:r>
              <a:rPr sz="2000" spc="-45" dirty="0">
                <a:latin typeface="Trebuchet MS"/>
                <a:cs typeface="Trebuchet MS"/>
              </a:rPr>
              <a:t>i</a:t>
            </a:r>
            <a:r>
              <a:rPr sz="2000" spc="-105" dirty="0">
                <a:latin typeface="Trebuchet MS"/>
                <a:cs typeface="Trebuchet MS"/>
              </a:rPr>
              <a:t>ch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wa</a:t>
            </a:r>
            <a:r>
              <a:rPr sz="2000" spc="-70" dirty="0">
                <a:latin typeface="Trebuchet MS"/>
                <a:cs typeface="Trebuchet MS"/>
              </a:rPr>
              <a:t>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c</a:t>
            </a:r>
            <a:r>
              <a:rPr sz="2000" spc="-65" dirty="0">
                <a:latin typeface="Trebuchet MS"/>
                <a:cs typeface="Trebuchet MS"/>
              </a:rPr>
              <a:t>omp</a:t>
            </a:r>
            <a:r>
              <a:rPr sz="2000" spc="-145" dirty="0">
                <a:latin typeface="Trebuchet MS"/>
                <a:cs typeface="Trebuchet MS"/>
              </a:rPr>
              <a:t>i</a:t>
            </a:r>
            <a:r>
              <a:rPr sz="2000" spc="-140" dirty="0">
                <a:latin typeface="Trebuchet MS"/>
                <a:cs typeface="Trebuchet MS"/>
              </a:rPr>
              <a:t>l</a:t>
            </a:r>
            <a:r>
              <a:rPr sz="2000" spc="-114" dirty="0">
                <a:latin typeface="Trebuchet MS"/>
                <a:cs typeface="Trebuchet MS"/>
              </a:rPr>
              <a:t>ed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04492" y="1456156"/>
            <a:ext cx="6838950" cy="358775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8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00" dirty="0">
                <a:latin typeface="Trebuchet MS"/>
                <a:cs typeface="Trebuchet MS"/>
              </a:rPr>
              <a:t>Linking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relocation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could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be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performed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8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140" dirty="0">
                <a:latin typeface="Trebuchet MS"/>
                <a:cs typeface="Trebuchet MS"/>
              </a:rPr>
              <a:t>Statically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7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100" dirty="0">
                <a:latin typeface="Trebuchet MS"/>
                <a:cs typeface="Trebuchet MS"/>
              </a:rPr>
              <a:t>Dynamically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9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70" dirty="0">
                <a:latin typeface="Trebuchet MS"/>
                <a:cs typeface="Trebuchet MS"/>
              </a:rPr>
              <a:t>Dynam</a:t>
            </a:r>
            <a:r>
              <a:rPr sz="2000" spc="-30" dirty="0">
                <a:latin typeface="Trebuchet MS"/>
                <a:cs typeface="Trebuchet MS"/>
              </a:rPr>
              <a:t>i</a:t>
            </a:r>
            <a:r>
              <a:rPr sz="2000" spc="-114" dirty="0">
                <a:latin typeface="Trebuchet MS"/>
                <a:cs typeface="Trebuchet MS"/>
              </a:rPr>
              <a:t>c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l</a:t>
            </a:r>
            <a:r>
              <a:rPr sz="2000" spc="-135" dirty="0">
                <a:latin typeface="Trebuchet MS"/>
                <a:cs typeface="Trebuchet MS"/>
              </a:rPr>
              <a:t>i</a:t>
            </a:r>
            <a:r>
              <a:rPr sz="2000" spc="-70" dirty="0">
                <a:latin typeface="Trebuchet MS"/>
                <a:cs typeface="Trebuchet MS"/>
              </a:rPr>
              <a:t>nk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225" dirty="0">
                <a:latin typeface="Trebuchet MS"/>
                <a:cs typeface="Trebuchet MS"/>
              </a:rPr>
              <a:t>g: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69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15" dirty="0">
                <a:latin typeface="Trebuchet MS"/>
                <a:cs typeface="Trebuchet MS"/>
              </a:rPr>
              <a:t>On</a:t>
            </a:r>
            <a:r>
              <a:rPr sz="2000" spc="-10" dirty="0">
                <a:latin typeface="Trebuchet MS"/>
                <a:cs typeface="Trebuchet MS"/>
              </a:rPr>
              <a:t>l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</a:t>
            </a:r>
            <a:r>
              <a:rPr sz="2000" spc="-85" dirty="0">
                <a:latin typeface="Trebuchet MS"/>
                <a:cs typeface="Trebuchet MS"/>
              </a:rPr>
              <a:t>r</a:t>
            </a:r>
            <a:r>
              <a:rPr sz="2000" spc="-40" dirty="0">
                <a:latin typeface="Trebuchet MS"/>
                <a:cs typeface="Trebuchet MS"/>
              </a:rPr>
              <a:t>ogr</a:t>
            </a:r>
            <a:r>
              <a:rPr sz="2000" spc="-120" dirty="0">
                <a:latin typeface="Trebuchet MS"/>
                <a:cs typeface="Trebuchet MS"/>
              </a:rPr>
              <a:t>ams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5" dirty="0">
                <a:latin typeface="Trebuchet MS"/>
                <a:cs typeface="Trebuchet MS"/>
              </a:rPr>
              <a:t>h</a:t>
            </a:r>
            <a:r>
              <a:rPr sz="2000" spc="-165" dirty="0">
                <a:latin typeface="Trebuchet MS"/>
                <a:cs typeface="Trebuchet MS"/>
              </a:rPr>
              <a:t>at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a</a:t>
            </a:r>
            <a:r>
              <a:rPr sz="2000" spc="-125" dirty="0">
                <a:latin typeface="Trebuchet MS"/>
                <a:cs typeface="Trebuchet MS"/>
              </a:rPr>
              <a:t>r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used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dur</a:t>
            </a:r>
            <a:r>
              <a:rPr sz="2000" spc="-45" dirty="0">
                <a:latin typeface="Trebuchet MS"/>
                <a:cs typeface="Trebuchet MS"/>
              </a:rPr>
              <a:t>i</a:t>
            </a:r>
            <a:r>
              <a:rPr sz="2000" spc="-120" dirty="0">
                <a:latin typeface="Trebuchet MS"/>
                <a:cs typeface="Trebuchet MS"/>
              </a:rPr>
              <a:t>ng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an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e</a:t>
            </a:r>
            <a:r>
              <a:rPr sz="2000" spc="-120" dirty="0">
                <a:latin typeface="Trebuchet MS"/>
                <a:cs typeface="Trebuchet MS"/>
              </a:rPr>
              <a:t>x</a:t>
            </a:r>
            <a:r>
              <a:rPr sz="2000" spc="-125" dirty="0">
                <a:latin typeface="Trebuchet MS"/>
                <a:cs typeface="Trebuchet MS"/>
              </a:rPr>
              <a:t>ecu</a:t>
            </a:r>
            <a:r>
              <a:rPr sz="2000" spc="-90" dirty="0">
                <a:latin typeface="Trebuchet MS"/>
                <a:cs typeface="Trebuchet MS"/>
              </a:rPr>
              <a:t>t</a:t>
            </a:r>
            <a:r>
              <a:rPr sz="2000" spc="-65" dirty="0">
                <a:latin typeface="Trebuchet MS"/>
                <a:cs typeface="Trebuchet MS"/>
              </a:rPr>
              <a:t>io</a:t>
            </a:r>
            <a:r>
              <a:rPr sz="2000" spc="-80" dirty="0">
                <a:latin typeface="Trebuchet MS"/>
                <a:cs typeface="Trebuchet MS"/>
              </a:rPr>
              <a:t>n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a</a:t>
            </a:r>
            <a:r>
              <a:rPr sz="2000" spc="-125" dirty="0">
                <a:latin typeface="Trebuchet MS"/>
                <a:cs typeface="Trebuchet MS"/>
              </a:rPr>
              <a:t>r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l</a:t>
            </a:r>
            <a:r>
              <a:rPr sz="2000" spc="-135" dirty="0">
                <a:latin typeface="Trebuchet MS"/>
                <a:cs typeface="Trebuchet MS"/>
              </a:rPr>
              <a:t>i</a:t>
            </a:r>
            <a:r>
              <a:rPr sz="2000" spc="-75" dirty="0">
                <a:latin typeface="Trebuchet MS"/>
                <a:cs typeface="Trebuchet MS"/>
              </a:rPr>
              <a:t>n</a:t>
            </a:r>
            <a:r>
              <a:rPr sz="2000" spc="-125" dirty="0">
                <a:latin typeface="Trebuchet MS"/>
                <a:cs typeface="Trebuchet MS"/>
              </a:rPr>
              <a:t>k</a:t>
            </a:r>
            <a:r>
              <a:rPr sz="2000" spc="-114" dirty="0">
                <a:latin typeface="Trebuchet MS"/>
                <a:cs typeface="Trebuchet MS"/>
              </a:rPr>
              <a:t>ed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8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30" dirty="0">
                <a:latin typeface="Trebuchet MS"/>
                <a:cs typeface="Trebuchet MS"/>
              </a:rPr>
              <a:t>Conserves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memory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8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70" dirty="0">
                <a:latin typeface="Trebuchet MS"/>
                <a:cs typeface="Trebuchet MS"/>
              </a:rPr>
              <a:t>Dynam</a:t>
            </a:r>
            <a:r>
              <a:rPr sz="2000" spc="-30" dirty="0">
                <a:latin typeface="Trebuchet MS"/>
                <a:cs typeface="Trebuchet MS"/>
              </a:rPr>
              <a:t>i</a:t>
            </a:r>
            <a:r>
              <a:rPr sz="2000" spc="-114" dirty="0">
                <a:latin typeface="Trebuchet MS"/>
                <a:cs typeface="Trebuchet MS"/>
              </a:rPr>
              <a:t>c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r</a:t>
            </a:r>
            <a:r>
              <a:rPr sz="2000" spc="-125" dirty="0">
                <a:latin typeface="Trebuchet MS"/>
                <a:cs typeface="Trebuchet MS"/>
              </a:rPr>
              <a:t>elocat</a:t>
            </a:r>
            <a:r>
              <a:rPr sz="2000" spc="-75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n</a:t>
            </a:r>
            <a:r>
              <a:rPr sz="2000" spc="-295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80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160" dirty="0">
                <a:latin typeface="Trebuchet MS"/>
                <a:cs typeface="Trebuchet MS"/>
              </a:rPr>
              <a:t>F</a:t>
            </a:r>
            <a:r>
              <a:rPr sz="2000" spc="-165" dirty="0">
                <a:latin typeface="Trebuchet MS"/>
                <a:cs typeface="Trebuchet MS"/>
              </a:rPr>
              <a:t>a</a:t>
            </a:r>
            <a:r>
              <a:rPr sz="2000" spc="-145" dirty="0">
                <a:latin typeface="Trebuchet MS"/>
                <a:cs typeface="Trebuchet MS"/>
              </a:rPr>
              <a:t>ci</a:t>
            </a:r>
            <a:r>
              <a:rPr sz="2000" spc="-105" dirty="0">
                <a:latin typeface="Trebuchet MS"/>
                <a:cs typeface="Trebuchet MS"/>
              </a:rPr>
              <a:t>l</a:t>
            </a:r>
            <a:r>
              <a:rPr sz="2000" spc="-114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t</a:t>
            </a:r>
            <a:r>
              <a:rPr sz="2000" spc="-185" dirty="0">
                <a:latin typeface="Trebuchet MS"/>
                <a:cs typeface="Trebuchet MS"/>
              </a:rPr>
              <a:t>a</a:t>
            </a:r>
            <a:r>
              <a:rPr sz="2000" spc="-155" dirty="0">
                <a:latin typeface="Trebuchet MS"/>
                <a:cs typeface="Trebuchet MS"/>
              </a:rPr>
              <a:t>t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compact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15" dirty="0">
                <a:latin typeface="Trebuchet MS"/>
                <a:cs typeface="Trebuchet MS"/>
              </a:rPr>
              <a:t>o</a:t>
            </a:r>
            <a:r>
              <a:rPr sz="2000" spc="-95" dirty="0">
                <a:latin typeface="Trebuchet MS"/>
                <a:cs typeface="Trebuchet MS"/>
              </a:rPr>
              <a:t>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5066C6D1-8D7F-4911-9076-BE2DF5913D40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56153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5" dirty="0">
                <a:solidFill>
                  <a:srgbClr val="000000"/>
                </a:solidFill>
              </a:rPr>
              <a:t>SELF-RELOCATING</a:t>
            </a:r>
            <a:r>
              <a:rPr spc="-110" dirty="0">
                <a:solidFill>
                  <a:srgbClr val="000000"/>
                </a:solidFill>
              </a:rPr>
              <a:t> </a:t>
            </a:r>
            <a:r>
              <a:rPr spc="105" dirty="0">
                <a:solidFill>
                  <a:srgbClr val="000000"/>
                </a:solidFill>
              </a:rPr>
              <a:t>PROGRAMS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63491193-0CA9-4B61-BF3D-C35DD2A13E58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904492" y="1456156"/>
            <a:ext cx="9535795" cy="367665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8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155" dirty="0">
                <a:latin typeface="Trebuchet MS"/>
                <a:cs typeface="Trebuchet MS"/>
              </a:rPr>
              <a:t>A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P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70" dirty="0">
                <a:latin typeface="Trebuchet MS"/>
                <a:cs typeface="Trebuchet MS"/>
              </a:rPr>
              <a:t>may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have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be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loaded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for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execution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different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areas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of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memory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8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85" dirty="0">
                <a:latin typeface="Trebuchet MS"/>
                <a:cs typeface="Trebuchet MS"/>
              </a:rPr>
              <a:t>Relocation </a:t>
            </a:r>
            <a:r>
              <a:rPr sz="2000" spc="-90" dirty="0">
                <a:latin typeface="Trebuchet MS"/>
                <a:cs typeface="Trebuchet MS"/>
              </a:rPr>
              <a:t>register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80" dirty="0">
                <a:latin typeface="Trebuchet MS"/>
                <a:cs typeface="Trebuchet MS"/>
              </a:rPr>
              <a:t>CPU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facilitates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such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execution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30" dirty="0">
                <a:latin typeface="Trebuchet MS"/>
                <a:cs typeface="Trebuchet MS"/>
              </a:rPr>
              <a:t>Alternatively,</a:t>
            </a:r>
            <a:r>
              <a:rPr sz="2000" spc="-29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P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70" dirty="0">
                <a:latin typeface="Trebuchet MS"/>
                <a:cs typeface="Trebuchet MS"/>
              </a:rPr>
              <a:t>may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be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statically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relocated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different</a:t>
            </a:r>
            <a:r>
              <a:rPr sz="2000" spc="-65" dirty="0">
                <a:latin typeface="Trebuchet MS"/>
                <a:cs typeface="Trebuchet MS"/>
              </a:rPr>
              <a:t> memory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areas</a:t>
            </a:r>
            <a:endParaRPr sz="2000">
              <a:latin typeface="Trebuchet MS"/>
              <a:cs typeface="Trebuchet MS"/>
            </a:endParaRPr>
          </a:p>
          <a:p>
            <a:pPr marL="698500" marR="5080" lvl="1" indent="-228600">
              <a:lnSpc>
                <a:spcPct val="120000"/>
              </a:lnSpc>
              <a:spcBef>
                <a:spcPts val="475"/>
              </a:spcBef>
              <a:buClr>
                <a:srgbClr val="B71E42"/>
              </a:buClr>
              <a:buSzPct val="95454"/>
              <a:buFont typeface="Wingdings"/>
              <a:buChar char=""/>
              <a:tabLst>
                <a:tab pos="699135" algn="l"/>
              </a:tabLst>
            </a:pPr>
            <a:r>
              <a:rPr sz="2200" spc="-110" dirty="0">
                <a:latin typeface="Trebuchet MS"/>
                <a:cs typeface="Trebuchet MS"/>
              </a:rPr>
              <a:t>P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90" dirty="0">
                <a:latin typeface="Trebuchet MS"/>
                <a:cs typeface="Trebuchet MS"/>
              </a:rPr>
              <a:t>may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40" dirty="0">
                <a:latin typeface="Trebuchet MS"/>
                <a:cs typeface="Trebuchet MS"/>
              </a:rPr>
              <a:t>be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relocated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to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60" dirty="0">
                <a:latin typeface="Trebuchet MS"/>
                <a:cs typeface="Trebuchet MS"/>
              </a:rPr>
              <a:t>many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memory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areas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and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resulting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binary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programs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90" dirty="0">
                <a:latin typeface="Trebuchet MS"/>
                <a:cs typeface="Trebuchet MS"/>
              </a:rPr>
              <a:t>may </a:t>
            </a:r>
            <a:r>
              <a:rPr sz="2200" spc="-645" dirty="0">
                <a:latin typeface="Trebuchet MS"/>
                <a:cs typeface="Trebuchet MS"/>
              </a:rPr>
              <a:t> </a:t>
            </a:r>
            <a:r>
              <a:rPr sz="2200" spc="-140" dirty="0">
                <a:latin typeface="Trebuchet MS"/>
                <a:cs typeface="Trebuchet MS"/>
              </a:rPr>
              <a:t>be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sto</a:t>
            </a:r>
            <a:r>
              <a:rPr sz="2200" spc="-95" dirty="0">
                <a:latin typeface="Trebuchet MS"/>
                <a:cs typeface="Trebuchet MS"/>
              </a:rPr>
              <a:t>r</a:t>
            </a:r>
            <a:r>
              <a:rPr sz="2200" spc="-130" dirty="0">
                <a:latin typeface="Trebuchet MS"/>
                <a:cs typeface="Trebuchet MS"/>
              </a:rPr>
              <a:t>ed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i</a:t>
            </a:r>
            <a:r>
              <a:rPr sz="2200" spc="-165" dirty="0">
                <a:latin typeface="Trebuchet MS"/>
                <a:cs typeface="Trebuchet MS"/>
              </a:rPr>
              <a:t>n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libra</a:t>
            </a:r>
            <a:r>
              <a:rPr sz="2200" spc="-60" dirty="0">
                <a:latin typeface="Trebuchet MS"/>
                <a:cs typeface="Trebuchet MS"/>
              </a:rPr>
              <a:t>r</a:t>
            </a:r>
            <a:r>
              <a:rPr sz="2200" spc="-125" dirty="0">
                <a:latin typeface="Trebuchet MS"/>
                <a:cs typeface="Trebuchet MS"/>
              </a:rPr>
              <a:t>y</a:t>
            </a:r>
            <a:endParaRPr sz="22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019"/>
              </a:spcBef>
              <a:buClr>
                <a:srgbClr val="B71E42"/>
              </a:buClr>
              <a:buSzPct val="95454"/>
              <a:buFont typeface="Wingdings"/>
              <a:buChar char=""/>
              <a:tabLst>
                <a:tab pos="699135" algn="l"/>
              </a:tabLst>
            </a:pPr>
            <a:r>
              <a:rPr sz="2200" spc="-15" dirty="0">
                <a:latin typeface="Trebuchet MS"/>
                <a:cs typeface="Trebuchet MS"/>
              </a:rPr>
              <a:t>Occ</a:t>
            </a:r>
            <a:r>
              <a:rPr sz="2200" spc="-10" dirty="0">
                <a:latin typeface="Trebuchet MS"/>
                <a:cs typeface="Trebuchet MS"/>
              </a:rPr>
              <a:t>u</a:t>
            </a:r>
            <a:r>
              <a:rPr sz="2200" spc="-130" dirty="0">
                <a:latin typeface="Trebuchet MS"/>
                <a:cs typeface="Trebuchet MS"/>
              </a:rPr>
              <a:t>pi</a:t>
            </a:r>
            <a:r>
              <a:rPr sz="2200" spc="-165" dirty="0">
                <a:latin typeface="Trebuchet MS"/>
                <a:cs typeface="Trebuchet MS"/>
              </a:rPr>
              <a:t>e</a:t>
            </a:r>
            <a:r>
              <a:rPr sz="2200" spc="-50" dirty="0">
                <a:latin typeface="Trebuchet MS"/>
                <a:cs typeface="Trebuchet MS"/>
              </a:rPr>
              <a:t>s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too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60" dirty="0">
                <a:latin typeface="Trebuchet MS"/>
                <a:cs typeface="Trebuchet MS"/>
              </a:rPr>
              <a:t>m</a:t>
            </a:r>
            <a:r>
              <a:rPr sz="2200" spc="-114" dirty="0">
                <a:latin typeface="Trebuchet MS"/>
                <a:cs typeface="Trebuchet MS"/>
              </a:rPr>
              <a:t>uch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libra</a:t>
            </a:r>
            <a:r>
              <a:rPr sz="2200" spc="-60" dirty="0">
                <a:latin typeface="Trebuchet MS"/>
                <a:cs typeface="Trebuchet MS"/>
              </a:rPr>
              <a:t>r</a:t>
            </a:r>
            <a:r>
              <a:rPr sz="2200" spc="-125" dirty="0">
                <a:latin typeface="Trebuchet MS"/>
                <a:cs typeface="Trebuchet MS"/>
              </a:rPr>
              <a:t>y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space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and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lack</a:t>
            </a:r>
            <a:r>
              <a:rPr sz="2200" spc="-114" dirty="0">
                <a:latin typeface="Trebuchet MS"/>
                <a:cs typeface="Trebuchet MS"/>
              </a:rPr>
              <a:t>s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40" dirty="0">
                <a:latin typeface="Trebuchet MS"/>
                <a:cs typeface="Trebuchet MS"/>
              </a:rPr>
              <a:t>fle</a:t>
            </a:r>
            <a:r>
              <a:rPr sz="2200" spc="-165" dirty="0">
                <a:latin typeface="Trebuchet MS"/>
                <a:cs typeface="Trebuchet MS"/>
              </a:rPr>
              <a:t>x</a:t>
            </a:r>
            <a:r>
              <a:rPr sz="2200" spc="-150" dirty="0">
                <a:latin typeface="Trebuchet MS"/>
                <a:cs typeface="Trebuchet MS"/>
              </a:rPr>
              <a:t>ibility</a:t>
            </a:r>
            <a:endParaRPr sz="22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050"/>
              </a:spcBef>
              <a:buClr>
                <a:srgbClr val="B71E42"/>
              </a:buClr>
              <a:buSzPct val="95454"/>
              <a:buFont typeface="Wingdings"/>
              <a:buChar char=""/>
              <a:tabLst>
                <a:tab pos="699135" algn="l"/>
              </a:tabLst>
            </a:pPr>
            <a:r>
              <a:rPr sz="2200" spc="-140" dirty="0">
                <a:latin typeface="Trebuchet MS"/>
                <a:cs typeface="Trebuchet MS"/>
              </a:rPr>
              <a:t>Static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relocation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90" dirty="0">
                <a:latin typeface="Trebuchet MS"/>
                <a:cs typeface="Trebuchet MS"/>
              </a:rPr>
              <a:t>may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40" dirty="0">
                <a:latin typeface="Trebuchet MS"/>
                <a:cs typeface="Trebuchet MS"/>
              </a:rPr>
              <a:t>be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performed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before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every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execution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of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P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causes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delays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065"/>
              </a:spcBef>
              <a:buClr>
                <a:srgbClr val="B71E42"/>
              </a:buClr>
              <a:buSzPct val="95454"/>
              <a:buFont typeface="Wingdings"/>
              <a:buChar char=""/>
              <a:tabLst>
                <a:tab pos="699135" algn="l"/>
              </a:tabLst>
            </a:pPr>
            <a:r>
              <a:rPr sz="2200" spc="165" dirty="0">
                <a:latin typeface="Trebuchet MS"/>
                <a:cs typeface="Trebuchet MS"/>
              </a:rPr>
              <a:t>A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35" dirty="0">
                <a:latin typeface="Trebuchet MS"/>
                <a:cs typeface="Trebuchet MS"/>
              </a:rPr>
              <a:t>self-relocating</a:t>
            </a:r>
            <a:r>
              <a:rPr sz="220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program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avoids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these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problems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43484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0" dirty="0">
                <a:solidFill>
                  <a:srgbClr val="000000"/>
                </a:solidFill>
              </a:rPr>
              <a:t>RELOCATING</a:t>
            </a:r>
            <a:r>
              <a:rPr spc="-155" dirty="0">
                <a:solidFill>
                  <a:srgbClr val="000000"/>
                </a:solidFill>
              </a:rPr>
              <a:t> </a:t>
            </a:r>
            <a:r>
              <a:rPr spc="125" dirty="0">
                <a:solidFill>
                  <a:srgbClr val="000000"/>
                </a:solidFill>
              </a:rPr>
              <a:t>LOADERS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1A1E1389-E868-418C-BCBA-1ACD60CCD3CA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904492" y="1456156"/>
            <a:ext cx="8347075" cy="388937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8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Trebuchet MS"/>
                <a:cs typeface="Trebuchet MS"/>
              </a:rPr>
              <a:t>Reas</a:t>
            </a:r>
            <a:r>
              <a:rPr sz="2000" spc="-70" dirty="0">
                <a:latin typeface="Trebuchet MS"/>
                <a:cs typeface="Trebuchet MS"/>
              </a:rPr>
              <a:t>o</a:t>
            </a:r>
            <a:r>
              <a:rPr sz="2000" spc="-65" dirty="0">
                <a:latin typeface="Trebuchet MS"/>
                <a:cs typeface="Trebuchet MS"/>
              </a:rPr>
              <a:t>ns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65" dirty="0">
                <a:latin typeface="Trebuchet MS"/>
                <a:cs typeface="Trebuchet MS"/>
              </a:rPr>
              <a:t>f</a:t>
            </a:r>
            <a:r>
              <a:rPr sz="2000" spc="20" dirty="0">
                <a:latin typeface="Trebuchet MS"/>
                <a:cs typeface="Trebuchet MS"/>
              </a:rPr>
              <a:t>or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Rel</a:t>
            </a:r>
            <a:r>
              <a:rPr sz="2000" spc="-95" dirty="0">
                <a:latin typeface="Trebuchet MS"/>
                <a:cs typeface="Trebuchet MS"/>
              </a:rPr>
              <a:t>oc</a:t>
            </a:r>
            <a:r>
              <a:rPr sz="2000" spc="-105" dirty="0">
                <a:latin typeface="Trebuchet MS"/>
                <a:cs typeface="Trebuchet MS"/>
              </a:rPr>
              <a:t>a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120" dirty="0">
                <a:latin typeface="Trebuchet MS"/>
                <a:cs typeface="Trebuchet MS"/>
              </a:rPr>
              <a:t>ng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Loade</a:t>
            </a:r>
            <a:r>
              <a:rPr sz="2000" spc="-65" dirty="0">
                <a:latin typeface="Trebuchet MS"/>
                <a:cs typeface="Trebuchet MS"/>
              </a:rPr>
              <a:t>r</a:t>
            </a:r>
            <a:r>
              <a:rPr sz="2000" spc="-40" dirty="0">
                <a:latin typeface="Trebuchet MS"/>
                <a:cs typeface="Trebuchet MS"/>
              </a:rPr>
              <a:t>s</a:t>
            </a:r>
            <a:endParaRPr sz="2000">
              <a:latin typeface="Trebuchet MS"/>
              <a:cs typeface="Trebuchet MS"/>
            </a:endParaRPr>
          </a:p>
          <a:p>
            <a:pPr marL="698500" marR="213995" lvl="1" indent="-228600">
              <a:lnSpc>
                <a:spcPct val="120000"/>
              </a:lnSpc>
              <a:spcBef>
                <a:spcPts val="50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254" dirty="0">
                <a:latin typeface="Trebuchet MS"/>
                <a:cs typeface="Trebuchet MS"/>
              </a:rPr>
              <a:t>T</a:t>
            </a:r>
            <a:r>
              <a:rPr sz="2000" spc="30" dirty="0">
                <a:latin typeface="Trebuchet MS"/>
                <a:cs typeface="Trebuchet MS"/>
              </a:rPr>
              <a:t>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280" dirty="0">
                <a:latin typeface="Trebuchet MS"/>
                <a:cs typeface="Trebuchet MS"/>
              </a:rPr>
              <a:t>a</a:t>
            </a:r>
            <a:r>
              <a:rPr sz="2000" spc="-145" dirty="0">
                <a:latin typeface="Trebuchet MS"/>
                <a:cs typeface="Trebuchet MS"/>
              </a:rPr>
              <a:t>v</a:t>
            </a:r>
            <a:r>
              <a:rPr sz="2000" spc="-65" dirty="0">
                <a:latin typeface="Trebuchet MS"/>
                <a:cs typeface="Trebuchet MS"/>
              </a:rPr>
              <a:t>oid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r</a:t>
            </a:r>
            <a:r>
              <a:rPr sz="2000" spc="-135" dirty="0">
                <a:latin typeface="Trebuchet MS"/>
                <a:cs typeface="Trebuchet MS"/>
              </a:rPr>
              <a:t>ea</a:t>
            </a:r>
            <a:r>
              <a:rPr sz="2000" spc="-114" dirty="0">
                <a:latin typeface="Trebuchet MS"/>
                <a:cs typeface="Trebuchet MS"/>
              </a:rPr>
              <a:t>s</a:t>
            </a:r>
            <a:r>
              <a:rPr sz="2000" spc="-125" dirty="0">
                <a:latin typeface="Trebuchet MS"/>
                <a:cs typeface="Trebuchet MS"/>
              </a:rPr>
              <a:t>semb</a:t>
            </a:r>
            <a:r>
              <a:rPr sz="2000" spc="-60" dirty="0">
                <a:latin typeface="Trebuchet MS"/>
                <a:cs typeface="Trebuchet MS"/>
              </a:rPr>
              <a:t>l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150" dirty="0">
                <a:latin typeface="Trebuchet MS"/>
                <a:cs typeface="Trebuchet MS"/>
              </a:rPr>
              <a:t>g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se</a:t>
            </a:r>
            <a:r>
              <a:rPr sz="2000" spc="-120" dirty="0">
                <a:latin typeface="Trebuchet MS"/>
                <a:cs typeface="Trebuchet MS"/>
              </a:rPr>
              <a:t>g</a:t>
            </a:r>
            <a:r>
              <a:rPr sz="2000" spc="-125" dirty="0">
                <a:latin typeface="Trebuchet MS"/>
                <a:cs typeface="Trebuchet MS"/>
              </a:rPr>
              <a:t>me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145" dirty="0">
                <a:latin typeface="Trebuchet MS"/>
                <a:cs typeface="Trebuchet MS"/>
              </a:rPr>
              <a:t>ts/su</a:t>
            </a:r>
            <a:r>
              <a:rPr sz="2000" spc="-175" dirty="0">
                <a:latin typeface="Trebuchet MS"/>
                <a:cs typeface="Trebuchet MS"/>
              </a:rPr>
              <a:t>b</a:t>
            </a:r>
            <a:r>
              <a:rPr sz="2000" spc="-40" dirty="0">
                <a:latin typeface="Trebuchet MS"/>
                <a:cs typeface="Trebuchet MS"/>
              </a:rPr>
              <a:t>r</a:t>
            </a:r>
            <a:r>
              <a:rPr sz="2000" spc="-3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u</a:t>
            </a:r>
            <a:r>
              <a:rPr sz="2000" spc="-100" dirty="0">
                <a:latin typeface="Trebuchet MS"/>
                <a:cs typeface="Trebuchet MS"/>
              </a:rPr>
              <a:t>ti</a:t>
            </a:r>
            <a:r>
              <a:rPr sz="2000" spc="-165" dirty="0">
                <a:latin typeface="Trebuchet MS"/>
                <a:cs typeface="Trebuchet MS"/>
              </a:rPr>
              <a:t>n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whe</a:t>
            </a:r>
            <a:r>
              <a:rPr sz="2000" spc="-85" dirty="0">
                <a:latin typeface="Trebuchet MS"/>
                <a:cs typeface="Trebuchet MS"/>
              </a:rPr>
              <a:t>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si</a:t>
            </a:r>
            <a:r>
              <a:rPr sz="2000" spc="-110" dirty="0">
                <a:latin typeface="Trebuchet MS"/>
                <a:cs typeface="Trebuchet MS"/>
              </a:rPr>
              <a:t>n</a:t>
            </a:r>
            <a:r>
              <a:rPr sz="2000" spc="-145" dirty="0">
                <a:latin typeface="Trebuchet MS"/>
                <a:cs typeface="Trebuchet MS"/>
              </a:rPr>
              <a:t>gle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su</a:t>
            </a:r>
            <a:r>
              <a:rPr sz="2000" spc="-85" dirty="0">
                <a:latin typeface="Trebuchet MS"/>
                <a:cs typeface="Trebuchet MS"/>
              </a:rPr>
              <a:t>b</a:t>
            </a:r>
            <a:r>
              <a:rPr sz="2000" spc="-40" dirty="0">
                <a:latin typeface="Trebuchet MS"/>
                <a:cs typeface="Trebuchet MS"/>
              </a:rPr>
              <a:t>r</a:t>
            </a:r>
            <a:r>
              <a:rPr sz="2000" spc="-70" dirty="0">
                <a:latin typeface="Trebuchet MS"/>
                <a:cs typeface="Trebuchet MS"/>
              </a:rPr>
              <a:t>ou</a:t>
            </a:r>
            <a:r>
              <a:rPr sz="2000" spc="-45" dirty="0">
                <a:latin typeface="Trebuchet MS"/>
                <a:cs typeface="Trebuchet MS"/>
              </a:rPr>
              <a:t>t</a:t>
            </a:r>
            <a:r>
              <a:rPr sz="2000" spc="-145" dirty="0">
                <a:latin typeface="Trebuchet MS"/>
                <a:cs typeface="Trebuchet MS"/>
              </a:rPr>
              <a:t>i</a:t>
            </a:r>
            <a:r>
              <a:rPr sz="2000" spc="-90" dirty="0">
                <a:latin typeface="Trebuchet MS"/>
                <a:cs typeface="Trebuchet MS"/>
              </a:rPr>
              <a:t>ne  is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changed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7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85" dirty="0">
                <a:latin typeface="Trebuchet MS"/>
                <a:cs typeface="Trebuchet MS"/>
              </a:rPr>
              <a:t>Perform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linking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allocation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for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programmer</a:t>
            </a:r>
            <a:endParaRPr sz="2000">
              <a:latin typeface="Trebuchet MS"/>
              <a:cs typeface="Trebuchet MS"/>
            </a:endParaRPr>
          </a:p>
          <a:p>
            <a:pPr marL="710565">
              <a:lnSpc>
                <a:spcPct val="100000"/>
              </a:lnSpc>
              <a:spcBef>
                <a:spcPts val="1490"/>
              </a:spcBef>
            </a:pPr>
            <a:r>
              <a:rPr sz="2000" spc="-50" dirty="0">
                <a:latin typeface="Trebuchet MS"/>
                <a:cs typeface="Trebuchet MS"/>
              </a:rPr>
              <a:t>E.g.-IBM7094,IBM1130,GE635,UNIVAC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1108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30" dirty="0">
                <a:latin typeface="Trebuchet MS"/>
                <a:cs typeface="Trebuchet MS"/>
              </a:rPr>
              <a:t>B</a:t>
            </a:r>
            <a:r>
              <a:rPr sz="2000" spc="-35" dirty="0">
                <a:latin typeface="Trebuchet MS"/>
                <a:cs typeface="Trebuchet MS"/>
              </a:rPr>
              <a:t>S</a:t>
            </a:r>
            <a:r>
              <a:rPr sz="2000" spc="-45" dirty="0">
                <a:latin typeface="Trebuchet MS"/>
                <a:cs typeface="Trebuchet MS"/>
              </a:rPr>
              <a:t>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(Bi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105" dirty="0">
                <a:latin typeface="Trebuchet MS"/>
                <a:cs typeface="Trebuchet MS"/>
              </a:rPr>
              <a:t>a</a:t>
            </a:r>
            <a:r>
              <a:rPr sz="2000" spc="-30" dirty="0">
                <a:latin typeface="Trebuchet MS"/>
                <a:cs typeface="Trebuchet MS"/>
              </a:rPr>
              <a:t>r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80" dirty="0">
                <a:latin typeface="Trebuchet MS"/>
                <a:cs typeface="Trebuchet MS"/>
              </a:rPr>
              <a:t> S</a:t>
            </a:r>
            <a:r>
              <a:rPr sz="2000" spc="-90" dirty="0">
                <a:latin typeface="Trebuchet MS"/>
                <a:cs typeface="Trebuchet MS"/>
              </a:rPr>
              <a:t>y</a:t>
            </a:r>
            <a:r>
              <a:rPr sz="2000" spc="-140" dirty="0">
                <a:latin typeface="Trebuchet MS"/>
                <a:cs typeface="Trebuchet MS"/>
              </a:rPr>
              <a:t>m</a:t>
            </a:r>
            <a:r>
              <a:rPr sz="2000" spc="-85" dirty="0">
                <a:latin typeface="Trebuchet MS"/>
                <a:cs typeface="Trebuchet MS"/>
              </a:rPr>
              <a:t>b</a:t>
            </a:r>
            <a:r>
              <a:rPr sz="2000" spc="-95" dirty="0">
                <a:latin typeface="Trebuchet MS"/>
                <a:cs typeface="Trebuchet MS"/>
              </a:rPr>
              <a:t>ol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-114" dirty="0">
                <a:latin typeface="Trebuchet MS"/>
                <a:cs typeface="Trebuchet MS"/>
              </a:rPr>
              <a:t>c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Sub</a:t>
            </a:r>
            <a:r>
              <a:rPr sz="2000" spc="-40" dirty="0">
                <a:latin typeface="Trebuchet MS"/>
                <a:cs typeface="Trebuchet MS"/>
              </a:rPr>
              <a:t>r</a:t>
            </a:r>
            <a:r>
              <a:rPr sz="2000" spc="-70" dirty="0">
                <a:latin typeface="Trebuchet MS"/>
                <a:cs typeface="Trebuchet MS"/>
              </a:rPr>
              <a:t>ou</a:t>
            </a:r>
            <a:r>
              <a:rPr sz="2000" spc="-45" dirty="0">
                <a:latin typeface="Trebuchet MS"/>
                <a:cs typeface="Trebuchet MS"/>
              </a:rPr>
              <a:t>t</a:t>
            </a:r>
            <a:r>
              <a:rPr sz="2000" spc="-145" dirty="0">
                <a:latin typeface="Trebuchet MS"/>
                <a:cs typeface="Trebuchet MS"/>
              </a:rPr>
              <a:t>i</a:t>
            </a:r>
            <a:r>
              <a:rPr sz="2000" spc="-105" dirty="0">
                <a:latin typeface="Trebuchet MS"/>
                <a:cs typeface="Trebuchet MS"/>
              </a:rPr>
              <a:t>ne)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Loader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8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30" dirty="0">
                <a:latin typeface="Trebuchet MS"/>
                <a:cs typeface="Trebuchet MS"/>
              </a:rPr>
              <a:t>M</a:t>
            </a:r>
            <a:r>
              <a:rPr sz="2000" spc="-35" dirty="0">
                <a:latin typeface="Trebuchet MS"/>
                <a:cs typeface="Trebuchet MS"/>
              </a:rPr>
              <a:t>a</a:t>
            </a:r>
            <a:r>
              <a:rPr sz="2000" spc="-130" dirty="0">
                <a:latin typeface="Trebuchet MS"/>
                <a:cs typeface="Trebuchet MS"/>
              </a:rPr>
              <a:t>n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</a:t>
            </a:r>
            <a:r>
              <a:rPr sz="2000" spc="-85" dirty="0">
                <a:latin typeface="Trebuchet MS"/>
                <a:cs typeface="Trebuchet MS"/>
              </a:rPr>
              <a:t>r</a:t>
            </a:r>
            <a:r>
              <a:rPr sz="2000" spc="-70" dirty="0">
                <a:latin typeface="Trebuchet MS"/>
                <a:cs typeface="Trebuchet MS"/>
              </a:rPr>
              <a:t>ocedu</a:t>
            </a:r>
            <a:r>
              <a:rPr sz="2000" spc="-90" dirty="0">
                <a:latin typeface="Trebuchet MS"/>
                <a:cs typeface="Trebuchet MS"/>
              </a:rPr>
              <a:t>r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se</a:t>
            </a:r>
            <a:r>
              <a:rPr sz="2000" spc="-120" dirty="0">
                <a:latin typeface="Trebuchet MS"/>
                <a:cs typeface="Trebuchet MS"/>
              </a:rPr>
              <a:t>g</a:t>
            </a:r>
            <a:r>
              <a:rPr sz="2000" spc="-125" dirty="0">
                <a:latin typeface="Trebuchet MS"/>
                <a:cs typeface="Trebuchet MS"/>
              </a:rPr>
              <a:t>me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85" dirty="0">
                <a:latin typeface="Trebuchet MS"/>
                <a:cs typeface="Trebuchet MS"/>
              </a:rPr>
              <a:t>ts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b</a:t>
            </a:r>
            <a:r>
              <a:rPr sz="2000" spc="-95" dirty="0">
                <a:latin typeface="Trebuchet MS"/>
                <a:cs typeface="Trebuchet MS"/>
              </a:rPr>
              <a:t>u</a:t>
            </a:r>
            <a:r>
              <a:rPr sz="2000" spc="-130" dirty="0">
                <a:latin typeface="Trebuchet MS"/>
                <a:cs typeface="Trebuchet MS"/>
              </a:rPr>
              <a:t>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1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se</a:t>
            </a:r>
            <a:r>
              <a:rPr sz="2000" spc="-120" dirty="0">
                <a:latin typeface="Trebuchet MS"/>
                <a:cs typeface="Trebuchet MS"/>
              </a:rPr>
              <a:t>g</a:t>
            </a:r>
            <a:r>
              <a:rPr sz="2000" spc="-125" dirty="0">
                <a:latin typeface="Trebuchet MS"/>
                <a:cs typeface="Trebuchet MS"/>
              </a:rPr>
              <a:t>me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130" dirty="0">
                <a:latin typeface="Trebuchet MS"/>
                <a:cs typeface="Trebuchet MS"/>
              </a:rPr>
              <a:t>t</a:t>
            </a:r>
            <a:endParaRPr sz="2000">
              <a:latin typeface="Trebuchet MS"/>
              <a:cs typeface="Trebuchet MS"/>
            </a:endParaRPr>
          </a:p>
          <a:p>
            <a:pPr marL="698500" marR="5080" lvl="1" indent="-228600">
              <a:lnSpc>
                <a:spcPct val="120000"/>
              </a:lnSpc>
              <a:spcBef>
                <a:spcPts val="495"/>
              </a:spcBef>
              <a:buClr>
                <a:srgbClr val="B71E42"/>
              </a:buClr>
              <a:buFont typeface="Wingdings"/>
              <a:buChar char=""/>
              <a:tabLst>
                <a:tab pos="699135" algn="l"/>
              </a:tabLst>
            </a:pPr>
            <a:r>
              <a:rPr sz="2000" spc="-125" dirty="0">
                <a:latin typeface="Trebuchet MS"/>
                <a:cs typeface="Trebuchet MS"/>
              </a:rPr>
              <a:t>Each</a:t>
            </a:r>
            <a:r>
              <a:rPr sz="2000" spc="5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procedure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is</a:t>
            </a:r>
            <a:r>
              <a:rPr sz="2000" spc="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assembled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separately</a:t>
            </a:r>
            <a:r>
              <a:rPr sz="2000" spc="4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,this</a:t>
            </a:r>
            <a:r>
              <a:rPr sz="2000" spc="5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text</a:t>
            </a:r>
            <a:r>
              <a:rPr sz="2000" spc="55" dirty="0">
                <a:latin typeface="Trebuchet MS"/>
                <a:cs typeface="Trebuchet MS"/>
              </a:rPr>
              <a:t> 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relocation</a:t>
            </a:r>
            <a:r>
              <a:rPr sz="2000" spc="5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information </a:t>
            </a:r>
            <a:r>
              <a:rPr sz="2000" spc="-58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inter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segment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references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is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passed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loader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43484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0" dirty="0">
                <a:solidFill>
                  <a:srgbClr val="000000"/>
                </a:solidFill>
              </a:rPr>
              <a:t>RELOCATING</a:t>
            </a:r>
            <a:r>
              <a:rPr spc="-155" dirty="0">
                <a:solidFill>
                  <a:srgbClr val="000000"/>
                </a:solidFill>
              </a:rPr>
              <a:t> </a:t>
            </a:r>
            <a:r>
              <a:rPr spc="125" dirty="0">
                <a:solidFill>
                  <a:srgbClr val="000000"/>
                </a:solidFill>
              </a:rPr>
              <a:t>LOADERS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C9B5D23E-47C0-4580-B879-F886DDC63209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904492" y="1463776"/>
            <a:ext cx="8321675" cy="401447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840"/>
              </a:spcBef>
              <a:buClr>
                <a:srgbClr val="B71E42"/>
              </a:buClr>
              <a:buFont typeface="Arial MT"/>
              <a:buChar char="•"/>
              <a:tabLst>
                <a:tab pos="285115" algn="l"/>
                <a:tab pos="285750" algn="l"/>
              </a:tabLst>
            </a:pPr>
            <a:r>
              <a:rPr sz="2000" spc="-30" dirty="0">
                <a:latin typeface="Trebuchet MS"/>
                <a:cs typeface="Trebuchet MS"/>
              </a:rPr>
              <a:t>B</a:t>
            </a:r>
            <a:r>
              <a:rPr sz="2000" spc="-35" dirty="0">
                <a:latin typeface="Trebuchet MS"/>
                <a:cs typeface="Trebuchet MS"/>
              </a:rPr>
              <a:t>S</a:t>
            </a:r>
            <a:r>
              <a:rPr sz="2000" spc="-45" dirty="0">
                <a:latin typeface="Trebuchet MS"/>
                <a:cs typeface="Trebuchet MS"/>
              </a:rPr>
              <a:t>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(Bi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105" dirty="0">
                <a:latin typeface="Trebuchet MS"/>
                <a:cs typeface="Trebuchet MS"/>
              </a:rPr>
              <a:t>a</a:t>
            </a:r>
            <a:r>
              <a:rPr sz="2000" spc="-30" dirty="0">
                <a:latin typeface="Trebuchet MS"/>
                <a:cs typeface="Trebuchet MS"/>
              </a:rPr>
              <a:t>r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80" dirty="0">
                <a:latin typeface="Trebuchet MS"/>
                <a:cs typeface="Trebuchet MS"/>
              </a:rPr>
              <a:t> S</a:t>
            </a:r>
            <a:r>
              <a:rPr sz="2000" spc="-90" dirty="0">
                <a:latin typeface="Trebuchet MS"/>
                <a:cs typeface="Trebuchet MS"/>
              </a:rPr>
              <a:t>y</a:t>
            </a:r>
            <a:r>
              <a:rPr sz="2000" spc="-140" dirty="0">
                <a:latin typeface="Trebuchet MS"/>
                <a:cs typeface="Trebuchet MS"/>
              </a:rPr>
              <a:t>m</a:t>
            </a:r>
            <a:r>
              <a:rPr sz="2000" spc="-85" dirty="0">
                <a:latin typeface="Trebuchet MS"/>
                <a:cs typeface="Trebuchet MS"/>
              </a:rPr>
              <a:t>b</a:t>
            </a:r>
            <a:r>
              <a:rPr sz="2000" spc="-95" dirty="0">
                <a:latin typeface="Trebuchet MS"/>
                <a:cs typeface="Trebuchet MS"/>
              </a:rPr>
              <a:t>ol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-114" dirty="0">
                <a:latin typeface="Trebuchet MS"/>
                <a:cs typeface="Trebuchet MS"/>
              </a:rPr>
              <a:t>c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Sub</a:t>
            </a:r>
            <a:r>
              <a:rPr sz="2000" spc="-40" dirty="0">
                <a:latin typeface="Trebuchet MS"/>
                <a:cs typeface="Trebuchet MS"/>
              </a:rPr>
              <a:t>r</a:t>
            </a:r>
            <a:r>
              <a:rPr sz="2000" spc="-70" dirty="0">
                <a:latin typeface="Trebuchet MS"/>
                <a:cs typeface="Trebuchet MS"/>
              </a:rPr>
              <a:t>ou</a:t>
            </a:r>
            <a:r>
              <a:rPr sz="2000" spc="-45" dirty="0">
                <a:latin typeface="Trebuchet MS"/>
                <a:cs typeface="Trebuchet MS"/>
              </a:rPr>
              <a:t>t</a:t>
            </a:r>
            <a:r>
              <a:rPr sz="2000" spc="-145" dirty="0">
                <a:latin typeface="Trebuchet MS"/>
                <a:cs typeface="Trebuchet MS"/>
              </a:rPr>
              <a:t>i</a:t>
            </a:r>
            <a:r>
              <a:rPr sz="2000" spc="-105" dirty="0">
                <a:latin typeface="Trebuchet MS"/>
                <a:cs typeface="Trebuchet MS"/>
              </a:rPr>
              <a:t>ne)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Loader</a:t>
            </a:r>
            <a:endParaRPr sz="2000">
              <a:latin typeface="Trebuchet MS"/>
              <a:cs typeface="Trebuchet MS"/>
            </a:endParaRPr>
          </a:p>
          <a:p>
            <a:pPr marL="561340" lvl="1" indent="-275590">
              <a:lnSpc>
                <a:spcPct val="100000"/>
              </a:lnSpc>
              <a:spcBef>
                <a:spcPts val="745"/>
              </a:spcBef>
              <a:buClr>
                <a:srgbClr val="B71E42"/>
              </a:buClr>
              <a:buFont typeface="Wingdings"/>
              <a:buChar char=""/>
              <a:tabLst>
                <a:tab pos="561975" algn="l"/>
              </a:tabLst>
            </a:pPr>
            <a:r>
              <a:rPr sz="2000" spc="-130" dirty="0">
                <a:latin typeface="Trebuchet MS"/>
                <a:cs typeface="Trebuchet MS"/>
              </a:rPr>
              <a:t>Text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produced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by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assembler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prefixed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by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transfer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vector</a:t>
            </a:r>
            <a:endParaRPr sz="2000">
              <a:latin typeface="Trebuchet MS"/>
              <a:cs typeface="Trebuchet MS"/>
            </a:endParaRPr>
          </a:p>
          <a:p>
            <a:pPr marL="561340" marR="680720" lvl="1" indent="-274955">
              <a:lnSpc>
                <a:spcPct val="110100"/>
              </a:lnSpc>
              <a:spcBef>
                <a:spcPts val="490"/>
              </a:spcBef>
              <a:buClr>
                <a:srgbClr val="B71E42"/>
              </a:buClr>
              <a:buFont typeface="Wingdings"/>
              <a:buChar char=""/>
              <a:tabLst>
                <a:tab pos="561975" algn="l"/>
              </a:tabLst>
            </a:pPr>
            <a:r>
              <a:rPr sz="2000" spc="-114" dirty="0">
                <a:latin typeface="Trebuchet MS"/>
                <a:cs typeface="Trebuchet MS"/>
              </a:rPr>
              <a:t>Transfer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vector-consist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addresses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containing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names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subroutines </a:t>
            </a:r>
            <a:r>
              <a:rPr sz="2000" spc="-58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r</a:t>
            </a:r>
            <a:r>
              <a:rPr sz="2000" spc="-220" dirty="0">
                <a:latin typeface="Trebuchet MS"/>
                <a:cs typeface="Trebuchet MS"/>
              </a:rPr>
              <a:t>e</a:t>
            </a:r>
            <a:r>
              <a:rPr sz="2000" spc="-170" dirty="0">
                <a:latin typeface="Trebuchet MS"/>
                <a:cs typeface="Trebuchet MS"/>
              </a:rPr>
              <a:t>f</a:t>
            </a:r>
            <a:r>
              <a:rPr sz="2000" spc="-70" dirty="0">
                <a:latin typeface="Trebuchet MS"/>
                <a:cs typeface="Trebuchet MS"/>
              </a:rPr>
              <a:t>e</a:t>
            </a:r>
            <a:r>
              <a:rPr sz="2000" spc="-90" dirty="0">
                <a:latin typeface="Trebuchet MS"/>
                <a:cs typeface="Trebuchet MS"/>
              </a:rPr>
              <a:t>r</a:t>
            </a:r>
            <a:r>
              <a:rPr sz="2000" spc="-114" dirty="0">
                <a:latin typeface="Trebuchet MS"/>
                <a:cs typeface="Trebuchet MS"/>
              </a:rPr>
              <a:t>enced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b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sou</a:t>
            </a:r>
            <a:r>
              <a:rPr sz="2000" spc="-70" dirty="0">
                <a:latin typeface="Trebuchet MS"/>
                <a:cs typeface="Trebuchet MS"/>
              </a:rPr>
              <a:t>r</a:t>
            </a:r>
            <a:r>
              <a:rPr sz="2000" spc="-125" dirty="0">
                <a:latin typeface="Trebuchet MS"/>
                <a:cs typeface="Trebuchet MS"/>
              </a:rPr>
              <a:t>ce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</a:t>
            </a:r>
            <a:r>
              <a:rPr sz="2000" spc="-85" dirty="0">
                <a:latin typeface="Trebuchet MS"/>
                <a:cs typeface="Trebuchet MS"/>
              </a:rPr>
              <a:t>r</a:t>
            </a:r>
            <a:r>
              <a:rPr sz="2000" spc="-40" dirty="0">
                <a:latin typeface="Trebuchet MS"/>
                <a:cs typeface="Trebuchet MS"/>
              </a:rPr>
              <a:t>ogr</a:t>
            </a:r>
            <a:r>
              <a:rPr sz="2000" spc="-160" dirty="0">
                <a:latin typeface="Trebuchet MS"/>
                <a:cs typeface="Trebuchet MS"/>
              </a:rPr>
              <a:t>am</a:t>
            </a:r>
            <a:endParaRPr sz="2000">
              <a:latin typeface="Trebuchet MS"/>
              <a:cs typeface="Trebuchet MS"/>
            </a:endParaRPr>
          </a:p>
          <a:p>
            <a:pPr marL="561340" lvl="1" indent="-275590">
              <a:lnSpc>
                <a:spcPct val="100000"/>
              </a:lnSpc>
              <a:spcBef>
                <a:spcPts val="745"/>
              </a:spcBef>
              <a:buClr>
                <a:srgbClr val="B71E42"/>
              </a:buClr>
              <a:buFont typeface="Wingdings"/>
              <a:buChar char=""/>
              <a:tabLst>
                <a:tab pos="561975" algn="l"/>
              </a:tabLst>
            </a:pPr>
            <a:r>
              <a:rPr sz="2000" spc="30" dirty="0">
                <a:latin typeface="Trebuchet MS"/>
                <a:cs typeface="Trebuchet MS"/>
              </a:rPr>
              <a:t>A</a:t>
            </a:r>
            <a:r>
              <a:rPr sz="2000" dirty="0">
                <a:latin typeface="Trebuchet MS"/>
                <a:cs typeface="Trebuchet MS"/>
              </a:rPr>
              <a:t>d</a:t>
            </a:r>
            <a:r>
              <a:rPr sz="2000" spc="-120" dirty="0">
                <a:latin typeface="Trebuchet MS"/>
                <a:cs typeface="Trebuchet MS"/>
              </a:rPr>
              <a:t>di</a:t>
            </a:r>
            <a:r>
              <a:rPr sz="2000" spc="-110" dirty="0">
                <a:latin typeface="Trebuchet MS"/>
                <a:cs typeface="Trebuchet MS"/>
              </a:rPr>
              <a:t>t</a:t>
            </a:r>
            <a:r>
              <a:rPr sz="2000" spc="-65" dirty="0">
                <a:latin typeface="Trebuchet MS"/>
                <a:cs typeface="Trebuchet MS"/>
              </a:rPr>
              <a:t>io</a:t>
            </a:r>
            <a:r>
              <a:rPr sz="2000" spc="-75" dirty="0">
                <a:latin typeface="Trebuchet MS"/>
                <a:cs typeface="Trebuchet MS"/>
              </a:rPr>
              <a:t>n</a:t>
            </a:r>
            <a:r>
              <a:rPr sz="2000" spc="-175" dirty="0">
                <a:latin typeface="Trebuchet MS"/>
                <a:cs typeface="Trebuchet MS"/>
              </a:rPr>
              <a:t>al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260" dirty="0">
                <a:latin typeface="Trebuchet MS"/>
                <a:cs typeface="Trebuchet MS"/>
              </a:rPr>
              <a:t>f</a:t>
            </a:r>
            <a:r>
              <a:rPr sz="2000" spc="-85" dirty="0">
                <a:latin typeface="Trebuchet MS"/>
                <a:cs typeface="Trebuchet MS"/>
              </a:rPr>
              <a:t>orma</a:t>
            </a:r>
            <a:r>
              <a:rPr sz="2000" spc="-75" dirty="0">
                <a:latin typeface="Trebuchet MS"/>
                <a:cs typeface="Trebuchet MS"/>
              </a:rPr>
              <a:t>t</a:t>
            </a:r>
            <a:r>
              <a:rPr sz="2000" spc="-65" dirty="0">
                <a:latin typeface="Trebuchet MS"/>
                <a:cs typeface="Trebuchet MS"/>
              </a:rPr>
              <a:t>io</a:t>
            </a:r>
            <a:r>
              <a:rPr sz="2000" spc="-80" dirty="0">
                <a:latin typeface="Trebuchet MS"/>
                <a:cs typeface="Trebuchet MS"/>
              </a:rPr>
              <a:t>n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</a:t>
            </a:r>
            <a:r>
              <a:rPr sz="2000" spc="-85" dirty="0">
                <a:latin typeface="Trebuchet MS"/>
                <a:cs typeface="Trebuchet MS"/>
              </a:rPr>
              <a:t>r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110" dirty="0">
                <a:latin typeface="Trebuchet MS"/>
                <a:cs typeface="Trebuchet MS"/>
              </a:rPr>
              <a:t>vided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loade</a:t>
            </a:r>
            <a:r>
              <a:rPr sz="2000" dirty="0">
                <a:latin typeface="Trebuchet MS"/>
                <a:cs typeface="Trebuchet MS"/>
              </a:rPr>
              <a:t>r</a:t>
            </a:r>
            <a:r>
              <a:rPr sz="2000" spc="-295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960755" lvl="2" indent="-273685">
              <a:lnSpc>
                <a:spcPct val="100000"/>
              </a:lnSpc>
              <a:spcBef>
                <a:spcPts val="745"/>
              </a:spcBef>
              <a:buClr>
                <a:srgbClr val="B71E42"/>
              </a:buClr>
              <a:buFont typeface="Wingdings"/>
              <a:buChar char=""/>
              <a:tabLst>
                <a:tab pos="961390" algn="l"/>
              </a:tabLst>
            </a:pPr>
            <a:r>
              <a:rPr sz="2000" spc="-90" dirty="0">
                <a:latin typeface="Trebuchet MS"/>
                <a:cs typeface="Trebuchet MS"/>
              </a:rPr>
              <a:t>Le</a:t>
            </a:r>
            <a:r>
              <a:rPr sz="2000" spc="-85" dirty="0">
                <a:latin typeface="Trebuchet MS"/>
                <a:cs typeface="Trebuchet MS"/>
              </a:rPr>
              <a:t>n</a:t>
            </a:r>
            <a:r>
              <a:rPr sz="2000" spc="-125" dirty="0">
                <a:latin typeface="Trebuchet MS"/>
                <a:cs typeface="Trebuchet MS"/>
              </a:rPr>
              <a:t>gth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5" dirty="0">
                <a:latin typeface="Trebuchet MS"/>
                <a:cs typeface="Trebuchet MS"/>
              </a:rPr>
              <a:t>h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en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25" dirty="0">
                <a:latin typeface="Trebuchet MS"/>
                <a:cs typeface="Trebuchet MS"/>
              </a:rPr>
              <a:t>r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</a:t>
            </a:r>
            <a:r>
              <a:rPr sz="2000" spc="-85" dirty="0">
                <a:latin typeface="Trebuchet MS"/>
                <a:cs typeface="Trebuchet MS"/>
              </a:rPr>
              <a:t>r</a:t>
            </a:r>
            <a:r>
              <a:rPr sz="2000" spc="-40" dirty="0">
                <a:latin typeface="Trebuchet MS"/>
                <a:cs typeface="Trebuchet MS"/>
              </a:rPr>
              <a:t>ogr</a:t>
            </a:r>
            <a:r>
              <a:rPr sz="2000" spc="-160" dirty="0">
                <a:latin typeface="Trebuchet MS"/>
                <a:cs typeface="Trebuchet MS"/>
              </a:rPr>
              <a:t>am</a:t>
            </a:r>
            <a:endParaRPr sz="2000">
              <a:latin typeface="Trebuchet MS"/>
              <a:cs typeface="Trebuchet MS"/>
            </a:endParaRPr>
          </a:p>
          <a:p>
            <a:pPr marL="960755" lvl="2" indent="-273685">
              <a:lnSpc>
                <a:spcPct val="100000"/>
              </a:lnSpc>
              <a:spcBef>
                <a:spcPts val="730"/>
              </a:spcBef>
              <a:buClr>
                <a:srgbClr val="B71E42"/>
              </a:buClr>
              <a:buFont typeface="Wingdings"/>
              <a:buChar char=""/>
              <a:tabLst>
                <a:tab pos="961390" algn="l"/>
              </a:tabLst>
            </a:pPr>
            <a:r>
              <a:rPr sz="2000" spc="-90" dirty="0">
                <a:latin typeface="Trebuchet MS"/>
                <a:cs typeface="Trebuchet MS"/>
              </a:rPr>
              <a:t>Le</a:t>
            </a:r>
            <a:r>
              <a:rPr sz="2000" spc="-85" dirty="0">
                <a:latin typeface="Trebuchet MS"/>
                <a:cs typeface="Trebuchet MS"/>
              </a:rPr>
              <a:t>n</a:t>
            </a:r>
            <a:r>
              <a:rPr sz="2000" spc="-125" dirty="0">
                <a:latin typeface="Trebuchet MS"/>
                <a:cs typeface="Trebuchet MS"/>
              </a:rPr>
              <a:t>gth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5" dirty="0">
                <a:latin typeface="Trebuchet MS"/>
                <a:cs typeface="Trebuchet MS"/>
              </a:rPr>
              <a:t>h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transf</a:t>
            </a:r>
            <a:r>
              <a:rPr sz="2000" spc="-60" dirty="0">
                <a:latin typeface="Trebuchet MS"/>
                <a:cs typeface="Trebuchet MS"/>
              </a:rPr>
              <a:t>er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v</a:t>
            </a:r>
            <a:r>
              <a:rPr sz="2000" spc="-65" dirty="0">
                <a:latin typeface="Trebuchet MS"/>
                <a:cs typeface="Trebuchet MS"/>
              </a:rPr>
              <a:t>ector</a:t>
            </a:r>
            <a:endParaRPr sz="2000">
              <a:latin typeface="Trebuchet MS"/>
              <a:cs typeface="Trebuchet MS"/>
            </a:endParaRPr>
          </a:p>
          <a:p>
            <a:pPr marL="285115" marR="5080" indent="-273050">
              <a:lnSpc>
                <a:spcPct val="110000"/>
              </a:lnSpc>
              <a:spcBef>
                <a:spcPts val="1010"/>
              </a:spcBef>
              <a:buClr>
                <a:srgbClr val="B71E42"/>
              </a:buClr>
              <a:buFont typeface="Arial MT"/>
              <a:buChar char="•"/>
              <a:tabLst>
                <a:tab pos="285115" algn="l"/>
                <a:tab pos="285750" algn="l"/>
              </a:tabLst>
            </a:pPr>
            <a:r>
              <a:rPr sz="2000" spc="-70" dirty="0">
                <a:latin typeface="Trebuchet MS"/>
                <a:cs typeface="Trebuchet MS"/>
              </a:rPr>
              <a:t>Loads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segments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after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main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loaded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place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transfer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instruction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 </a:t>
            </a:r>
            <a:r>
              <a:rPr sz="2000" spc="-58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sub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routine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each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entry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transfer</a:t>
            </a:r>
            <a:r>
              <a:rPr sz="2000" spc="-80" dirty="0">
                <a:latin typeface="Trebuchet MS"/>
                <a:cs typeface="Trebuchet MS"/>
              </a:rPr>
              <a:t> vector</a:t>
            </a:r>
            <a:endParaRPr sz="2000">
              <a:latin typeface="Trebuchet MS"/>
              <a:cs typeface="Trebuchet MS"/>
            </a:endParaRPr>
          </a:p>
          <a:p>
            <a:pPr marL="285115" indent="-273050">
              <a:lnSpc>
                <a:spcPct val="100000"/>
              </a:lnSpc>
              <a:spcBef>
                <a:spcPts val="1235"/>
              </a:spcBef>
              <a:buClr>
                <a:srgbClr val="B71E42"/>
              </a:buClr>
              <a:buFont typeface="Arial MT"/>
              <a:buChar char="•"/>
              <a:tabLst>
                <a:tab pos="285115" algn="l"/>
                <a:tab pos="285750" algn="l"/>
              </a:tabLst>
            </a:pPr>
            <a:r>
              <a:rPr sz="2000" spc="-110" dirty="0">
                <a:latin typeface="Trebuchet MS"/>
                <a:cs typeface="Trebuchet MS"/>
              </a:rPr>
              <a:t>Scheme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used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with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direct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address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instruction </a:t>
            </a:r>
            <a:r>
              <a:rPr sz="2000" spc="-110" dirty="0">
                <a:latin typeface="Trebuchet MS"/>
                <a:cs typeface="Trebuchet MS"/>
              </a:rPr>
              <a:t>format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1547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0" dirty="0">
                <a:solidFill>
                  <a:srgbClr val="000000"/>
                </a:solidFill>
              </a:rPr>
              <a:t>LINKERS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523B6DCC-E200-4625-89D0-6D66137BA077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2069083"/>
            <a:ext cx="5507355" cy="1317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65" dirty="0">
                <a:latin typeface="Trebuchet MS"/>
                <a:cs typeface="Trebuchet MS"/>
              </a:rPr>
              <a:t>Inserts </a:t>
            </a:r>
            <a:r>
              <a:rPr sz="2000" spc="-80" dirty="0">
                <a:latin typeface="Trebuchet MS"/>
                <a:cs typeface="Trebuchet MS"/>
              </a:rPr>
              <a:t>code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resolve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</a:t>
            </a:r>
            <a:r>
              <a:rPr sz="2000" spc="-90" dirty="0">
                <a:latin typeface="Trebuchet MS"/>
                <a:cs typeface="Trebuchet MS"/>
              </a:rPr>
              <a:t> library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references.</a:t>
            </a:r>
            <a:endParaRPr sz="2000">
              <a:latin typeface="Trebuchet MS"/>
              <a:cs typeface="Trebuchet MS"/>
            </a:endParaRPr>
          </a:p>
          <a:p>
            <a:pPr marL="311150" indent="-299085">
              <a:lnSpc>
                <a:spcPct val="100000"/>
              </a:lnSpc>
              <a:spcBef>
                <a:spcPts val="1475"/>
              </a:spcBef>
              <a:buClr>
                <a:srgbClr val="B71E42"/>
              </a:buClr>
              <a:buFont typeface="Arial MT"/>
              <a:buChar char="•"/>
              <a:tabLst>
                <a:tab pos="311150" algn="l"/>
                <a:tab pos="311785" algn="l"/>
              </a:tabLst>
            </a:pPr>
            <a:r>
              <a:rPr sz="2000" spc="-25" dirty="0">
                <a:latin typeface="Trebuchet MS"/>
                <a:cs typeface="Trebuchet MS"/>
              </a:rPr>
              <a:t>Comb</a:t>
            </a:r>
            <a:r>
              <a:rPr sz="2000" spc="-10" dirty="0">
                <a:latin typeface="Trebuchet MS"/>
                <a:cs typeface="Trebuchet MS"/>
              </a:rPr>
              <a:t>i</a:t>
            </a:r>
            <a:r>
              <a:rPr sz="2000" spc="-90" dirty="0">
                <a:latin typeface="Trebuchet MS"/>
                <a:cs typeface="Trebuchet MS"/>
              </a:rPr>
              <a:t>nes </a:t>
            </a:r>
            <a:r>
              <a:rPr sz="2000" spc="-140" dirty="0">
                <a:latin typeface="Trebuchet MS"/>
                <a:cs typeface="Trebuchet MS"/>
              </a:rPr>
              <a:t>ob</a:t>
            </a:r>
            <a:r>
              <a:rPr sz="2000" spc="-90" dirty="0">
                <a:latin typeface="Trebuchet MS"/>
                <a:cs typeface="Trebuchet MS"/>
              </a:rPr>
              <a:t>j</a:t>
            </a:r>
            <a:r>
              <a:rPr sz="2000" spc="-125" dirty="0">
                <a:latin typeface="Trebuchet MS"/>
                <a:cs typeface="Trebuchet MS"/>
              </a:rPr>
              <a:t>ect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modu</a:t>
            </a:r>
            <a:r>
              <a:rPr sz="2000" spc="-40" dirty="0">
                <a:latin typeface="Trebuchet MS"/>
                <a:cs typeface="Trebuchet MS"/>
              </a:rPr>
              <a:t>l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an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e</a:t>
            </a:r>
            <a:r>
              <a:rPr sz="2000" spc="-120" dirty="0">
                <a:latin typeface="Trebuchet MS"/>
                <a:cs typeface="Trebuchet MS"/>
              </a:rPr>
              <a:t>x</a:t>
            </a:r>
            <a:r>
              <a:rPr sz="2000" spc="-125" dirty="0">
                <a:latin typeface="Trebuchet MS"/>
                <a:cs typeface="Trebuchet MS"/>
              </a:rPr>
              <a:t>ecu</a:t>
            </a:r>
            <a:r>
              <a:rPr sz="2000" spc="-90" dirty="0">
                <a:latin typeface="Trebuchet MS"/>
                <a:cs typeface="Trebuchet MS"/>
              </a:rPr>
              <a:t>t</a:t>
            </a:r>
            <a:r>
              <a:rPr sz="2000" spc="-185" dirty="0">
                <a:latin typeface="Trebuchet MS"/>
                <a:cs typeface="Trebuchet MS"/>
              </a:rPr>
              <a:t>ab</a:t>
            </a:r>
            <a:r>
              <a:rPr sz="2000" spc="-95" dirty="0">
                <a:latin typeface="Trebuchet MS"/>
                <a:cs typeface="Trebuchet MS"/>
              </a:rPr>
              <a:t>l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210" dirty="0">
                <a:latin typeface="Trebuchet MS"/>
                <a:cs typeface="Trebuchet MS"/>
              </a:rPr>
              <a:t>f</a:t>
            </a:r>
            <a:r>
              <a:rPr sz="2000" spc="-160" dirty="0">
                <a:latin typeface="Trebuchet MS"/>
                <a:cs typeface="Trebuchet MS"/>
              </a:rPr>
              <a:t>i</a:t>
            </a:r>
            <a:r>
              <a:rPr sz="2000" spc="-105" dirty="0">
                <a:latin typeface="Trebuchet MS"/>
                <a:cs typeface="Trebuchet MS"/>
              </a:rPr>
              <a:t>l</a:t>
            </a:r>
            <a:r>
              <a:rPr sz="2000" spc="-150" dirty="0">
                <a:latin typeface="Trebuchet MS"/>
                <a:cs typeface="Trebuchet MS"/>
              </a:rPr>
              <a:t>e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285115" indent="-273050">
              <a:lnSpc>
                <a:spcPct val="100000"/>
              </a:lnSpc>
              <a:spcBef>
                <a:spcPts val="1490"/>
              </a:spcBef>
              <a:buClr>
                <a:srgbClr val="B71E42"/>
              </a:buClr>
              <a:buFont typeface="Arial MT"/>
              <a:buChar char="•"/>
              <a:tabLst>
                <a:tab pos="285115" algn="l"/>
                <a:tab pos="285750" algn="l"/>
              </a:tabLst>
            </a:pPr>
            <a:r>
              <a:rPr sz="2000" spc="-30" dirty="0">
                <a:latin typeface="Trebuchet MS"/>
                <a:cs typeface="Trebuchet MS"/>
              </a:rPr>
              <a:t>Autom</a:t>
            </a:r>
            <a:r>
              <a:rPr sz="2000" spc="-135" dirty="0">
                <a:latin typeface="Trebuchet MS"/>
                <a:cs typeface="Trebuchet MS"/>
              </a:rPr>
              <a:t>ati</a:t>
            </a:r>
            <a:r>
              <a:rPr sz="2000" spc="-175" dirty="0">
                <a:latin typeface="Trebuchet MS"/>
                <a:cs typeface="Trebuchet MS"/>
              </a:rPr>
              <a:t>c</a:t>
            </a:r>
            <a:r>
              <a:rPr sz="2000" spc="-185" dirty="0">
                <a:latin typeface="Trebuchet MS"/>
                <a:cs typeface="Trebuchet MS"/>
              </a:rPr>
              <a:t>al</a:t>
            </a:r>
            <a:r>
              <a:rPr sz="2000" spc="-165" dirty="0">
                <a:latin typeface="Trebuchet MS"/>
                <a:cs typeface="Trebuchet MS"/>
              </a:rPr>
              <a:t>l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called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b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5" dirty="0">
                <a:latin typeface="Trebuchet MS"/>
                <a:cs typeface="Trebuchet MS"/>
              </a:rPr>
              <a:t>h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comp</a:t>
            </a:r>
            <a:r>
              <a:rPr sz="2000" spc="-45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le</a:t>
            </a:r>
            <a:r>
              <a:rPr sz="2000" spc="-190" dirty="0">
                <a:latin typeface="Trebuchet MS"/>
                <a:cs typeface="Trebuchet MS"/>
              </a:rPr>
              <a:t>r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TYPES</a:t>
            </a:r>
            <a:r>
              <a:rPr spc="-105" dirty="0"/>
              <a:t> </a:t>
            </a:r>
            <a:r>
              <a:rPr spc="155" dirty="0"/>
              <a:t>OF</a:t>
            </a:r>
            <a:r>
              <a:rPr spc="-120" dirty="0"/>
              <a:t> </a:t>
            </a:r>
            <a:r>
              <a:rPr spc="60" dirty="0"/>
              <a:t>LINKERS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5710868B-0059-4E40-93DC-B2040C336472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1245639"/>
            <a:ext cx="5471795" cy="381444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80"/>
              </a:spcBef>
              <a:buClr>
                <a:srgbClr val="B71E42"/>
              </a:buClr>
              <a:buFont typeface="Wingdings"/>
              <a:buChar char=""/>
              <a:tabLst>
                <a:tab pos="241300" algn="l"/>
              </a:tabLst>
            </a:pPr>
            <a:r>
              <a:rPr sz="2000" spc="-125" dirty="0">
                <a:latin typeface="Trebuchet MS"/>
                <a:cs typeface="Trebuchet MS"/>
              </a:rPr>
              <a:t>Static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L</a:t>
            </a:r>
            <a:r>
              <a:rPr sz="2000" spc="-55" dirty="0">
                <a:latin typeface="Trebuchet MS"/>
                <a:cs typeface="Trebuchet MS"/>
              </a:rPr>
              <a:t>i</a:t>
            </a:r>
            <a:r>
              <a:rPr sz="2000" spc="-75" dirty="0">
                <a:latin typeface="Trebuchet MS"/>
                <a:cs typeface="Trebuchet MS"/>
              </a:rPr>
              <a:t>n</a:t>
            </a:r>
            <a:r>
              <a:rPr sz="2000" spc="-125" dirty="0">
                <a:latin typeface="Trebuchet MS"/>
                <a:cs typeface="Trebuchet MS"/>
              </a:rPr>
              <a:t>k</a:t>
            </a:r>
            <a:r>
              <a:rPr sz="2000" spc="-60" dirty="0">
                <a:latin typeface="Trebuchet MS"/>
                <a:cs typeface="Trebuchet MS"/>
              </a:rPr>
              <a:t>er</a:t>
            </a:r>
            <a:endParaRPr sz="2000">
              <a:latin typeface="Trebuchet MS"/>
              <a:cs typeface="Trebuchet MS"/>
            </a:endParaRPr>
          </a:p>
          <a:p>
            <a:pPr marL="1196340" lvl="1" indent="-270510">
              <a:lnSpc>
                <a:spcPct val="100000"/>
              </a:lnSpc>
              <a:spcBef>
                <a:spcPts val="965"/>
              </a:spcBef>
              <a:buClr>
                <a:srgbClr val="B71E42"/>
              </a:buClr>
              <a:buFont typeface="Wingdings"/>
              <a:buChar char=""/>
              <a:tabLst>
                <a:tab pos="1196340" algn="l"/>
                <a:tab pos="1196975" algn="l"/>
              </a:tabLst>
            </a:pPr>
            <a:r>
              <a:rPr sz="1800" spc="-60" dirty="0">
                <a:latin typeface="Trebuchet MS"/>
                <a:cs typeface="Trebuchet MS"/>
              </a:rPr>
              <a:t>After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compilation,</a:t>
            </a:r>
            <a:r>
              <a:rPr sz="1800" spc="-2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before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execution.</a:t>
            </a:r>
            <a:endParaRPr sz="1800">
              <a:latin typeface="Trebuchet MS"/>
              <a:cs typeface="Trebuchet MS"/>
            </a:endParaRPr>
          </a:p>
          <a:p>
            <a:pPr marL="1219200" lvl="1" indent="-293370">
              <a:lnSpc>
                <a:spcPct val="100000"/>
              </a:lnSpc>
              <a:spcBef>
                <a:spcPts val="925"/>
              </a:spcBef>
              <a:buClr>
                <a:srgbClr val="B71E42"/>
              </a:buClr>
              <a:buFont typeface="Wingdings"/>
              <a:buChar char=""/>
              <a:tabLst>
                <a:tab pos="1219200" algn="l"/>
                <a:tab pos="1219835" algn="l"/>
              </a:tabLst>
            </a:pPr>
            <a:r>
              <a:rPr sz="1800" spc="-65" dirty="0">
                <a:latin typeface="Trebuchet MS"/>
                <a:cs typeface="Trebuchet MS"/>
              </a:rPr>
              <a:t>Requi</a:t>
            </a:r>
            <a:r>
              <a:rPr sz="1800" spc="-90" dirty="0">
                <a:latin typeface="Trebuchet MS"/>
                <a:cs typeface="Trebuchet MS"/>
              </a:rPr>
              <a:t>r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mo</a:t>
            </a:r>
            <a:r>
              <a:rPr sz="1800" spc="-35" dirty="0">
                <a:latin typeface="Trebuchet MS"/>
                <a:cs typeface="Trebuchet MS"/>
              </a:rPr>
              <a:t>r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65" dirty="0">
                <a:latin typeface="Trebuchet MS"/>
                <a:cs typeface="Trebuchet MS"/>
              </a:rPr>
              <a:t>is</a:t>
            </a:r>
            <a:r>
              <a:rPr sz="1800" spc="-85" dirty="0">
                <a:latin typeface="Trebuchet MS"/>
                <a:cs typeface="Trebuchet MS"/>
              </a:rPr>
              <a:t>k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sp</a:t>
            </a:r>
            <a:r>
              <a:rPr sz="1800" spc="-120" dirty="0">
                <a:latin typeface="Trebuchet MS"/>
                <a:cs typeface="Trebuchet MS"/>
              </a:rPr>
              <a:t>a</a:t>
            </a:r>
            <a:r>
              <a:rPr sz="1800" spc="-114" dirty="0">
                <a:latin typeface="Trebuchet MS"/>
                <a:cs typeface="Trebuchet MS"/>
              </a:rPr>
              <a:t>ce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and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m</a:t>
            </a:r>
            <a:r>
              <a:rPr sz="1800" spc="-70" dirty="0">
                <a:latin typeface="Trebuchet MS"/>
                <a:cs typeface="Trebuchet MS"/>
              </a:rPr>
              <a:t>em</a:t>
            </a:r>
            <a:r>
              <a:rPr sz="1800" spc="-50" dirty="0">
                <a:latin typeface="Trebuchet MS"/>
                <a:cs typeface="Trebuchet MS"/>
              </a:rPr>
              <a:t>o</a:t>
            </a:r>
            <a:r>
              <a:rPr sz="1800" spc="45" dirty="0">
                <a:latin typeface="Trebuchet MS"/>
                <a:cs typeface="Trebuchet MS"/>
              </a:rPr>
              <a:t>r</a:t>
            </a:r>
            <a:r>
              <a:rPr sz="1800" spc="-245" dirty="0">
                <a:latin typeface="Trebuchet MS"/>
                <a:cs typeface="Trebuchet MS"/>
              </a:rPr>
              <a:t>y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1219200" lvl="1" indent="-293370">
              <a:lnSpc>
                <a:spcPct val="100000"/>
              </a:lnSpc>
              <a:spcBef>
                <a:spcPts val="940"/>
              </a:spcBef>
              <a:buClr>
                <a:srgbClr val="B71E42"/>
              </a:buClr>
              <a:buFont typeface="Wingdings"/>
              <a:buChar char=""/>
              <a:tabLst>
                <a:tab pos="1219200" algn="l"/>
                <a:tab pos="1219835" algn="l"/>
              </a:tabLst>
            </a:pPr>
            <a:r>
              <a:rPr sz="1800" spc="-100" dirty="0">
                <a:latin typeface="Trebuchet MS"/>
                <a:cs typeface="Trebuchet MS"/>
              </a:rPr>
              <a:t>Faste</a:t>
            </a:r>
            <a:r>
              <a:rPr sz="1800" spc="-75" dirty="0">
                <a:latin typeface="Trebuchet MS"/>
                <a:cs typeface="Trebuchet MS"/>
              </a:rPr>
              <a:t>r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m</a:t>
            </a:r>
            <a:r>
              <a:rPr sz="1800" spc="20" dirty="0">
                <a:latin typeface="Trebuchet MS"/>
                <a:cs typeface="Trebuchet MS"/>
              </a:rPr>
              <a:t>o</a:t>
            </a:r>
            <a:r>
              <a:rPr sz="1800" spc="-25" dirty="0">
                <a:latin typeface="Trebuchet MS"/>
                <a:cs typeface="Trebuchet MS"/>
              </a:rPr>
              <a:t>r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po</a:t>
            </a:r>
            <a:r>
              <a:rPr sz="1800" spc="10" dirty="0">
                <a:latin typeface="Trebuchet MS"/>
                <a:cs typeface="Trebuchet MS"/>
              </a:rPr>
              <a:t>r</a:t>
            </a:r>
            <a:r>
              <a:rPr sz="1800" spc="-125" dirty="0">
                <a:latin typeface="Trebuchet MS"/>
                <a:cs typeface="Trebuchet MS"/>
              </a:rPr>
              <a:t>tabl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lr>
                <a:srgbClr val="B71E42"/>
              </a:buClr>
              <a:buFont typeface="Wingdings"/>
              <a:buChar char=""/>
            </a:pPr>
            <a:endParaRPr sz="21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B71E42"/>
              </a:buClr>
              <a:buFont typeface="Wingdings"/>
              <a:buChar char=""/>
            </a:pPr>
            <a:endParaRPr sz="2450">
              <a:latin typeface="Trebuchet MS"/>
              <a:cs typeface="Trebuchet MS"/>
            </a:endParaRPr>
          </a:p>
          <a:p>
            <a:pPr marL="311150" indent="-299085">
              <a:lnSpc>
                <a:spcPct val="100000"/>
              </a:lnSpc>
              <a:spcBef>
                <a:spcPts val="5"/>
              </a:spcBef>
              <a:buClr>
                <a:srgbClr val="B71E42"/>
              </a:buClr>
              <a:buFont typeface="Wingdings"/>
              <a:buChar char=""/>
              <a:tabLst>
                <a:tab pos="311150" algn="l"/>
                <a:tab pos="311785" algn="l"/>
              </a:tabLst>
            </a:pPr>
            <a:r>
              <a:rPr sz="2000" spc="-70" dirty="0">
                <a:latin typeface="Trebuchet MS"/>
                <a:cs typeface="Trebuchet MS"/>
              </a:rPr>
              <a:t>Dynamic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L</a:t>
            </a:r>
            <a:r>
              <a:rPr sz="2000" spc="-55" dirty="0">
                <a:latin typeface="Trebuchet MS"/>
                <a:cs typeface="Trebuchet MS"/>
              </a:rPr>
              <a:t>i</a:t>
            </a:r>
            <a:r>
              <a:rPr sz="2000" spc="-75" dirty="0">
                <a:latin typeface="Trebuchet MS"/>
                <a:cs typeface="Trebuchet MS"/>
              </a:rPr>
              <a:t>n</a:t>
            </a:r>
            <a:r>
              <a:rPr sz="2000" spc="-125" dirty="0">
                <a:latin typeface="Trebuchet MS"/>
                <a:cs typeface="Trebuchet MS"/>
              </a:rPr>
              <a:t>k</a:t>
            </a:r>
            <a:r>
              <a:rPr sz="2000" spc="-60" dirty="0">
                <a:latin typeface="Trebuchet MS"/>
                <a:cs typeface="Trebuchet MS"/>
              </a:rPr>
              <a:t>er</a:t>
            </a:r>
            <a:endParaRPr sz="2000">
              <a:latin typeface="Trebuchet MS"/>
              <a:cs typeface="Trebuchet MS"/>
            </a:endParaRPr>
          </a:p>
          <a:p>
            <a:pPr marL="1219200" lvl="1" indent="-293370">
              <a:lnSpc>
                <a:spcPct val="100000"/>
              </a:lnSpc>
              <a:spcBef>
                <a:spcPts val="955"/>
              </a:spcBef>
              <a:buClr>
                <a:srgbClr val="B71E42"/>
              </a:buClr>
              <a:buFont typeface="Wingdings"/>
              <a:buChar char=""/>
              <a:tabLst>
                <a:tab pos="1219200" algn="l"/>
                <a:tab pos="1219835" algn="l"/>
              </a:tabLst>
            </a:pPr>
            <a:r>
              <a:rPr sz="1800" spc="-70" dirty="0">
                <a:latin typeface="Trebuchet MS"/>
                <a:cs typeface="Trebuchet MS"/>
              </a:rPr>
              <a:t>Resolve </a:t>
            </a:r>
            <a:r>
              <a:rPr sz="1800" spc="-95" dirty="0">
                <a:latin typeface="Trebuchet MS"/>
                <a:cs typeface="Trebuchet MS"/>
              </a:rPr>
              <a:t>external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references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during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execution.</a:t>
            </a:r>
            <a:endParaRPr sz="1800">
              <a:latin typeface="Trebuchet MS"/>
              <a:cs typeface="Trebuchet MS"/>
            </a:endParaRPr>
          </a:p>
          <a:p>
            <a:pPr marL="1219200" lvl="1" indent="-293370">
              <a:lnSpc>
                <a:spcPct val="100000"/>
              </a:lnSpc>
              <a:spcBef>
                <a:spcPts val="940"/>
              </a:spcBef>
              <a:buClr>
                <a:srgbClr val="B71E42"/>
              </a:buClr>
              <a:buFont typeface="Wingdings"/>
              <a:buChar char=""/>
              <a:tabLst>
                <a:tab pos="1219200" algn="l"/>
                <a:tab pos="1219835" algn="l"/>
              </a:tabLst>
            </a:pPr>
            <a:r>
              <a:rPr sz="1800" spc="-80" dirty="0">
                <a:latin typeface="Trebuchet MS"/>
                <a:cs typeface="Trebuchet MS"/>
              </a:rPr>
              <a:t>Require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less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disk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space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memory.</a:t>
            </a:r>
            <a:endParaRPr sz="1800">
              <a:latin typeface="Trebuchet MS"/>
              <a:cs typeface="Trebuchet MS"/>
            </a:endParaRPr>
          </a:p>
          <a:p>
            <a:pPr marL="1219200" lvl="1" indent="-293370">
              <a:lnSpc>
                <a:spcPct val="100000"/>
              </a:lnSpc>
              <a:spcBef>
                <a:spcPts val="935"/>
              </a:spcBef>
              <a:buClr>
                <a:srgbClr val="B71E42"/>
              </a:buClr>
              <a:buFont typeface="Wingdings"/>
              <a:buChar char=""/>
              <a:tabLst>
                <a:tab pos="1219200" algn="l"/>
                <a:tab pos="1219835" algn="l"/>
              </a:tabLst>
            </a:pPr>
            <a:r>
              <a:rPr sz="1800" spc="-35" dirty="0">
                <a:latin typeface="Trebuchet MS"/>
                <a:cs typeface="Trebuchet MS"/>
              </a:rPr>
              <a:t>E</a:t>
            </a:r>
            <a:r>
              <a:rPr sz="1800" spc="-85" dirty="0">
                <a:latin typeface="Trebuchet MS"/>
                <a:cs typeface="Trebuchet MS"/>
              </a:rPr>
              <a:t>x</a:t>
            </a:r>
            <a:r>
              <a:rPr sz="1800" spc="-105" dirty="0">
                <a:latin typeface="Trebuchet MS"/>
                <a:cs typeface="Trebuchet MS"/>
              </a:rPr>
              <a:t>ecut</a:t>
            </a:r>
            <a:r>
              <a:rPr sz="1800" spc="-60" dirty="0">
                <a:latin typeface="Trebuchet MS"/>
                <a:cs typeface="Trebuchet MS"/>
              </a:rPr>
              <a:t>io</a:t>
            </a:r>
            <a:r>
              <a:rPr sz="1800" spc="-70" dirty="0">
                <a:latin typeface="Trebuchet MS"/>
                <a:cs typeface="Trebuchet MS"/>
              </a:rPr>
              <a:t>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ti</a:t>
            </a:r>
            <a:r>
              <a:rPr sz="1800" spc="-185" dirty="0">
                <a:latin typeface="Trebuchet MS"/>
                <a:cs typeface="Trebuchet MS"/>
              </a:rPr>
              <a:t>m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i</a:t>
            </a:r>
            <a:r>
              <a:rPr sz="1800" spc="-95" dirty="0">
                <a:latin typeface="Trebuchet MS"/>
                <a:cs typeface="Trebuchet MS"/>
              </a:rPr>
              <a:t>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m</a:t>
            </a:r>
            <a:r>
              <a:rPr sz="1800" spc="20" dirty="0">
                <a:latin typeface="Trebuchet MS"/>
                <a:cs typeface="Trebuchet MS"/>
              </a:rPr>
              <a:t>o</a:t>
            </a:r>
            <a:r>
              <a:rPr sz="1800" spc="-25" dirty="0">
                <a:latin typeface="Trebuchet MS"/>
                <a:cs typeface="Trebuchet MS"/>
              </a:rPr>
              <a:t>r</a:t>
            </a:r>
            <a:r>
              <a:rPr sz="1800" spc="-85" dirty="0">
                <a:latin typeface="Trebuchet MS"/>
                <a:cs typeface="Trebuchet MS"/>
              </a:rPr>
              <a:t>e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35496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0" dirty="0">
                <a:solidFill>
                  <a:srgbClr val="000000"/>
                </a:solidFill>
              </a:rPr>
              <a:t>DYNAMIC</a:t>
            </a:r>
            <a:r>
              <a:rPr spc="-135" dirty="0">
                <a:solidFill>
                  <a:srgbClr val="000000"/>
                </a:solidFill>
              </a:rPr>
              <a:t> </a:t>
            </a:r>
            <a:r>
              <a:rPr spc="160" dirty="0">
                <a:solidFill>
                  <a:srgbClr val="000000"/>
                </a:solidFill>
              </a:rPr>
              <a:t>LINKING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AFD6E879-4322-498A-AA06-457F4DA017FB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1528063"/>
            <a:ext cx="8687435" cy="2992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Trebuchet MS"/>
                <a:cs typeface="Trebuchet MS"/>
              </a:rPr>
              <a:t>The </a:t>
            </a:r>
            <a:r>
              <a:rPr sz="2000" spc="-114" dirty="0">
                <a:latin typeface="Trebuchet MS"/>
                <a:cs typeface="Trebuchet MS"/>
              </a:rPr>
              <a:t>loading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linking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external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references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are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postponed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until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execution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time.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loader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loads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only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main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9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50" dirty="0">
                <a:latin typeface="Trebuchet MS"/>
                <a:cs typeface="Trebuchet MS"/>
              </a:rPr>
              <a:t>If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5" dirty="0">
                <a:latin typeface="Trebuchet MS"/>
                <a:cs typeface="Trebuchet MS"/>
              </a:rPr>
              <a:t>h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main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</a:t>
            </a:r>
            <a:r>
              <a:rPr sz="2000" spc="-85" dirty="0">
                <a:latin typeface="Trebuchet MS"/>
                <a:cs typeface="Trebuchet MS"/>
              </a:rPr>
              <a:t>r</a:t>
            </a:r>
            <a:r>
              <a:rPr sz="2000" spc="-40" dirty="0">
                <a:latin typeface="Trebuchet MS"/>
                <a:cs typeface="Trebuchet MS"/>
              </a:rPr>
              <a:t>ogr</a:t>
            </a:r>
            <a:r>
              <a:rPr sz="2000" spc="-160" dirty="0">
                <a:latin typeface="Trebuchet MS"/>
                <a:cs typeface="Trebuchet MS"/>
              </a:rPr>
              <a:t>am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shou</a:t>
            </a:r>
            <a:r>
              <a:rPr sz="2000" spc="-130" dirty="0">
                <a:latin typeface="Trebuchet MS"/>
                <a:cs typeface="Trebuchet MS"/>
              </a:rPr>
              <a:t>ld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55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800" spc="-65" dirty="0">
                <a:latin typeface="Trebuchet MS"/>
                <a:cs typeface="Trebuchet MS"/>
              </a:rPr>
              <a:t>e</a:t>
            </a:r>
            <a:r>
              <a:rPr sz="1800" spc="-110" dirty="0">
                <a:latin typeface="Trebuchet MS"/>
                <a:cs typeface="Trebuchet MS"/>
              </a:rPr>
              <a:t>x</a:t>
            </a:r>
            <a:r>
              <a:rPr sz="1800" spc="-105" dirty="0">
                <a:latin typeface="Trebuchet MS"/>
                <a:cs typeface="Trebuchet MS"/>
              </a:rPr>
              <a:t>ecut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branch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an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external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a</a:t>
            </a:r>
            <a:r>
              <a:rPr sz="1800" spc="-155" dirty="0">
                <a:latin typeface="Trebuchet MS"/>
                <a:cs typeface="Trebuchet MS"/>
              </a:rPr>
              <a:t>d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35" dirty="0">
                <a:latin typeface="Trebuchet MS"/>
                <a:cs typeface="Trebuchet MS"/>
              </a:rPr>
              <a:t>r</a:t>
            </a:r>
            <a:r>
              <a:rPr sz="1800" spc="-70" dirty="0">
                <a:latin typeface="Trebuchet MS"/>
                <a:cs typeface="Trebuchet MS"/>
              </a:rPr>
              <a:t>es</a:t>
            </a:r>
            <a:r>
              <a:rPr sz="1800" spc="-55" dirty="0">
                <a:latin typeface="Trebuchet MS"/>
                <a:cs typeface="Trebuchet MS"/>
              </a:rPr>
              <a:t>s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endParaRPr sz="18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35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800" spc="-35" dirty="0">
                <a:latin typeface="Trebuchet MS"/>
                <a:cs typeface="Trebuchet MS"/>
              </a:rPr>
              <a:t>r</a:t>
            </a:r>
            <a:r>
              <a:rPr sz="1800" spc="-120" dirty="0">
                <a:latin typeface="Trebuchet MS"/>
                <a:cs typeface="Trebuchet MS"/>
              </a:rPr>
              <a:t>efe</a:t>
            </a:r>
            <a:r>
              <a:rPr sz="1800" spc="-140" dirty="0">
                <a:latin typeface="Trebuchet MS"/>
                <a:cs typeface="Trebuchet MS"/>
              </a:rPr>
              <a:t>r</a:t>
            </a:r>
            <a:r>
              <a:rPr sz="1800" spc="-105" dirty="0">
                <a:latin typeface="Trebuchet MS"/>
                <a:cs typeface="Trebuchet MS"/>
              </a:rPr>
              <a:t>enc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an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external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variable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4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60" dirty="0">
                <a:latin typeface="Trebuchet MS"/>
                <a:cs typeface="Trebuchet MS"/>
              </a:rPr>
              <a:t>The </a:t>
            </a:r>
            <a:r>
              <a:rPr sz="2000" spc="-100" dirty="0">
                <a:latin typeface="Trebuchet MS"/>
                <a:cs typeface="Trebuchet MS"/>
              </a:rPr>
              <a:t>loa</a:t>
            </a:r>
            <a:r>
              <a:rPr sz="2000" spc="-130" dirty="0">
                <a:latin typeface="Trebuchet MS"/>
                <a:cs typeface="Trebuchet MS"/>
              </a:rPr>
              <a:t>d</a:t>
            </a:r>
            <a:r>
              <a:rPr sz="2000" spc="-60" dirty="0">
                <a:latin typeface="Trebuchet MS"/>
                <a:cs typeface="Trebuchet MS"/>
              </a:rPr>
              <a:t>er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i</a:t>
            </a:r>
            <a:r>
              <a:rPr sz="2000" spc="-100" dirty="0">
                <a:latin typeface="Trebuchet MS"/>
                <a:cs typeface="Trebuchet MS"/>
              </a:rPr>
              <a:t>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c</a:t>
            </a:r>
            <a:r>
              <a:rPr sz="2000" spc="-145" dirty="0">
                <a:latin typeface="Trebuchet MS"/>
                <a:cs typeface="Trebuchet MS"/>
              </a:rPr>
              <a:t>alled</a:t>
            </a:r>
            <a:endParaRPr sz="20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969"/>
              </a:spcBef>
              <a:buClr>
                <a:srgbClr val="B71E42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800" spc="-20" dirty="0">
                <a:latin typeface="Trebuchet MS"/>
                <a:cs typeface="Trebuchet MS"/>
              </a:rPr>
              <a:t>Only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then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has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segment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containing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external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reference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loaded.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23158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>
                <a:solidFill>
                  <a:srgbClr val="000000"/>
                </a:solidFill>
              </a:rPr>
              <a:t>REFERENCES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BB8C2291-6E18-4BF4-8BA1-8AE6544321A0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05077" y="2069083"/>
            <a:ext cx="9357360" cy="1189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3225" indent="-365760">
              <a:lnSpc>
                <a:spcPct val="100000"/>
              </a:lnSpc>
              <a:spcBef>
                <a:spcPts val="105"/>
              </a:spcBef>
              <a:buAutoNum type="arabicPlain"/>
              <a:tabLst>
                <a:tab pos="403860" algn="l"/>
              </a:tabLst>
            </a:pPr>
            <a:r>
              <a:rPr sz="2000" spc="-160" dirty="0">
                <a:latin typeface="Trebuchet MS"/>
                <a:cs typeface="Trebuchet MS"/>
              </a:rPr>
              <a:t>John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375" dirty="0">
                <a:latin typeface="Trebuchet MS"/>
                <a:cs typeface="Trebuchet MS"/>
              </a:rPr>
              <a:t>J.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Donovan,“System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Programming”,</a:t>
            </a:r>
            <a:r>
              <a:rPr sz="2000" spc="-30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McGraw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Hill,</a:t>
            </a:r>
            <a:r>
              <a:rPr sz="2000" spc="-270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ISBN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978-0—07-460482-3</a:t>
            </a:r>
            <a:endParaRPr sz="2000">
              <a:latin typeface="Trebuchet MS"/>
              <a:cs typeface="Trebuchet MS"/>
            </a:endParaRPr>
          </a:p>
          <a:p>
            <a:pPr marL="38100" marR="30480">
              <a:lnSpc>
                <a:spcPct val="120100"/>
              </a:lnSpc>
              <a:spcBef>
                <a:spcPts val="990"/>
              </a:spcBef>
              <a:buAutoNum type="arabicPlain"/>
              <a:tabLst>
                <a:tab pos="403860" algn="l"/>
              </a:tabLst>
            </a:pPr>
            <a:r>
              <a:rPr sz="2000" spc="-120" dirty="0">
                <a:latin typeface="Trebuchet MS"/>
                <a:cs typeface="Trebuchet MS"/>
              </a:rPr>
              <a:t>Leland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70" dirty="0">
                <a:latin typeface="Trebuchet MS"/>
                <a:cs typeface="Trebuchet MS"/>
              </a:rPr>
              <a:t>L.</a:t>
            </a:r>
            <a:r>
              <a:rPr sz="2000" spc="-24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Beck,</a:t>
            </a:r>
            <a:r>
              <a:rPr sz="2000" spc="-24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System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Software:An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Introduction</a:t>
            </a:r>
            <a:r>
              <a:rPr sz="2000" spc="-34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To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Systems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Programming,</a:t>
            </a:r>
            <a:r>
              <a:rPr sz="2000" spc="-280" dirty="0">
                <a:latin typeface="Trebuchet MS"/>
                <a:cs typeface="Trebuchet MS"/>
              </a:rPr>
              <a:t> </a:t>
            </a:r>
            <a:r>
              <a:rPr sz="2000" spc="65" dirty="0">
                <a:latin typeface="Trebuchet MS"/>
                <a:cs typeface="Trebuchet MS"/>
              </a:rPr>
              <a:t>3</a:t>
            </a:r>
            <a:r>
              <a:rPr sz="1950" spc="97" baseline="25641" dirty="0">
                <a:latin typeface="Trebuchet MS"/>
                <a:cs typeface="Trebuchet MS"/>
              </a:rPr>
              <a:t>RD</a:t>
            </a:r>
            <a:r>
              <a:rPr sz="1950" spc="247" baseline="25641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Edition, </a:t>
            </a:r>
            <a:r>
              <a:rPr sz="2000" spc="-59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Pearson,</a:t>
            </a:r>
            <a:r>
              <a:rPr sz="2000" spc="-2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1997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7267" y="2787395"/>
            <a:ext cx="4952999" cy="15041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07129" y="2975229"/>
            <a:ext cx="38995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95" dirty="0">
                <a:solidFill>
                  <a:srgbClr val="000000"/>
                </a:solidFill>
              </a:rPr>
              <a:t>Querie</a:t>
            </a:r>
            <a:r>
              <a:rPr sz="5400" spc="-75" dirty="0">
                <a:solidFill>
                  <a:srgbClr val="000000"/>
                </a:solidFill>
              </a:rPr>
              <a:t>s</a:t>
            </a:r>
            <a:r>
              <a:rPr sz="5400" spc="-130" dirty="0">
                <a:solidFill>
                  <a:srgbClr val="000000"/>
                </a:solidFill>
              </a:rPr>
              <a:t> </a:t>
            </a:r>
            <a:r>
              <a:rPr sz="5400" spc="-445" dirty="0">
                <a:solidFill>
                  <a:srgbClr val="000000"/>
                </a:solidFill>
              </a:rPr>
              <a:t>i</a:t>
            </a:r>
            <a:r>
              <a:rPr sz="5400" spc="-570" dirty="0">
                <a:solidFill>
                  <a:srgbClr val="000000"/>
                </a:solidFill>
              </a:rPr>
              <a:t>f</a:t>
            </a:r>
            <a:r>
              <a:rPr sz="5400" spc="-120" dirty="0">
                <a:solidFill>
                  <a:srgbClr val="000000"/>
                </a:solidFill>
              </a:rPr>
              <a:t> </a:t>
            </a:r>
            <a:r>
              <a:rPr sz="5400" spc="-535" dirty="0">
                <a:solidFill>
                  <a:srgbClr val="000000"/>
                </a:solidFill>
              </a:rPr>
              <a:t>a</a:t>
            </a:r>
            <a:r>
              <a:rPr sz="5400" spc="-370" dirty="0">
                <a:solidFill>
                  <a:srgbClr val="000000"/>
                </a:solidFill>
              </a:rPr>
              <a:t>n</a:t>
            </a:r>
            <a:r>
              <a:rPr sz="5400" spc="-300" dirty="0">
                <a:solidFill>
                  <a:srgbClr val="000000"/>
                </a:solidFill>
              </a:rPr>
              <a:t>y</a:t>
            </a:r>
            <a:endParaRPr sz="54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8759" y="3596640"/>
            <a:ext cx="539115" cy="8229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4C325BBC-0C4A-46A6-8A92-98E79FE096C8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86510" marR="5080">
              <a:lnSpc>
                <a:spcPts val="7130"/>
              </a:lnSpc>
              <a:spcBef>
                <a:spcPts val="985"/>
              </a:spcBef>
              <a:tabLst>
                <a:tab pos="9832340" algn="l"/>
              </a:tabLst>
            </a:pPr>
            <a:r>
              <a:rPr spc="120" dirty="0"/>
              <a:t>LA</a:t>
            </a:r>
            <a:r>
              <a:rPr spc="130" dirty="0"/>
              <a:t>B</a:t>
            </a:r>
            <a:r>
              <a:rPr spc="-819" dirty="0"/>
              <a:t> </a:t>
            </a:r>
            <a:r>
              <a:rPr spc="270" dirty="0"/>
              <a:t>ASSIGNMENT</a:t>
            </a:r>
            <a:r>
              <a:rPr spc="-150" dirty="0"/>
              <a:t> </a:t>
            </a:r>
            <a:r>
              <a:rPr spc="-260" dirty="0"/>
              <a:t>-  </a:t>
            </a:r>
            <a:r>
              <a:rPr u="heavy" spc="140" dirty="0">
                <a:uFill>
                  <a:solidFill>
                    <a:srgbClr val="B71E42"/>
                  </a:solidFill>
                </a:uFill>
              </a:rPr>
              <a:t>IMPLEMENTATION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96692" y="2982595"/>
            <a:ext cx="141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latin typeface="Trebuchet MS"/>
                <a:cs typeface="Trebuchet MS"/>
              </a:rPr>
              <a:t>DL</a:t>
            </a:r>
            <a:r>
              <a:rPr sz="1800" spc="55" dirty="0">
                <a:latin typeface="Trebuchet MS"/>
                <a:cs typeface="Trebuchet MS"/>
              </a:rPr>
              <a:t>L</a:t>
            </a:r>
            <a:r>
              <a:rPr sz="1800" spc="-275" dirty="0">
                <a:latin typeface="Trebuchet MS"/>
                <a:cs typeface="Trebuchet MS"/>
              </a:rPr>
              <a:t> </a:t>
            </a:r>
            <a:r>
              <a:rPr sz="1800" spc="110" dirty="0">
                <a:latin typeface="Trebuchet MS"/>
                <a:cs typeface="Trebuchet MS"/>
              </a:rPr>
              <a:t>WI</a:t>
            </a:r>
            <a:r>
              <a:rPr sz="1800" spc="114" dirty="0">
                <a:latin typeface="Trebuchet MS"/>
                <a:cs typeface="Trebuchet MS"/>
              </a:rPr>
              <a:t>T</a:t>
            </a:r>
            <a:r>
              <a:rPr sz="1800" spc="130" dirty="0">
                <a:latin typeface="Trebuchet MS"/>
                <a:cs typeface="Trebuchet MS"/>
              </a:rPr>
              <a:t>H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409" dirty="0">
                <a:latin typeface="Trebuchet MS"/>
                <a:cs typeface="Trebuchet MS"/>
              </a:rPr>
              <a:t>J</a:t>
            </a:r>
            <a:r>
              <a:rPr sz="1800" spc="100" dirty="0">
                <a:latin typeface="Trebuchet MS"/>
                <a:cs typeface="Trebuchet MS"/>
              </a:rPr>
              <a:t>NI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5ADACB64-ADA1-4359-87AA-C284596337F3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lang="en-US" spc="-3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44310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0" dirty="0">
                <a:solidFill>
                  <a:srgbClr val="000000"/>
                </a:solidFill>
              </a:rPr>
              <a:t>DYNAMIC</a:t>
            </a:r>
            <a:r>
              <a:rPr spc="-155" dirty="0">
                <a:solidFill>
                  <a:srgbClr val="000000"/>
                </a:solidFill>
              </a:rPr>
              <a:t> </a:t>
            </a:r>
            <a:r>
              <a:rPr spc="140" dirty="0">
                <a:solidFill>
                  <a:srgbClr val="000000"/>
                </a:solidFill>
              </a:rPr>
              <a:t>LINK</a:t>
            </a:r>
            <a:r>
              <a:rPr spc="-1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LIBRARY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4F653D4E-3063-4D34-A666-CDD9CA92192A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350010" y="1608200"/>
            <a:ext cx="9374505" cy="3755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140" dirty="0">
                <a:latin typeface="Trebuchet MS"/>
                <a:cs typeface="Trebuchet MS"/>
              </a:rPr>
              <a:t>A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dynamic-link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library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(DLL)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is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a</a:t>
            </a:r>
            <a:r>
              <a:rPr sz="1900" b="1" spc="-40" dirty="0">
                <a:latin typeface="Trebuchet MS"/>
                <a:cs typeface="Trebuchet MS"/>
              </a:rPr>
              <a:t> </a:t>
            </a:r>
            <a:r>
              <a:rPr sz="1900" b="1" spc="20" dirty="0">
                <a:latin typeface="Trebuchet MS"/>
                <a:cs typeface="Trebuchet MS"/>
              </a:rPr>
              <a:t>module</a:t>
            </a:r>
            <a:r>
              <a:rPr sz="1900" b="1" spc="-2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that</a:t>
            </a:r>
            <a:r>
              <a:rPr sz="1900" b="1" spc="-2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contains </a:t>
            </a:r>
            <a:r>
              <a:rPr sz="1900" b="1" spc="-25" dirty="0">
                <a:latin typeface="Trebuchet MS"/>
                <a:cs typeface="Trebuchet MS"/>
              </a:rPr>
              <a:t>functions </a:t>
            </a:r>
            <a:r>
              <a:rPr sz="1900" b="1" spc="-10" dirty="0">
                <a:latin typeface="Trebuchet MS"/>
                <a:cs typeface="Trebuchet MS"/>
              </a:rPr>
              <a:t>and</a:t>
            </a:r>
            <a:r>
              <a:rPr sz="1900" b="1" spc="-1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data</a:t>
            </a:r>
            <a:r>
              <a:rPr sz="1900" b="1" spc="-2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that</a:t>
            </a:r>
            <a:r>
              <a:rPr sz="1900" b="1" spc="-25" dirty="0">
                <a:latin typeface="Trebuchet MS"/>
                <a:cs typeface="Trebuchet MS"/>
              </a:rPr>
              <a:t> </a:t>
            </a:r>
            <a:r>
              <a:rPr sz="1900" b="1" spc="-20" dirty="0">
                <a:latin typeface="Trebuchet MS"/>
                <a:cs typeface="Trebuchet MS"/>
              </a:rPr>
              <a:t>can</a:t>
            </a:r>
            <a:r>
              <a:rPr sz="1900" b="1" spc="-25" dirty="0">
                <a:latin typeface="Trebuchet MS"/>
                <a:cs typeface="Trebuchet MS"/>
              </a:rPr>
              <a:t> be</a:t>
            </a:r>
            <a:endParaRPr sz="19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</a:pPr>
            <a:r>
              <a:rPr sz="1900" b="1" spc="-20" dirty="0">
                <a:latin typeface="Trebuchet MS"/>
                <a:cs typeface="Trebuchet MS"/>
              </a:rPr>
              <a:t>used</a:t>
            </a:r>
            <a:r>
              <a:rPr sz="1900" b="1" spc="-30" dirty="0">
                <a:latin typeface="Trebuchet MS"/>
                <a:cs typeface="Trebuchet MS"/>
              </a:rPr>
              <a:t> </a:t>
            </a:r>
            <a:r>
              <a:rPr sz="1900" b="1" spc="-50" dirty="0">
                <a:latin typeface="Trebuchet MS"/>
                <a:cs typeface="Trebuchet MS"/>
              </a:rPr>
              <a:t>by</a:t>
            </a:r>
            <a:r>
              <a:rPr sz="1900" b="1" spc="-4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another</a:t>
            </a:r>
            <a:r>
              <a:rPr sz="1900" b="1" spc="-25" dirty="0">
                <a:latin typeface="Trebuchet MS"/>
                <a:cs typeface="Trebuchet MS"/>
              </a:rPr>
              <a:t> </a:t>
            </a:r>
            <a:r>
              <a:rPr sz="1900" b="1" spc="20" dirty="0">
                <a:latin typeface="Trebuchet MS"/>
                <a:cs typeface="Trebuchet MS"/>
              </a:rPr>
              <a:t>module</a:t>
            </a:r>
            <a:r>
              <a:rPr sz="1900" b="1" spc="-20" dirty="0">
                <a:latin typeface="Trebuchet MS"/>
                <a:cs typeface="Trebuchet MS"/>
              </a:rPr>
              <a:t> </a:t>
            </a:r>
            <a:r>
              <a:rPr sz="1900" b="1" spc="-15" dirty="0">
                <a:latin typeface="Trebuchet MS"/>
                <a:cs typeface="Trebuchet MS"/>
              </a:rPr>
              <a:t>(application</a:t>
            </a:r>
            <a:r>
              <a:rPr sz="1900" b="1" spc="-25" dirty="0">
                <a:latin typeface="Trebuchet MS"/>
                <a:cs typeface="Trebuchet MS"/>
              </a:rPr>
              <a:t> </a:t>
            </a:r>
            <a:r>
              <a:rPr sz="1900" b="1" spc="40" dirty="0">
                <a:latin typeface="Trebuchet MS"/>
                <a:cs typeface="Trebuchet MS"/>
              </a:rPr>
              <a:t>or</a:t>
            </a:r>
            <a:r>
              <a:rPr sz="1900" b="1" spc="-60" dirty="0">
                <a:latin typeface="Trebuchet MS"/>
                <a:cs typeface="Trebuchet MS"/>
              </a:rPr>
              <a:t> </a:t>
            </a:r>
            <a:r>
              <a:rPr sz="1900" b="1" spc="55" dirty="0">
                <a:latin typeface="Trebuchet MS"/>
                <a:cs typeface="Trebuchet MS"/>
              </a:rPr>
              <a:t>DLL)</a:t>
            </a:r>
            <a:r>
              <a:rPr sz="1900" spc="55" dirty="0">
                <a:latin typeface="Trebuchet MS"/>
                <a:cs typeface="Trebuchet MS"/>
              </a:rPr>
              <a:t>.</a:t>
            </a:r>
            <a:endParaRPr sz="1900">
              <a:latin typeface="Trebuchet MS"/>
              <a:cs typeface="Trebuchet MS"/>
            </a:endParaRPr>
          </a:p>
          <a:p>
            <a:pPr marL="241300" marR="219710" indent="-228600">
              <a:lnSpc>
                <a:spcPct val="100000"/>
              </a:lnSpc>
              <a:spcBef>
                <a:spcPts val="101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140" dirty="0">
                <a:latin typeface="Trebuchet MS"/>
                <a:cs typeface="Trebuchet MS"/>
              </a:rPr>
              <a:t>A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60" dirty="0">
                <a:latin typeface="Trebuchet MS"/>
                <a:cs typeface="Trebuchet MS"/>
              </a:rPr>
              <a:t>DLL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can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define</a:t>
            </a:r>
            <a:r>
              <a:rPr sz="1900" spc="-60" dirty="0">
                <a:latin typeface="Trebuchet MS"/>
                <a:cs typeface="Trebuchet MS"/>
              </a:rPr>
              <a:t> two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kinds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of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functions:</a:t>
            </a:r>
            <a:r>
              <a:rPr sz="1900" spc="-24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exported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and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internal.The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exported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functions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are </a:t>
            </a:r>
            <a:r>
              <a:rPr sz="1900" spc="-56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intended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to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be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called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by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other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modules,</a:t>
            </a:r>
            <a:r>
              <a:rPr sz="1900" spc="-254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as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well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as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from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within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60" dirty="0">
                <a:latin typeface="Trebuchet MS"/>
                <a:cs typeface="Trebuchet MS"/>
              </a:rPr>
              <a:t>DLL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where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they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are </a:t>
            </a:r>
            <a:r>
              <a:rPr sz="1900" spc="-114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defined.</a:t>
            </a:r>
            <a:endParaRPr sz="19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140" dirty="0">
                <a:latin typeface="Trebuchet MS"/>
                <a:cs typeface="Trebuchet MS"/>
              </a:rPr>
              <a:t>Significance:</a:t>
            </a:r>
            <a:endParaRPr sz="1900">
              <a:latin typeface="Trebuchet MS"/>
              <a:cs typeface="Trebuchet MS"/>
            </a:endParaRPr>
          </a:p>
          <a:p>
            <a:pPr marL="241300" marR="43815">
              <a:lnSpc>
                <a:spcPct val="100000"/>
              </a:lnSpc>
              <a:spcBef>
                <a:spcPts val="5"/>
              </a:spcBef>
            </a:pPr>
            <a:r>
              <a:rPr sz="1900" spc="60" dirty="0">
                <a:latin typeface="Trebuchet MS"/>
                <a:cs typeface="Trebuchet MS"/>
              </a:rPr>
              <a:t>DLL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files</a:t>
            </a:r>
            <a:r>
              <a:rPr sz="1900" spc="-7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are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stored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in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variety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of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program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functions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(sub-procedures)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implementation 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process,</a:t>
            </a:r>
            <a:r>
              <a:rPr sz="1900" spc="-24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when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program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needs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to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55" dirty="0">
                <a:latin typeface="Trebuchet MS"/>
                <a:cs typeface="Trebuchet MS"/>
              </a:rPr>
              <a:t>call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function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to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load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DLL,</a:t>
            </a:r>
            <a:r>
              <a:rPr sz="1900" spc="-21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and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then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get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 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address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of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function,</a:t>
            </a:r>
            <a:r>
              <a:rPr sz="1900" spc="-22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and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55" dirty="0">
                <a:latin typeface="Trebuchet MS"/>
                <a:cs typeface="Trebuchet MS"/>
              </a:rPr>
              <a:t>finally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make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call.The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advantage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of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using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60" dirty="0">
                <a:latin typeface="Trebuchet MS"/>
                <a:cs typeface="Trebuchet MS"/>
              </a:rPr>
              <a:t>DLL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files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is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that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 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program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does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not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need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to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load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60" dirty="0">
                <a:latin typeface="Trebuchet MS"/>
                <a:cs typeface="Trebuchet MS"/>
              </a:rPr>
              <a:t>all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code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60" dirty="0">
                <a:latin typeface="Trebuchet MS"/>
                <a:cs typeface="Trebuchet MS"/>
              </a:rPr>
              <a:t>at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beginning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of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run,</a:t>
            </a:r>
            <a:r>
              <a:rPr sz="1900" spc="-24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but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only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when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90" dirty="0">
                <a:latin typeface="Trebuchet MS"/>
                <a:cs typeface="Trebuchet MS"/>
              </a:rPr>
              <a:t>a </a:t>
            </a:r>
            <a:r>
              <a:rPr sz="1900" spc="-18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function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is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needed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by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program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to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remove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it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from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DLL.</a:t>
            </a:r>
            <a:r>
              <a:rPr sz="1900" spc="-21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In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addition,</a:t>
            </a:r>
            <a:r>
              <a:rPr sz="1900" spc="-26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using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65" dirty="0">
                <a:latin typeface="Trebuchet MS"/>
                <a:cs typeface="Trebuchet MS"/>
              </a:rPr>
              <a:t>DLL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files</a:t>
            </a:r>
            <a:r>
              <a:rPr sz="1900" spc="-8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can </a:t>
            </a:r>
            <a:r>
              <a:rPr sz="1900" spc="-55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also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r</a:t>
            </a:r>
            <a:r>
              <a:rPr sz="1900" spc="-110" dirty="0">
                <a:latin typeface="Trebuchet MS"/>
                <a:cs typeface="Trebuchet MS"/>
              </a:rPr>
              <a:t>educe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the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v</a:t>
            </a:r>
            <a:r>
              <a:rPr sz="1900" spc="-70" dirty="0">
                <a:latin typeface="Trebuchet MS"/>
                <a:cs typeface="Trebuchet MS"/>
              </a:rPr>
              <a:t>olu</a:t>
            </a:r>
            <a:r>
              <a:rPr sz="1900" spc="-120" dirty="0">
                <a:latin typeface="Trebuchet MS"/>
                <a:cs typeface="Trebuchet MS"/>
              </a:rPr>
              <a:t>m</a:t>
            </a:r>
            <a:r>
              <a:rPr sz="1900" spc="-130" dirty="0">
                <a:latin typeface="Trebuchet MS"/>
                <a:cs typeface="Trebuchet MS"/>
              </a:rPr>
              <a:t>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of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y</a:t>
            </a:r>
            <a:r>
              <a:rPr sz="1900" spc="-20" dirty="0">
                <a:latin typeface="Trebuchet MS"/>
                <a:cs typeface="Trebuchet MS"/>
              </a:rPr>
              <a:t>our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p</a:t>
            </a:r>
            <a:r>
              <a:rPr sz="1900" spc="-90" dirty="0">
                <a:latin typeface="Trebuchet MS"/>
                <a:cs typeface="Trebuchet MS"/>
              </a:rPr>
              <a:t>r</a:t>
            </a:r>
            <a:r>
              <a:rPr sz="1900" spc="-65" dirty="0">
                <a:latin typeface="Trebuchet MS"/>
                <a:cs typeface="Trebuchet MS"/>
              </a:rPr>
              <a:t>o</a:t>
            </a:r>
            <a:r>
              <a:rPr sz="1900" spc="-70" dirty="0">
                <a:latin typeface="Trebuchet MS"/>
                <a:cs typeface="Trebuchet MS"/>
              </a:rPr>
              <a:t>g</a:t>
            </a:r>
            <a:r>
              <a:rPr sz="1900" spc="-145" dirty="0">
                <a:latin typeface="Trebuchet MS"/>
                <a:cs typeface="Trebuchet MS"/>
              </a:rPr>
              <a:t>ram.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39903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0" dirty="0">
                <a:solidFill>
                  <a:srgbClr val="000000"/>
                </a:solidFill>
              </a:rPr>
              <a:t>ADVANTAGES</a:t>
            </a:r>
            <a:r>
              <a:rPr spc="-110" dirty="0">
                <a:solidFill>
                  <a:srgbClr val="000000"/>
                </a:solidFill>
              </a:rPr>
              <a:t> </a:t>
            </a:r>
            <a:r>
              <a:rPr spc="150" dirty="0">
                <a:solidFill>
                  <a:srgbClr val="000000"/>
                </a:solidFill>
              </a:rPr>
              <a:t>OF</a:t>
            </a:r>
            <a:r>
              <a:rPr spc="-125" dirty="0">
                <a:solidFill>
                  <a:srgbClr val="000000"/>
                </a:solidFill>
              </a:rPr>
              <a:t> </a:t>
            </a:r>
            <a:r>
              <a:rPr spc="114" dirty="0">
                <a:solidFill>
                  <a:srgbClr val="000000"/>
                </a:solidFill>
              </a:rPr>
              <a:t>DLL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D329A7D9-D9CC-4C86-9508-A1C97FAE3703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1521332"/>
            <a:ext cx="9448165" cy="3639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3380" indent="-361315" algn="just">
              <a:lnSpc>
                <a:spcPct val="100000"/>
              </a:lnSpc>
              <a:spcBef>
                <a:spcPts val="105"/>
              </a:spcBef>
              <a:buAutoNum type="arabicParenBoth"/>
              <a:tabLst>
                <a:tab pos="374015" algn="l"/>
              </a:tabLst>
            </a:pPr>
            <a:r>
              <a:rPr sz="2000" spc="-150" dirty="0">
                <a:latin typeface="Trebuchet MS"/>
                <a:cs typeface="Trebuchet MS"/>
              </a:rPr>
              <a:t>Save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more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memory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reduce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page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switching</a:t>
            </a:r>
            <a:endParaRPr sz="2000">
              <a:latin typeface="Trebuchet MS"/>
              <a:cs typeface="Trebuchet MS"/>
            </a:endParaRPr>
          </a:p>
          <a:p>
            <a:pPr marL="12700" marR="5080" algn="just">
              <a:lnSpc>
                <a:spcPct val="120000"/>
              </a:lnSpc>
              <a:spcBef>
                <a:spcPts val="994"/>
              </a:spcBef>
              <a:buAutoNum type="arabicParenBoth"/>
              <a:tabLst>
                <a:tab pos="494665" algn="l"/>
              </a:tabLst>
            </a:pPr>
            <a:r>
              <a:rPr sz="2000" spc="-80" dirty="0">
                <a:latin typeface="Trebuchet MS"/>
                <a:cs typeface="Trebuchet MS"/>
              </a:rPr>
              <a:t>programs </a:t>
            </a:r>
            <a:r>
              <a:rPr sz="2000" spc="-100" dirty="0">
                <a:latin typeface="Trebuchet MS"/>
                <a:cs typeface="Trebuchet MS"/>
              </a:rPr>
              <a:t>written </a:t>
            </a:r>
            <a:r>
              <a:rPr sz="2000" spc="-120" dirty="0">
                <a:latin typeface="Trebuchet MS"/>
                <a:cs typeface="Trebuchet MS"/>
              </a:rPr>
              <a:t>in </a:t>
            </a:r>
            <a:r>
              <a:rPr sz="2000" spc="-140" dirty="0">
                <a:latin typeface="Trebuchet MS"/>
                <a:cs typeface="Trebuchet MS"/>
              </a:rPr>
              <a:t>different </a:t>
            </a:r>
            <a:r>
              <a:rPr sz="2000" spc="-105" dirty="0">
                <a:latin typeface="Trebuchet MS"/>
                <a:cs typeface="Trebuchet MS"/>
              </a:rPr>
              <a:t>programming </a:t>
            </a:r>
            <a:r>
              <a:rPr sz="2000" spc="-140" dirty="0">
                <a:latin typeface="Trebuchet MS"/>
                <a:cs typeface="Trebuchet MS"/>
              </a:rPr>
              <a:t>languages </a:t>
            </a:r>
            <a:r>
              <a:rPr sz="2000" spc="-135" dirty="0">
                <a:latin typeface="Trebuchet MS"/>
                <a:cs typeface="Trebuchet MS"/>
              </a:rPr>
              <a:t>can </a:t>
            </a:r>
            <a:r>
              <a:rPr sz="2000" spc="-160" dirty="0">
                <a:latin typeface="Trebuchet MS"/>
                <a:cs typeface="Trebuchet MS"/>
              </a:rPr>
              <a:t>call</a:t>
            </a:r>
            <a:r>
              <a:rPr sz="2000" spc="28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the </a:t>
            </a:r>
            <a:r>
              <a:rPr sz="2000" spc="-125" dirty="0">
                <a:latin typeface="Trebuchet MS"/>
                <a:cs typeface="Trebuchet MS"/>
              </a:rPr>
              <a:t>same </a:t>
            </a:r>
            <a:r>
              <a:rPr sz="2000" spc="65" dirty="0">
                <a:latin typeface="Trebuchet MS"/>
                <a:cs typeface="Trebuchet MS"/>
              </a:rPr>
              <a:t>DLL </a:t>
            </a:r>
            <a:r>
              <a:rPr sz="2000" spc="-110" dirty="0">
                <a:latin typeface="Trebuchet MS"/>
                <a:cs typeface="Trebuchet MS"/>
              </a:rPr>
              <a:t>function 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j</a:t>
            </a:r>
            <a:r>
              <a:rPr sz="2000" spc="-229" dirty="0">
                <a:latin typeface="Trebuchet MS"/>
                <a:cs typeface="Trebuchet MS"/>
              </a:rPr>
              <a:t>u</a:t>
            </a:r>
            <a:r>
              <a:rPr sz="2000" spc="-85" dirty="0">
                <a:latin typeface="Trebuchet MS"/>
                <a:cs typeface="Trebuchet MS"/>
              </a:rPr>
              <a:t>st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ac</a:t>
            </a:r>
            <a:r>
              <a:rPr sz="2000" spc="-150" dirty="0">
                <a:latin typeface="Trebuchet MS"/>
                <a:cs typeface="Trebuchet MS"/>
              </a:rPr>
              <a:t>c</a:t>
            </a:r>
            <a:r>
              <a:rPr sz="2000" spc="25" dirty="0">
                <a:latin typeface="Trebuchet MS"/>
                <a:cs typeface="Trebuchet MS"/>
              </a:rPr>
              <a:t>o</a:t>
            </a:r>
            <a:r>
              <a:rPr sz="2000" spc="-20" dirty="0">
                <a:latin typeface="Trebuchet MS"/>
                <a:cs typeface="Trebuchet MS"/>
              </a:rPr>
              <a:t>r</a:t>
            </a:r>
            <a:r>
              <a:rPr sz="2000" spc="-100" dirty="0">
                <a:latin typeface="Trebuchet MS"/>
                <a:cs typeface="Trebuchet MS"/>
              </a:rPr>
              <a:t>di</a:t>
            </a:r>
            <a:r>
              <a:rPr sz="2000" spc="-120" dirty="0">
                <a:latin typeface="Trebuchet MS"/>
                <a:cs typeface="Trebuchet MS"/>
              </a:rPr>
              <a:t>n</a:t>
            </a:r>
            <a:r>
              <a:rPr sz="2000" spc="-150" dirty="0">
                <a:latin typeface="Trebuchet MS"/>
                <a:cs typeface="Trebuchet MS"/>
              </a:rPr>
              <a:t>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5" dirty="0">
                <a:latin typeface="Trebuchet MS"/>
                <a:cs typeface="Trebuchet MS"/>
              </a:rPr>
              <a:t>h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f</a:t>
            </a:r>
            <a:r>
              <a:rPr sz="2000" spc="-195" dirty="0">
                <a:latin typeface="Trebuchet MS"/>
                <a:cs typeface="Trebuchet MS"/>
              </a:rPr>
              <a:t>u</a:t>
            </a:r>
            <a:r>
              <a:rPr sz="2000" spc="-120" dirty="0">
                <a:latin typeface="Trebuchet MS"/>
                <a:cs typeface="Trebuchet MS"/>
              </a:rPr>
              <a:t>nc</a:t>
            </a:r>
            <a:r>
              <a:rPr sz="2000" spc="-90" dirty="0">
                <a:latin typeface="Trebuchet MS"/>
                <a:cs typeface="Trebuchet MS"/>
              </a:rPr>
              <a:t>t</a:t>
            </a:r>
            <a:r>
              <a:rPr sz="2000" spc="-65" dirty="0">
                <a:latin typeface="Trebuchet MS"/>
                <a:cs typeface="Trebuchet MS"/>
              </a:rPr>
              <a:t>io</a:t>
            </a:r>
            <a:r>
              <a:rPr sz="2000" spc="-80" dirty="0">
                <a:latin typeface="Trebuchet MS"/>
                <a:cs typeface="Trebuchet MS"/>
              </a:rPr>
              <a:t>n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call</a:t>
            </a:r>
            <a:r>
              <a:rPr sz="2000" spc="-110" dirty="0">
                <a:latin typeface="Trebuchet MS"/>
                <a:cs typeface="Trebuchet MS"/>
              </a:rPr>
              <a:t>i</a:t>
            </a:r>
            <a:r>
              <a:rPr sz="2000" spc="-120" dirty="0">
                <a:latin typeface="Trebuchet MS"/>
                <a:cs typeface="Trebuchet MS"/>
              </a:rPr>
              <a:t>ng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co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145" dirty="0">
                <a:latin typeface="Trebuchet MS"/>
                <a:cs typeface="Trebuchet MS"/>
              </a:rPr>
              <a:t>v</a:t>
            </a:r>
            <a:r>
              <a:rPr sz="2000" spc="-114" dirty="0">
                <a:latin typeface="Trebuchet MS"/>
                <a:cs typeface="Trebuchet MS"/>
              </a:rPr>
              <a:t>en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on</a:t>
            </a:r>
            <a:endParaRPr sz="2000">
              <a:latin typeface="Trebuchet MS"/>
              <a:cs typeface="Trebuchet MS"/>
            </a:endParaRPr>
          </a:p>
          <a:p>
            <a:pPr marL="12700" marR="7620" algn="just">
              <a:lnSpc>
                <a:spcPct val="120000"/>
              </a:lnSpc>
              <a:spcBef>
                <a:spcPts val="1010"/>
              </a:spcBef>
              <a:buAutoNum type="arabicParenBoth"/>
              <a:tabLst>
                <a:tab pos="495934" algn="l"/>
              </a:tabLst>
            </a:pPr>
            <a:r>
              <a:rPr sz="2000" spc="-125" dirty="0">
                <a:latin typeface="Trebuchet MS"/>
                <a:cs typeface="Trebuchet MS"/>
              </a:rPr>
              <a:t>Suitable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for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large-scale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software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development,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make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development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process 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independent, </a:t>
            </a:r>
            <a:r>
              <a:rPr sz="2000" spc="-120" dirty="0">
                <a:latin typeface="Trebuchet MS"/>
                <a:cs typeface="Trebuchet MS"/>
              </a:rPr>
              <a:t>the </a:t>
            </a:r>
            <a:r>
              <a:rPr sz="2000" spc="-105" dirty="0">
                <a:latin typeface="Trebuchet MS"/>
                <a:cs typeface="Trebuchet MS"/>
              </a:rPr>
              <a:t>coupling </a:t>
            </a:r>
            <a:r>
              <a:rPr sz="2000" spc="-114" dirty="0">
                <a:latin typeface="Trebuchet MS"/>
                <a:cs typeface="Trebuchet MS"/>
              </a:rPr>
              <a:t>degree </a:t>
            </a:r>
            <a:r>
              <a:rPr sz="2000" spc="-85" dirty="0">
                <a:latin typeface="Trebuchet MS"/>
                <a:cs typeface="Trebuchet MS"/>
              </a:rPr>
              <a:t>is </a:t>
            </a:r>
            <a:r>
              <a:rPr sz="2000" spc="-160" dirty="0">
                <a:latin typeface="Trebuchet MS"/>
                <a:cs typeface="Trebuchet MS"/>
              </a:rPr>
              <a:t>small, </a:t>
            </a:r>
            <a:r>
              <a:rPr sz="2000" spc="-150" dirty="0">
                <a:latin typeface="Trebuchet MS"/>
                <a:cs typeface="Trebuchet MS"/>
              </a:rPr>
              <a:t>facilitates </a:t>
            </a:r>
            <a:r>
              <a:rPr sz="2000" spc="-120" dirty="0">
                <a:latin typeface="Trebuchet MS"/>
                <a:cs typeface="Trebuchet MS"/>
              </a:rPr>
              <a:t>the </a:t>
            </a:r>
            <a:r>
              <a:rPr sz="2000" spc="-114" dirty="0">
                <a:latin typeface="Trebuchet MS"/>
                <a:cs typeface="Trebuchet MS"/>
              </a:rPr>
              <a:t>development </a:t>
            </a:r>
            <a:r>
              <a:rPr sz="2000" spc="-130" dirty="0">
                <a:latin typeface="Trebuchet MS"/>
                <a:cs typeface="Trebuchet MS"/>
              </a:rPr>
              <a:t>and </a:t>
            </a:r>
            <a:r>
              <a:rPr sz="2000" spc="-120" dirty="0">
                <a:latin typeface="Trebuchet MS"/>
                <a:cs typeface="Trebuchet MS"/>
              </a:rPr>
              <a:t>the </a:t>
            </a:r>
            <a:r>
              <a:rPr sz="2000" spc="-110" dirty="0">
                <a:latin typeface="Trebuchet MS"/>
                <a:cs typeface="Trebuchet MS"/>
              </a:rPr>
              <a:t>test </a:t>
            </a:r>
            <a:r>
              <a:rPr sz="2000" spc="-120" dirty="0">
                <a:latin typeface="Trebuchet MS"/>
                <a:cs typeface="Trebuchet MS"/>
              </a:rPr>
              <a:t>between 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different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developer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development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organization.</a:t>
            </a:r>
            <a:endParaRPr sz="2000">
              <a:latin typeface="Trebuchet MS"/>
              <a:cs typeface="Trebuchet MS"/>
            </a:endParaRPr>
          </a:p>
          <a:p>
            <a:pPr marL="12700" marR="5080" algn="just">
              <a:lnSpc>
                <a:spcPct val="120000"/>
              </a:lnSpc>
              <a:spcBef>
                <a:spcPts val="994"/>
              </a:spcBef>
              <a:buAutoNum type="arabicParenBoth"/>
              <a:tabLst>
                <a:tab pos="421640" algn="l"/>
              </a:tabLst>
            </a:pPr>
            <a:r>
              <a:rPr sz="2000" spc="-150" dirty="0">
                <a:latin typeface="Trebuchet MS"/>
                <a:cs typeface="Trebuchet MS"/>
              </a:rPr>
              <a:t>Save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disk </a:t>
            </a:r>
            <a:r>
              <a:rPr sz="2000" spc="-150" dirty="0">
                <a:latin typeface="Trebuchet MS"/>
                <a:cs typeface="Trebuchet MS"/>
              </a:rPr>
              <a:t>space: </a:t>
            </a:r>
            <a:r>
              <a:rPr sz="2000" spc="15" dirty="0">
                <a:latin typeface="Trebuchet MS"/>
                <a:cs typeface="Trebuchet MS"/>
              </a:rPr>
              <a:t>When </a:t>
            </a:r>
            <a:r>
              <a:rPr sz="2000" spc="-150" dirty="0">
                <a:latin typeface="Trebuchet MS"/>
                <a:cs typeface="Trebuchet MS"/>
              </a:rPr>
              <a:t>an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application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uses </a:t>
            </a:r>
            <a:r>
              <a:rPr sz="2000" spc="-125" dirty="0">
                <a:latin typeface="Trebuchet MS"/>
                <a:cs typeface="Trebuchet MS"/>
              </a:rPr>
              <a:t>dynamic </a:t>
            </a:r>
            <a:r>
              <a:rPr sz="2000" spc="-145" dirty="0">
                <a:latin typeface="Trebuchet MS"/>
                <a:cs typeface="Trebuchet MS"/>
              </a:rPr>
              <a:t>linking, </a:t>
            </a:r>
            <a:r>
              <a:rPr sz="2000" spc="-135" dirty="0">
                <a:latin typeface="Trebuchet MS"/>
                <a:cs typeface="Trebuchet MS"/>
              </a:rPr>
              <a:t>multiple</a:t>
            </a:r>
            <a:r>
              <a:rPr sz="2000" spc="33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applications </a:t>
            </a:r>
            <a:r>
              <a:rPr sz="2000" spc="-135" dirty="0">
                <a:latin typeface="Trebuchet MS"/>
                <a:cs typeface="Trebuchet MS"/>
              </a:rPr>
              <a:t>can 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share </a:t>
            </a:r>
            <a:r>
              <a:rPr sz="2000" spc="-200" dirty="0">
                <a:latin typeface="Trebuchet MS"/>
                <a:cs typeface="Trebuchet MS"/>
              </a:rPr>
              <a:t>a </a:t>
            </a:r>
            <a:r>
              <a:rPr sz="2000" spc="-120" dirty="0">
                <a:latin typeface="Trebuchet MS"/>
                <a:cs typeface="Trebuchet MS"/>
              </a:rPr>
              <a:t>single </a:t>
            </a:r>
            <a:r>
              <a:rPr sz="2000" spc="-95" dirty="0">
                <a:latin typeface="Trebuchet MS"/>
                <a:cs typeface="Trebuchet MS"/>
              </a:rPr>
              <a:t>copy </a:t>
            </a:r>
            <a:r>
              <a:rPr sz="2000" spc="-114" dirty="0">
                <a:latin typeface="Trebuchet MS"/>
                <a:cs typeface="Trebuchet MS"/>
              </a:rPr>
              <a:t>of the </a:t>
            </a:r>
            <a:r>
              <a:rPr sz="2000" spc="60" dirty="0">
                <a:latin typeface="Trebuchet MS"/>
                <a:cs typeface="Trebuchet MS"/>
              </a:rPr>
              <a:t>DLL </a:t>
            </a:r>
            <a:r>
              <a:rPr sz="2000" spc="-40" dirty="0">
                <a:latin typeface="Trebuchet MS"/>
                <a:cs typeface="Trebuchet MS"/>
              </a:rPr>
              <a:t>on </a:t>
            </a:r>
            <a:r>
              <a:rPr sz="2000" spc="-125" dirty="0">
                <a:latin typeface="Trebuchet MS"/>
                <a:cs typeface="Trebuchet MS"/>
              </a:rPr>
              <a:t>disk. </a:t>
            </a:r>
            <a:r>
              <a:rPr sz="2000" spc="-75" dirty="0">
                <a:latin typeface="Trebuchet MS"/>
                <a:cs typeface="Trebuchet MS"/>
              </a:rPr>
              <a:t>In </a:t>
            </a:r>
            <a:r>
              <a:rPr sz="2000" spc="-110" dirty="0">
                <a:latin typeface="Trebuchet MS"/>
                <a:cs typeface="Trebuchet MS"/>
              </a:rPr>
              <a:t>contrast, </a:t>
            </a:r>
            <a:r>
              <a:rPr sz="2000" spc="-95" dirty="0">
                <a:latin typeface="Trebuchet MS"/>
                <a:cs typeface="Trebuchet MS"/>
              </a:rPr>
              <a:t>when </a:t>
            </a:r>
            <a:r>
              <a:rPr sz="2000" spc="-150" dirty="0">
                <a:latin typeface="Trebuchet MS"/>
                <a:cs typeface="Trebuchet MS"/>
              </a:rPr>
              <a:t>an </a:t>
            </a:r>
            <a:r>
              <a:rPr sz="2000" spc="-130" dirty="0">
                <a:latin typeface="Trebuchet MS"/>
                <a:cs typeface="Trebuchet MS"/>
              </a:rPr>
              <a:t>application </a:t>
            </a:r>
            <a:r>
              <a:rPr sz="2000" spc="-75" dirty="0">
                <a:latin typeface="Trebuchet MS"/>
                <a:cs typeface="Trebuchet MS"/>
              </a:rPr>
              <a:t>uses </a:t>
            </a:r>
            <a:r>
              <a:rPr sz="2000" spc="-200" dirty="0">
                <a:latin typeface="Trebuchet MS"/>
                <a:cs typeface="Trebuchet MS"/>
              </a:rPr>
              <a:t>a </a:t>
            </a:r>
            <a:r>
              <a:rPr sz="2000" spc="-114" dirty="0">
                <a:latin typeface="Trebuchet MS"/>
                <a:cs typeface="Trebuchet MS"/>
              </a:rPr>
              <a:t>static-link 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library,</a:t>
            </a:r>
            <a:r>
              <a:rPr sz="2000" spc="-29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each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application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links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library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code</a:t>
            </a:r>
            <a:r>
              <a:rPr sz="2000" spc="-50" dirty="0">
                <a:latin typeface="Trebuchet MS"/>
                <a:cs typeface="Trebuchet MS"/>
              </a:rPr>
              <a:t> to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executable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image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as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95" dirty="0">
                <a:latin typeface="Trebuchet MS"/>
                <a:cs typeface="Trebuchet MS"/>
              </a:rPr>
              <a:t>a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separate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70" dirty="0">
                <a:latin typeface="Trebuchet MS"/>
                <a:cs typeface="Trebuchet MS"/>
              </a:rPr>
              <a:t>copy.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58832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>
                <a:solidFill>
                  <a:srgbClr val="000000"/>
                </a:solidFill>
              </a:rPr>
              <a:t>DLL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spc="10" dirty="0">
                <a:solidFill>
                  <a:srgbClr val="000000"/>
                </a:solidFill>
              </a:rPr>
              <a:t>IMPLE</a:t>
            </a:r>
            <a:r>
              <a:rPr spc="-5" dirty="0">
                <a:solidFill>
                  <a:srgbClr val="000000"/>
                </a:solidFill>
              </a:rPr>
              <a:t>M</a:t>
            </a:r>
            <a:r>
              <a:rPr spc="175" dirty="0">
                <a:solidFill>
                  <a:srgbClr val="000000"/>
                </a:solidFill>
              </a:rPr>
              <a:t>EN</a:t>
            </a:r>
            <a:r>
              <a:rPr spc="-260" dirty="0">
                <a:solidFill>
                  <a:srgbClr val="000000"/>
                </a:solidFill>
              </a:rPr>
              <a:t>T</a:t>
            </a:r>
            <a:r>
              <a:rPr spc="-80" dirty="0">
                <a:solidFill>
                  <a:srgbClr val="000000"/>
                </a:solidFill>
              </a:rPr>
              <a:t>A</a:t>
            </a:r>
            <a:r>
              <a:rPr spc="-10" dirty="0">
                <a:solidFill>
                  <a:srgbClr val="000000"/>
                </a:solidFill>
              </a:rPr>
              <a:t>T</a:t>
            </a:r>
            <a:r>
              <a:rPr spc="-20" dirty="0">
                <a:solidFill>
                  <a:srgbClr val="000000"/>
                </a:solidFill>
              </a:rPr>
              <a:t>I</a:t>
            </a:r>
            <a:r>
              <a:rPr spc="480" dirty="0">
                <a:solidFill>
                  <a:srgbClr val="000000"/>
                </a:solidFill>
              </a:rPr>
              <a:t>O</a:t>
            </a:r>
            <a:r>
              <a:rPr spc="455" dirty="0">
                <a:solidFill>
                  <a:srgbClr val="000000"/>
                </a:solidFill>
              </a:rPr>
              <a:t>N</a:t>
            </a:r>
            <a:r>
              <a:rPr spc="-530" dirty="0">
                <a:solidFill>
                  <a:srgbClr val="000000"/>
                </a:solidFill>
              </a:rPr>
              <a:t> </a:t>
            </a:r>
            <a:r>
              <a:rPr spc="210" dirty="0">
                <a:solidFill>
                  <a:srgbClr val="000000"/>
                </a:solidFill>
              </a:rPr>
              <a:t>WITH</a:t>
            </a:r>
            <a:r>
              <a:rPr spc="-215" dirty="0">
                <a:solidFill>
                  <a:srgbClr val="000000"/>
                </a:solidFill>
              </a:rPr>
              <a:t> </a:t>
            </a:r>
            <a:r>
              <a:rPr spc="-120" dirty="0">
                <a:solidFill>
                  <a:srgbClr val="000000"/>
                </a:solidFill>
              </a:rPr>
              <a:t>JNI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5084" y="1853183"/>
            <a:ext cx="5321808" cy="34518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9759" y="1877948"/>
            <a:ext cx="438340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9" dirty="0">
                <a:latin typeface="Trebuchet MS"/>
                <a:cs typeface="Trebuchet MS"/>
              </a:rPr>
              <a:t>J</a:t>
            </a:r>
            <a:r>
              <a:rPr sz="1800" spc="-10" dirty="0">
                <a:latin typeface="Trebuchet MS"/>
                <a:cs typeface="Trebuchet MS"/>
              </a:rPr>
              <a:t>A</a:t>
            </a:r>
            <a:r>
              <a:rPr sz="1800" spc="-114" dirty="0">
                <a:latin typeface="Trebuchet MS"/>
                <a:cs typeface="Trebuchet MS"/>
              </a:rPr>
              <a:t>V</a:t>
            </a:r>
            <a:r>
              <a:rPr sz="1800" spc="135" dirty="0">
                <a:latin typeface="Trebuchet MS"/>
                <a:cs typeface="Trebuchet MS"/>
              </a:rPr>
              <a:t>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254" dirty="0">
                <a:latin typeface="Trebuchet MS"/>
                <a:cs typeface="Trebuchet MS"/>
              </a:rPr>
              <a:t>N</a:t>
            </a:r>
            <a:r>
              <a:rPr sz="1800" spc="-50" dirty="0">
                <a:latin typeface="Trebuchet MS"/>
                <a:cs typeface="Trebuchet MS"/>
              </a:rPr>
              <a:t>A</a:t>
            </a:r>
            <a:r>
              <a:rPr sz="1800" spc="-10" dirty="0">
                <a:latin typeface="Trebuchet MS"/>
                <a:cs typeface="Trebuchet MS"/>
              </a:rPr>
              <a:t>T</a:t>
            </a:r>
            <a:r>
              <a:rPr sz="1800" dirty="0">
                <a:latin typeface="Trebuchet MS"/>
                <a:cs typeface="Trebuchet MS"/>
              </a:rPr>
              <a:t>I</a:t>
            </a:r>
            <a:r>
              <a:rPr sz="1800" spc="-20" dirty="0">
                <a:latin typeface="Trebuchet MS"/>
                <a:cs typeface="Trebuchet MS"/>
              </a:rPr>
              <a:t>VE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</a:t>
            </a:r>
            <a:r>
              <a:rPr sz="1800" spc="65" dirty="0">
                <a:latin typeface="Trebuchet MS"/>
                <a:cs typeface="Trebuchet MS"/>
              </a:rPr>
              <a:t>NTE</a:t>
            </a:r>
            <a:r>
              <a:rPr sz="1800" spc="70" dirty="0">
                <a:latin typeface="Trebuchet MS"/>
                <a:cs typeface="Trebuchet MS"/>
              </a:rPr>
              <a:t>R</a:t>
            </a:r>
            <a:r>
              <a:rPr sz="1800" spc="-195" dirty="0">
                <a:latin typeface="Trebuchet MS"/>
                <a:cs typeface="Trebuchet MS"/>
              </a:rPr>
              <a:t>F</a:t>
            </a:r>
            <a:r>
              <a:rPr sz="1800" spc="60" dirty="0">
                <a:latin typeface="Trebuchet MS"/>
                <a:cs typeface="Trebuchet MS"/>
              </a:rPr>
              <a:t>A</a:t>
            </a:r>
            <a:r>
              <a:rPr sz="1800" spc="65" dirty="0">
                <a:latin typeface="Trebuchet MS"/>
                <a:cs typeface="Trebuchet MS"/>
              </a:rPr>
              <a:t>CE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885"/>
              </a:spcBef>
            </a:pPr>
            <a:r>
              <a:rPr sz="1800" spc="-55" dirty="0">
                <a:latin typeface="Trebuchet MS"/>
                <a:cs typeface="Trebuchet MS"/>
              </a:rPr>
              <a:t>The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35" dirty="0">
                <a:latin typeface="Trebuchet MS"/>
                <a:cs typeface="Trebuchet MS"/>
              </a:rPr>
              <a:t>Java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Native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Interface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(JNI)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enables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runtime </a:t>
            </a:r>
            <a:r>
              <a:rPr sz="1800" spc="-52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lin</a:t>
            </a:r>
            <a:r>
              <a:rPr sz="1800" spc="-120" dirty="0">
                <a:latin typeface="Trebuchet MS"/>
                <a:cs typeface="Trebuchet MS"/>
              </a:rPr>
              <a:t>k</a:t>
            </a:r>
            <a:r>
              <a:rPr sz="1800" spc="-114" dirty="0">
                <a:latin typeface="Trebuchet MS"/>
                <a:cs typeface="Trebuchet MS"/>
              </a:rPr>
              <a:t>in</a:t>
            </a:r>
            <a:r>
              <a:rPr sz="1800" spc="-130" dirty="0">
                <a:latin typeface="Trebuchet MS"/>
                <a:cs typeface="Trebuchet MS"/>
              </a:rPr>
              <a:t>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t</a:t>
            </a:r>
            <a:r>
              <a:rPr sz="1800" spc="25" dirty="0">
                <a:latin typeface="Trebuchet MS"/>
                <a:cs typeface="Trebuchet MS"/>
              </a:rPr>
              <a:t>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105" dirty="0">
                <a:latin typeface="Trebuchet MS"/>
                <a:cs typeface="Trebuchet MS"/>
              </a:rPr>
              <a:t>yna</a:t>
            </a:r>
            <a:r>
              <a:rPr sz="1800" spc="-160" dirty="0">
                <a:latin typeface="Trebuchet MS"/>
                <a:cs typeface="Trebuchet MS"/>
              </a:rPr>
              <a:t>m</a:t>
            </a:r>
            <a:r>
              <a:rPr sz="1800" spc="-90" dirty="0">
                <a:latin typeface="Trebuchet MS"/>
                <a:cs typeface="Trebuchet MS"/>
              </a:rPr>
              <a:t>i</a:t>
            </a:r>
            <a:r>
              <a:rPr sz="1800" spc="-145" dirty="0">
                <a:latin typeface="Trebuchet MS"/>
                <a:cs typeface="Trebuchet MS"/>
              </a:rPr>
              <a:t>c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nati</a:t>
            </a:r>
            <a:r>
              <a:rPr sz="1800" spc="-165" dirty="0">
                <a:latin typeface="Trebuchet MS"/>
                <a:cs typeface="Trebuchet MS"/>
              </a:rPr>
              <a:t>v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librar</a:t>
            </a:r>
            <a:r>
              <a:rPr sz="1800" spc="-100" dirty="0">
                <a:latin typeface="Trebuchet MS"/>
                <a:cs typeface="Trebuchet MS"/>
              </a:rPr>
              <a:t>ie</a:t>
            </a:r>
            <a:r>
              <a:rPr sz="1800" spc="-70" dirty="0">
                <a:latin typeface="Trebuchet MS"/>
                <a:cs typeface="Trebuchet MS"/>
              </a:rPr>
              <a:t>s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Trebuchet MS"/>
              <a:cs typeface="Trebuchet MS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5" dirty="0">
                <a:latin typeface="Trebuchet MS"/>
                <a:cs typeface="Trebuchet MS"/>
              </a:rPr>
              <a:t>The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need</a:t>
            </a:r>
            <a:r>
              <a:rPr sz="1800" spc="-45" dirty="0">
                <a:latin typeface="Trebuchet MS"/>
                <a:cs typeface="Trebuchet MS"/>
              </a:rPr>
              <a:t> to </a:t>
            </a:r>
            <a:r>
              <a:rPr sz="1800" spc="-110" dirty="0">
                <a:latin typeface="Trebuchet MS"/>
                <a:cs typeface="Trebuchet MS"/>
              </a:rPr>
              <a:t>han</a:t>
            </a:r>
            <a:r>
              <a:rPr sz="1800" spc="-130" dirty="0">
                <a:latin typeface="Trebuchet MS"/>
                <a:cs typeface="Trebuchet MS"/>
              </a:rPr>
              <a:t>d</a:t>
            </a:r>
            <a:r>
              <a:rPr sz="1800" spc="-95" dirty="0">
                <a:latin typeface="Trebuchet MS"/>
                <a:cs typeface="Trebuchet MS"/>
              </a:rPr>
              <a:t>l</a:t>
            </a:r>
            <a:r>
              <a:rPr sz="1800" spc="-170" dirty="0">
                <a:latin typeface="Trebuchet MS"/>
                <a:cs typeface="Trebuchet MS"/>
              </a:rPr>
              <a:t>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some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ha</a:t>
            </a:r>
            <a:r>
              <a:rPr sz="1800" spc="-100" dirty="0">
                <a:latin typeface="Trebuchet MS"/>
                <a:cs typeface="Trebuchet MS"/>
              </a:rPr>
              <a:t>r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90" dirty="0">
                <a:latin typeface="Trebuchet MS"/>
                <a:cs typeface="Trebuchet MS"/>
              </a:rPr>
              <a:t>war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endParaRPr sz="1800">
              <a:latin typeface="Trebuchet MS"/>
              <a:cs typeface="Trebuchet MS"/>
            </a:endParaRPr>
          </a:p>
          <a:p>
            <a:pPr marL="299085" marR="64452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45" dirty="0">
                <a:latin typeface="Trebuchet MS"/>
                <a:cs typeface="Trebuchet MS"/>
              </a:rPr>
              <a:t>P</a:t>
            </a:r>
            <a:r>
              <a:rPr sz="1800" spc="-120" dirty="0">
                <a:latin typeface="Trebuchet MS"/>
                <a:cs typeface="Trebuchet MS"/>
              </a:rPr>
              <a:t>er</a:t>
            </a:r>
            <a:r>
              <a:rPr sz="1800" spc="-105" dirty="0">
                <a:latin typeface="Trebuchet MS"/>
                <a:cs typeface="Trebuchet MS"/>
              </a:rPr>
              <a:t>f</a:t>
            </a:r>
            <a:r>
              <a:rPr sz="1800" spc="-80" dirty="0">
                <a:latin typeface="Trebuchet MS"/>
                <a:cs typeface="Trebuchet MS"/>
              </a:rPr>
              <a:t>ormance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i</a:t>
            </a:r>
            <a:r>
              <a:rPr sz="1800" spc="-170" dirty="0">
                <a:latin typeface="Trebuchet MS"/>
                <a:cs typeface="Trebuchet MS"/>
              </a:rPr>
              <a:t>m</a:t>
            </a:r>
            <a:r>
              <a:rPr sz="1800" spc="-55" dirty="0">
                <a:latin typeface="Trebuchet MS"/>
                <a:cs typeface="Trebuchet MS"/>
              </a:rPr>
              <a:t>p</a:t>
            </a:r>
            <a:r>
              <a:rPr sz="1800" spc="-95" dirty="0">
                <a:latin typeface="Trebuchet MS"/>
                <a:cs typeface="Trebuchet MS"/>
              </a:rPr>
              <a:t>r</a:t>
            </a:r>
            <a:r>
              <a:rPr sz="1800" spc="15" dirty="0">
                <a:latin typeface="Trebuchet MS"/>
                <a:cs typeface="Trebuchet MS"/>
              </a:rPr>
              <a:t>o</a:t>
            </a:r>
            <a:r>
              <a:rPr sz="1800" spc="-130" dirty="0">
                <a:latin typeface="Trebuchet MS"/>
                <a:cs typeface="Trebuchet MS"/>
              </a:rPr>
              <a:t>v</a:t>
            </a:r>
            <a:r>
              <a:rPr sz="1800" spc="-114" dirty="0">
                <a:latin typeface="Trebuchet MS"/>
                <a:cs typeface="Trebuchet MS"/>
              </a:rPr>
              <a:t>em</a:t>
            </a:r>
            <a:r>
              <a:rPr sz="1800" spc="-110" dirty="0">
                <a:latin typeface="Trebuchet MS"/>
                <a:cs typeface="Trebuchet MS"/>
              </a:rPr>
              <a:t>ent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29" dirty="0">
                <a:latin typeface="Trebuchet MS"/>
                <a:cs typeface="Trebuchet MS"/>
              </a:rPr>
              <a:t>f</a:t>
            </a:r>
            <a:r>
              <a:rPr sz="1800" spc="20" dirty="0">
                <a:latin typeface="Trebuchet MS"/>
                <a:cs typeface="Trebuchet MS"/>
              </a:rPr>
              <a:t>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v</a:t>
            </a:r>
            <a:r>
              <a:rPr sz="1800" spc="-65" dirty="0">
                <a:latin typeface="Trebuchet MS"/>
                <a:cs typeface="Trebuchet MS"/>
              </a:rPr>
              <a:t>e</a:t>
            </a:r>
            <a:r>
              <a:rPr sz="1800" spc="-5" dirty="0">
                <a:latin typeface="Trebuchet MS"/>
                <a:cs typeface="Trebuchet MS"/>
              </a:rPr>
              <a:t>r</a:t>
            </a:r>
            <a:r>
              <a:rPr sz="1800" spc="-75" dirty="0">
                <a:latin typeface="Trebuchet MS"/>
                <a:cs typeface="Trebuchet MS"/>
              </a:rPr>
              <a:t>y  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114" dirty="0">
                <a:latin typeface="Trebuchet MS"/>
                <a:cs typeface="Trebuchet MS"/>
              </a:rPr>
              <a:t>eman</a:t>
            </a:r>
            <a:r>
              <a:rPr sz="1800" spc="-130" dirty="0">
                <a:latin typeface="Trebuchet MS"/>
                <a:cs typeface="Trebuchet MS"/>
              </a:rPr>
              <a:t>d</a:t>
            </a:r>
            <a:r>
              <a:rPr sz="1800" spc="-114" dirty="0">
                <a:latin typeface="Trebuchet MS"/>
                <a:cs typeface="Trebuchet MS"/>
              </a:rPr>
              <a:t>in</a:t>
            </a:r>
            <a:r>
              <a:rPr sz="1800" spc="-130" dirty="0">
                <a:latin typeface="Trebuchet MS"/>
                <a:cs typeface="Trebuchet MS"/>
              </a:rPr>
              <a:t>g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p</a:t>
            </a:r>
            <a:r>
              <a:rPr sz="1800" spc="-95" dirty="0">
                <a:latin typeface="Trebuchet MS"/>
                <a:cs typeface="Trebuchet MS"/>
              </a:rPr>
              <a:t>r</a:t>
            </a:r>
            <a:r>
              <a:rPr sz="1800" spc="-40" dirty="0">
                <a:latin typeface="Trebuchet MS"/>
                <a:cs typeface="Trebuchet MS"/>
              </a:rPr>
              <a:t>oc</a:t>
            </a:r>
            <a:r>
              <a:rPr sz="1800" spc="-65" dirty="0">
                <a:latin typeface="Trebuchet MS"/>
                <a:cs typeface="Trebuchet MS"/>
              </a:rPr>
              <a:t>ess</a:t>
            </a:r>
            <a:endParaRPr sz="1800">
              <a:latin typeface="Trebuchet MS"/>
              <a:cs typeface="Trebuchet MS"/>
            </a:endParaRPr>
          </a:p>
          <a:p>
            <a:pPr marL="299085" marR="2717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20" dirty="0">
                <a:latin typeface="Trebuchet MS"/>
                <a:cs typeface="Trebuchet MS"/>
              </a:rPr>
              <a:t>A</a:t>
            </a:r>
            <a:r>
              <a:rPr sz="1800" spc="25" dirty="0">
                <a:latin typeface="Trebuchet MS"/>
                <a:cs typeface="Trebuchet MS"/>
              </a:rPr>
              <a:t>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exi</a:t>
            </a:r>
            <a:r>
              <a:rPr sz="1800" spc="-60" dirty="0">
                <a:latin typeface="Trebuchet MS"/>
                <a:cs typeface="Trebuchet MS"/>
              </a:rPr>
              <a:t>s</a:t>
            </a:r>
            <a:r>
              <a:rPr sz="1800" spc="-114" dirty="0">
                <a:latin typeface="Trebuchet MS"/>
                <a:cs typeface="Trebuchet MS"/>
              </a:rPr>
              <a:t>ting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libra</a:t>
            </a:r>
            <a:r>
              <a:rPr sz="1800" spc="-50" dirty="0">
                <a:latin typeface="Trebuchet MS"/>
                <a:cs typeface="Trebuchet MS"/>
              </a:rPr>
              <a:t>r</a:t>
            </a:r>
            <a:r>
              <a:rPr sz="1800" spc="-100" dirty="0">
                <a:latin typeface="Trebuchet MS"/>
                <a:cs typeface="Trebuchet MS"/>
              </a:rPr>
              <a:t>y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that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w</a:t>
            </a:r>
            <a:r>
              <a:rPr sz="1800" spc="-120" dirty="0">
                <a:latin typeface="Trebuchet MS"/>
                <a:cs typeface="Trebuchet MS"/>
              </a:rPr>
              <a:t>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wan</a:t>
            </a:r>
            <a:r>
              <a:rPr sz="1800" spc="-80" dirty="0">
                <a:latin typeface="Trebuchet MS"/>
                <a:cs typeface="Trebuchet MS"/>
              </a:rPr>
              <a:t>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r</a:t>
            </a:r>
            <a:r>
              <a:rPr sz="1800" spc="-80" dirty="0">
                <a:latin typeface="Trebuchet MS"/>
                <a:cs typeface="Trebuchet MS"/>
              </a:rPr>
              <a:t>euse  </a:t>
            </a:r>
            <a:r>
              <a:rPr sz="1800" spc="-95" dirty="0">
                <a:latin typeface="Trebuchet MS"/>
                <a:cs typeface="Trebuchet MS"/>
              </a:rPr>
              <a:t>ins</a:t>
            </a:r>
            <a:r>
              <a:rPr sz="1800" spc="-90" dirty="0">
                <a:latin typeface="Trebuchet MS"/>
                <a:cs typeface="Trebuchet MS"/>
              </a:rPr>
              <a:t>t</a:t>
            </a:r>
            <a:r>
              <a:rPr sz="1800" spc="-130" dirty="0">
                <a:latin typeface="Trebuchet MS"/>
                <a:cs typeface="Trebuchet MS"/>
              </a:rPr>
              <a:t>ead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r</a:t>
            </a:r>
            <a:r>
              <a:rPr sz="1800" spc="-145" dirty="0">
                <a:latin typeface="Trebuchet MS"/>
                <a:cs typeface="Trebuchet MS"/>
              </a:rPr>
              <a:t>e</a:t>
            </a:r>
            <a:r>
              <a:rPr sz="1800" spc="-90" dirty="0">
                <a:latin typeface="Trebuchet MS"/>
                <a:cs typeface="Trebuchet MS"/>
              </a:rPr>
              <a:t>writin</a:t>
            </a:r>
            <a:r>
              <a:rPr sz="1800" spc="-100" dirty="0">
                <a:latin typeface="Trebuchet MS"/>
                <a:cs typeface="Trebuchet MS"/>
              </a:rPr>
              <a:t>g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i</a:t>
            </a:r>
            <a:r>
              <a:rPr sz="1800" spc="-140" dirty="0">
                <a:latin typeface="Trebuchet MS"/>
                <a:cs typeface="Trebuchet MS"/>
              </a:rPr>
              <a:t>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i</a:t>
            </a:r>
            <a:r>
              <a:rPr sz="1800" spc="-135" dirty="0">
                <a:latin typeface="Trebuchet MS"/>
                <a:cs typeface="Trebuchet MS"/>
              </a:rPr>
              <a:t>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409" dirty="0">
                <a:latin typeface="Trebuchet MS"/>
                <a:cs typeface="Trebuchet MS"/>
              </a:rPr>
              <a:t>J</a:t>
            </a:r>
            <a:r>
              <a:rPr sz="1800" spc="-245" dirty="0">
                <a:latin typeface="Trebuchet MS"/>
                <a:cs typeface="Trebuchet MS"/>
              </a:rPr>
              <a:t>a</a:t>
            </a:r>
            <a:r>
              <a:rPr sz="1800" spc="-140" dirty="0">
                <a:latin typeface="Trebuchet MS"/>
                <a:cs typeface="Trebuchet MS"/>
              </a:rPr>
              <a:t>va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0329C3EB-C9E1-47A6-BC7B-2AC262D004D2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40062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5" dirty="0">
                <a:solidFill>
                  <a:srgbClr val="000000"/>
                </a:solidFill>
              </a:rPr>
              <a:t>PROBLEM</a:t>
            </a:r>
            <a:r>
              <a:rPr spc="-130" dirty="0">
                <a:solidFill>
                  <a:srgbClr val="000000"/>
                </a:solidFill>
              </a:rPr>
              <a:t> </a:t>
            </a:r>
            <a:r>
              <a:rPr spc="20" dirty="0">
                <a:solidFill>
                  <a:srgbClr val="000000"/>
                </a:solidFill>
              </a:rPr>
              <a:t>STATEMENT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BCCB774F-BCBC-4FF9-A178-D298CD6BD0BA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2008733"/>
            <a:ext cx="926782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2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rebuchet MS"/>
                <a:cs typeface="Trebuchet MS"/>
              </a:rPr>
              <a:t>Write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create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Dynamic</a:t>
            </a:r>
            <a:r>
              <a:rPr sz="2000" spc="-80" dirty="0">
                <a:latin typeface="Trebuchet MS"/>
                <a:cs typeface="Trebuchet MS"/>
              </a:rPr>
              <a:t> Link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Library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for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any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mathematical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operations </a:t>
            </a:r>
            <a:r>
              <a:rPr sz="2000" spc="-130" dirty="0">
                <a:latin typeface="Trebuchet MS"/>
                <a:cs typeface="Trebuchet MS"/>
              </a:rPr>
              <a:t>and </a:t>
            </a:r>
            <a:r>
              <a:rPr sz="2000" spc="-58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write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an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application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program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test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85" dirty="0">
                <a:latin typeface="Trebuchet MS"/>
                <a:cs typeface="Trebuchet MS"/>
              </a:rPr>
              <a:t>it.</a:t>
            </a:r>
            <a:r>
              <a:rPr sz="2000" spc="-275" dirty="0">
                <a:latin typeface="Trebuchet MS"/>
                <a:cs typeface="Trebuchet MS"/>
              </a:rPr>
              <a:t> </a:t>
            </a:r>
            <a:r>
              <a:rPr sz="2000" spc="-225" dirty="0">
                <a:latin typeface="Trebuchet MS"/>
                <a:cs typeface="Trebuchet MS"/>
              </a:rPr>
              <a:t>(Java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Native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Interface/Use</a:t>
            </a:r>
            <a:r>
              <a:rPr sz="2000" spc="-38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VB/VC++)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944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Steps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5" dirty="0">
                <a:latin typeface="Times New Roman"/>
                <a:cs typeface="Times New Roman"/>
              </a:rPr>
              <a:t>create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Dll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with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JNI</a:t>
            </a:r>
            <a:endParaRPr sz="2000">
              <a:latin typeface="Times New Roman"/>
              <a:cs typeface="Times New Roman"/>
            </a:endParaRPr>
          </a:p>
          <a:p>
            <a:pPr marL="824865" lvl="1" indent="-343535">
              <a:lnSpc>
                <a:spcPct val="100000"/>
              </a:lnSpc>
              <a:spcBef>
                <a:spcPts val="610"/>
              </a:spcBef>
              <a:buClr>
                <a:srgbClr val="B71E42"/>
              </a:buClr>
              <a:buSzPct val="75000"/>
              <a:buFont typeface="Arial MT"/>
              <a:buChar char="•"/>
              <a:tabLst>
                <a:tab pos="824865" algn="l"/>
                <a:tab pos="825500" algn="l"/>
              </a:tabLst>
            </a:pPr>
            <a:r>
              <a:rPr sz="1800" spc="-35" dirty="0">
                <a:latin typeface="Times New Roman"/>
                <a:cs typeface="Times New Roman"/>
              </a:rPr>
              <a:t>Write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Java</a:t>
            </a:r>
            <a:r>
              <a:rPr sz="1800" dirty="0">
                <a:latin typeface="Times New Roman"/>
                <a:cs typeface="Times New Roman"/>
              </a:rPr>
              <a:t> Class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uses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Code-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Times New Roman"/>
                <a:cs typeface="Times New Roman"/>
              </a:rPr>
              <a:t>TestJNI.java</a:t>
            </a:r>
            <a:endParaRPr sz="1800">
              <a:latin typeface="Times New Roman"/>
              <a:cs typeface="Times New Roman"/>
            </a:endParaRPr>
          </a:p>
          <a:p>
            <a:pPr marL="824865" lvl="1" indent="-343535">
              <a:lnSpc>
                <a:spcPct val="100000"/>
              </a:lnSpc>
              <a:spcBef>
                <a:spcPts val="600"/>
              </a:spcBef>
              <a:buClr>
                <a:srgbClr val="B71E42"/>
              </a:buClr>
              <a:buSzPct val="75000"/>
              <a:buFont typeface="Arial MT"/>
              <a:buChar char="•"/>
              <a:tabLst>
                <a:tab pos="824865" algn="l"/>
                <a:tab pos="825500" algn="l"/>
              </a:tabLst>
            </a:pP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C/C++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Header </a:t>
            </a:r>
            <a:r>
              <a:rPr sz="1800" dirty="0">
                <a:latin typeface="Times New Roman"/>
                <a:cs typeface="Times New Roman"/>
              </a:rPr>
              <a:t>file -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b="1" spc="-45" dirty="0">
                <a:latin typeface="Times New Roman"/>
                <a:cs typeface="Times New Roman"/>
              </a:rPr>
              <a:t>TestJNI.h</a:t>
            </a:r>
            <a:endParaRPr sz="1800">
              <a:latin typeface="Times New Roman"/>
              <a:cs typeface="Times New Roman"/>
            </a:endParaRPr>
          </a:p>
          <a:p>
            <a:pPr marL="824865" lvl="1" indent="-343535">
              <a:lnSpc>
                <a:spcPct val="100000"/>
              </a:lnSpc>
              <a:spcBef>
                <a:spcPts val="600"/>
              </a:spcBef>
              <a:buClr>
                <a:srgbClr val="B71E42"/>
              </a:buClr>
              <a:buSzPct val="75000"/>
              <a:buFont typeface="Arial MT"/>
              <a:buChar char="•"/>
              <a:tabLst>
                <a:tab pos="824865" algn="l"/>
                <a:tab pos="825500" algn="l"/>
              </a:tabLst>
            </a:pP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Implementation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b="1" spc="-45" dirty="0">
                <a:latin typeface="Times New Roman"/>
                <a:cs typeface="Times New Roman"/>
              </a:rPr>
              <a:t>TestJNI.c</a:t>
            </a:r>
            <a:endParaRPr sz="1800">
              <a:latin typeface="Times New Roman"/>
              <a:cs typeface="Times New Roman"/>
            </a:endParaRPr>
          </a:p>
          <a:p>
            <a:pPr marL="824865" lvl="1" indent="-343535">
              <a:lnSpc>
                <a:spcPct val="100000"/>
              </a:lnSpc>
              <a:spcBef>
                <a:spcPts val="600"/>
              </a:spcBef>
              <a:buClr>
                <a:srgbClr val="B71E42"/>
              </a:buClr>
              <a:buSzPct val="75000"/>
              <a:buFont typeface="Arial MT"/>
              <a:buChar char="•"/>
              <a:tabLst>
                <a:tab pos="824865" algn="l"/>
                <a:tab pos="825500" algn="l"/>
              </a:tabLst>
            </a:pPr>
            <a:r>
              <a:rPr sz="1800" dirty="0">
                <a:latin typeface="Times New Roman"/>
                <a:cs typeface="Times New Roman"/>
              </a:rPr>
              <a:t>Run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Java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Program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31889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0" dirty="0">
                <a:solidFill>
                  <a:srgbClr val="000000"/>
                </a:solidFill>
              </a:rPr>
              <a:t>NATIVE</a:t>
            </a:r>
            <a:r>
              <a:rPr spc="-135" dirty="0">
                <a:solidFill>
                  <a:srgbClr val="000000"/>
                </a:solidFill>
              </a:rPr>
              <a:t> </a:t>
            </a:r>
            <a:r>
              <a:rPr spc="225" dirty="0">
                <a:solidFill>
                  <a:srgbClr val="000000"/>
                </a:solidFill>
              </a:rPr>
              <a:t>METHOD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D47D834-BF48-4E73-BB7E-D665E399FC1F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2046224"/>
            <a:ext cx="9368155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15" dirty="0">
                <a:latin typeface="Trebuchet MS"/>
                <a:cs typeface="Trebuchet MS"/>
              </a:rPr>
              <a:t>When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making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70" dirty="0">
                <a:latin typeface="Trebuchet MS"/>
                <a:cs typeface="Trebuchet MS"/>
              </a:rPr>
              <a:t>a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20" dirty="0">
                <a:latin typeface="Trebuchet MS"/>
                <a:cs typeface="Trebuchet MS"/>
              </a:rPr>
              <a:t>native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executable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program,</a:t>
            </a:r>
            <a:r>
              <a:rPr sz="1700" spc="-21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we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can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choose</a:t>
            </a:r>
            <a:r>
              <a:rPr sz="1700" spc="-40" dirty="0">
                <a:latin typeface="Trebuchet MS"/>
                <a:cs typeface="Trebuchet MS"/>
              </a:rPr>
              <a:t> to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use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static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20" dirty="0">
                <a:latin typeface="Trebuchet MS"/>
                <a:cs typeface="Trebuchet MS"/>
              </a:rPr>
              <a:t>or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shared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130" dirty="0">
                <a:latin typeface="Trebuchet MS"/>
                <a:cs typeface="Trebuchet MS"/>
              </a:rPr>
              <a:t>libs:</a:t>
            </a:r>
            <a:endParaRPr sz="17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21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105" dirty="0">
                <a:latin typeface="Trebuchet MS"/>
                <a:cs typeface="Trebuchet MS"/>
              </a:rPr>
              <a:t>Static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libs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225" dirty="0">
                <a:latin typeface="Trebuchet MS"/>
                <a:cs typeface="Trebuchet MS"/>
              </a:rPr>
              <a:t>–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145" dirty="0">
                <a:latin typeface="Trebuchet MS"/>
                <a:cs typeface="Trebuchet MS"/>
              </a:rPr>
              <a:t>all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library</a:t>
            </a:r>
            <a:r>
              <a:rPr sz="1700" spc="-1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binaries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will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be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included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as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part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of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5" dirty="0">
                <a:latin typeface="Trebuchet MS"/>
                <a:cs typeface="Trebuchet MS"/>
              </a:rPr>
              <a:t>our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executable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during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the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linking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process.Thus,</a:t>
            </a:r>
            <a:endParaRPr sz="1700">
              <a:latin typeface="Trebuchet MS"/>
              <a:cs typeface="Trebuchet MS"/>
            </a:endParaRPr>
          </a:p>
          <a:p>
            <a:pPr marL="240665">
              <a:lnSpc>
                <a:spcPct val="100000"/>
              </a:lnSpc>
              <a:spcBef>
                <a:spcPts val="204"/>
              </a:spcBef>
            </a:pPr>
            <a:r>
              <a:rPr sz="1700" spc="-95" dirty="0">
                <a:latin typeface="Trebuchet MS"/>
                <a:cs typeface="Trebuchet MS"/>
              </a:rPr>
              <a:t>we</a:t>
            </a:r>
            <a:r>
              <a:rPr sz="1700" spc="-40" dirty="0">
                <a:latin typeface="Trebuchet MS"/>
                <a:cs typeface="Trebuchet MS"/>
              </a:rPr>
              <a:t> won't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need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the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libs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anymore,</a:t>
            </a:r>
            <a:r>
              <a:rPr sz="1700" spc="-200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but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it'll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increase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the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size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of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5" dirty="0">
                <a:latin typeface="Trebuchet MS"/>
                <a:cs typeface="Trebuchet MS"/>
              </a:rPr>
              <a:t>our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executable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160" dirty="0">
                <a:latin typeface="Trebuchet MS"/>
                <a:cs typeface="Trebuchet MS"/>
              </a:rPr>
              <a:t>file.</a:t>
            </a:r>
            <a:endParaRPr sz="1700">
              <a:latin typeface="Trebuchet MS"/>
              <a:cs typeface="Trebuchet MS"/>
            </a:endParaRPr>
          </a:p>
          <a:p>
            <a:pPr marL="240665" marR="115570" indent="-228600">
              <a:lnSpc>
                <a:spcPct val="110000"/>
              </a:lnSpc>
              <a:spcBef>
                <a:spcPts val="994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85" dirty="0">
                <a:latin typeface="Trebuchet MS"/>
                <a:cs typeface="Trebuchet MS"/>
              </a:rPr>
              <a:t>Shared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libs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225" dirty="0">
                <a:latin typeface="Trebuchet MS"/>
                <a:cs typeface="Trebuchet MS"/>
              </a:rPr>
              <a:t>–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the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40" dirty="0">
                <a:latin typeface="Trebuchet MS"/>
                <a:cs typeface="Trebuchet MS"/>
              </a:rPr>
              <a:t>final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executable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only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has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references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to </a:t>
            </a:r>
            <a:r>
              <a:rPr sz="1700" spc="-100" dirty="0">
                <a:latin typeface="Trebuchet MS"/>
                <a:cs typeface="Trebuchet MS"/>
              </a:rPr>
              <a:t>the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30" dirty="0">
                <a:latin typeface="Trebuchet MS"/>
                <a:cs typeface="Trebuchet MS"/>
              </a:rPr>
              <a:t>libs,</a:t>
            </a:r>
            <a:r>
              <a:rPr sz="1700" spc="-21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not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the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code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40" dirty="0">
                <a:latin typeface="Trebuchet MS"/>
                <a:cs typeface="Trebuchet MS"/>
              </a:rPr>
              <a:t>itself.</a:t>
            </a:r>
            <a:r>
              <a:rPr sz="1700" spc="-204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It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requires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20" dirty="0">
                <a:latin typeface="Trebuchet MS"/>
                <a:cs typeface="Trebuchet MS"/>
              </a:rPr>
              <a:t>that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the 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environment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in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which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we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run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5" dirty="0">
                <a:latin typeface="Trebuchet MS"/>
                <a:cs typeface="Trebuchet MS"/>
              </a:rPr>
              <a:t>our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executable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has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access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to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45" dirty="0">
                <a:latin typeface="Trebuchet MS"/>
                <a:cs typeface="Trebuchet MS"/>
              </a:rPr>
              <a:t>all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the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20" dirty="0">
                <a:latin typeface="Trebuchet MS"/>
                <a:cs typeface="Trebuchet MS"/>
              </a:rPr>
              <a:t>files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of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the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libs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used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by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5" dirty="0">
                <a:latin typeface="Trebuchet MS"/>
                <a:cs typeface="Trebuchet MS"/>
              </a:rPr>
              <a:t>our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program.</a:t>
            </a:r>
            <a:endParaRPr sz="1700">
              <a:latin typeface="Trebuchet MS"/>
              <a:cs typeface="Trebuchet MS"/>
            </a:endParaRPr>
          </a:p>
          <a:p>
            <a:pPr marL="240665" marR="330835" indent="-228600">
              <a:lnSpc>
                <a:spcPct val="110000"/>
              </a:lnSpc>
              <a:spcBef>
                <a:spcPts val="10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50" dirty="0">
                <a:latin typeface="Trebuchet MS"/>
                <a:cs typeface="Trebuchet MS"/>
              </a:rPr>
              <a:t>The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latter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is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what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makes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sense</a:t>
            </a:r>
            <a:r>
              <a:rPr sz="1700" spc="-6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for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JNI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as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we</a:t>
            </a:r>
            <a:r>
              <a:rPr sz="1700" spc="-2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can't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mix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bytecode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and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20" dirty="0">
                <a:latin typeface="Trebuchet MS"/>
                <a:cs typeface="Trebuchet MS"/>
              </a:rPr>
              <a:t>natively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compiled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code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into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the </a:t>
            </a:r>
            <a:r>
              <a:rPr sz="1700" spc="-495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same</a:t>
            </a:r>
            <a:r>
              <a:rPr sz="1700" spc="-65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binary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60" dirty="0">
                <a:latin typeface="Trebuchet MS"/>
                <a:cs typeface="Trebuchet MS"/>
              </a:rPr>
              <a:t>file.</a:t>
            </a:r>
            <a:endParaRPr sz="1700">
              <a:latin typeface="Trebuchet MS"/>
              <a:cs typeface="Trebuchet MS"/>
            </a:endParaRPr>
          </a:p>
          <a:p>
            <a:pPr marL="240665" marR="247015" indent="-228600">
              <a:lnSpc>
                <a:spcPct val="110000"/>
              </a:lnSpc>
              <a:spcBef>
                <a:spcPts val="101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700" spc="-85" dirty="0">
                <a:latin typeface="Trebuchet MS"/>
                <a:cs typeface="Trebuchet MS"/>
              </a:rPr>
              <a:t>Therefore,</a:t>
            </a:r>
            <a:r>
              <a:rPr sz="1700" spc="-220" dirty="0">
                <a:latin typeface="Trebuchet MS"/>
                <a:cs typeface="Trebuchet MS"/>
              </a:rPr>
              <a:t> </a:t>
            </a:r>
            <a:r>
              <a:rPr sz="1700" spc="-15" dirty="0">
                <a:latin typeface="Trebuchet MS"/>
                <a:cs typeface="Trebuchet MS"/>
              </a:rPr>
              <a:t>our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shared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lib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will</a:t>
            </a:r>
            <a:r>
              <a:rPr sz="1700" spc="-25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keep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the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20" dirty="0">
                <a:latin typeface="Trebuchet MS"/>
                <a:cs typeface="Trebuchet MS"/>
              </a:rPr>
              <a:t>native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code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separately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within</a:t>
            </a:r>
            <a:r>
              <a:rPr sz="1700" spc="-2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its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i="1" spc="-235" dirty="0">
                <a:latin typeface="Trebuchet MS"/>
                <a:cs typeface="Trebuchet MS"/>
              </a:rPr>
              <a:t>.so/.dll/.dylib</a:t>
            </a:r>
            <a:r>
              <a:rPr sz="1700" i="1" spc="-25" dirty="0">
                <a:latin typeface="Trebuchet MS"/>
                <a:cs typeface="Trebuchet MS"/>
              </a:rPr>
              <a:t> </a:t>
            </a:r>
            <a:r>
              <a:rPr sz="1700" spc="-140" dirty="0">
                <a:latin typeface="Trebuchet MS"/>
                <a:cs typeface="Trebuchet MS"/>
              </a:rPr>
              <a:t>file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(depending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on </a:t>
            </a:r>
            <a:r>
              <a:rPr sz="1700" spc="-50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which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Operating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System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we're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using)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instead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of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being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part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of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5" dirty="0">
                <a:latin typeface="Trebuchet MS"/>
                <a:cs typeface="Trebuchet MS"/>
              </a:rPr>
              <a:t>our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classes.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3126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>
                <a:solidFill>
                  <a:srgbClr val="000000"/>
                </a:solidFill>
              </a:rPr>
              <a:t>DISA</a:t>
            </a:r>
            <a:r>
              <a:rPr spc="270" dirty="0">
                <a:solidFill>
                  <a:srgbClr val="000000"/>
                </a:solidFill>
              </a:rPr>
              <a:t>D</a:t>
            </a:r>
            <a:r>
              <a:rPr spc="-204" dirty="0">
                <a:solidFill>
                  <a:srgbClr val="000000"/>
                </a:solidFill>
              </a:rPr>
              <a:t>V</a:t>
            </a:r>
            <a:r>
              <a:rPr spc="340" dirty="0">
                <a:solidFill>
                  <a:srgbClr val="000000"/>
                </a:solidFill>
              </a:rPr>
              <a:t>A</a:t>
            </a:r>
            <a:r>
              <a:rPr spc="360" dirty="0">
                <a:solidFill>
                  <a:srgbClr val="000000"/>
                </a:solidFill>
              </a:rPr>
              <a:t>N</a:t>
            </a:r>
            <a:r>
              <a:rPr spc="-260" dirty="0">
                <a:solidFill>
                  <a:srgbClr val="000000"/>
                </a:solidFill>
              </a:rPr>
              <a:t>T</a:t>
            </a:r>
            <a:r>
              <a:rPr spc="114" dirty="0">
                <a:solidFill>
                  <a:srgbClr val="000000"/>
                </a:solidFill>
              </a:rPr>
              <a:t>A</a:t>
            </a:r>
            <a:r>
              <a:rPr dirty="0">
                <a:solidFill>
                  <a:srgbClr val="000000"/>
                </a:solidFill>
              </a:rPr>
              <a:t>GES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90C2CA19-3179-450A-A241-3C7F4F50CB11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4785" rIns="0" bIns="0" rtlCol="0">
            <a:spAutoFit/>
          </a:bodyPr>
          <a:lstStyle/>
          <a:p>
            <a:pPr marL="102870" marR="5080">
              <a:lnSpc>
                <a:spcPct val="120000"/>
              </a:lnSpc>
              <a:spcBef>
                <a:spcPts val="105"/>
              </a:spcBef>
            </a:pPr>
            <a:r>
              <a:rPr spc="25" dirty="0"/>
              <a:t>An </a:t>
            </a:r>
            <a:r>
              <a:rPr spc="-130" dirty="0"/>
              <a:t>application </a:t>
            </a:r>
            <a:r>
              <a:rPr spc="-135" dirty="0"/>
              <a:t>that </a:t>
            </a:r>
            <a:r>
              <a:rPr spc="-75" dirty="0"/>
              <a:t>uses </a:t>
            </a:r>
            <a:r>
              <a:rPr spc="-195" dirty="0"/>
              <a:t>a</a:t>
            </a:r>
            <a:r>
              <a:rPr spc="-190" dirty="0"/>
              <a:t> </a:t>
            </a:r>
            <a:r>
              <a:rPr spc="-114" dirty="0"/>
              <a:t>dynamic-link </a:t>
            </a:r>
            <a:r>
              <a:rPr spc="-90" dirty="0"/>
              <a:t>library is </a:t>
            </a:r>
            <a:r>
              <a:rPr spc="-65" dirty="0"/>
              <a:t>not </a:t>
            </a:r>
            <a:r>
              <a:rPr spc="-125" dirty="0"/>
              <a:t>self-contained, </a:t>
            </a:r>
            <a:r>
              <a:rPr spc="-130" dirty="0"/>
              <a:t>and </a:t>
            </a:r>
            <a:r>
              <a:rPr spc="-135" dirty="0"/>
              <a:t>it </a:t>
            </a:r>
            <a:r>
              <a:rPr spc="-100" dirty="0"/>
              <a:t>relies </a:t>
            </a:r>
            <a:r>
              <a:rPr spc="-30" dirty="0"/>
              <a:t>on </a:t>
            </a:r>
            <a:r>
              <a:rPr spc="-195" dirty="0"/>
              <a:t>a</a:t>
            </a:r>
            <a:r>
              <a:rPr spc="-190" dirty="0"/>
              <a:t> </a:t>
            </a:r>
            <a:r>
              <a:rPr spc="70" dirty="0"/>
              <a:t>DLL </a:t>
            </a:r>
            <a:r>
              <a:rPr spc="75" dirty="0"/>
              <a:t> </a:t>
            </a:r>
            <a:r>
              <a:rPr spc="-95" dirty="0"/>
              <a:t>module </a:t>
            </a:r>
            <a:r>
              <a:rPr spc="-50" dirty="0"/>
              <a:t>to </a:t>
            </a:r>
            <a:r>
              <a:rPr spc="-125" dirty="0"/>
              <a:t>exist, </a:t>
            </a:r>
            <a:r>
              <a:rPr spc="-130" dirty="0"/>
              <a:t>and </a:t>
            </a:r>
            <a:r>
              <a:rPr spc="-190" dirty="0"/>
              <a:t>if</a:t>
            </a:r>
            <a:r>
              <a:rPr spc="-185" dirty="0"/>
              <a:t> </a:t>
            </a:r>
            <a:r>
              <a:rPr spc="-70" dirty="0"/>
              <a:t>you </a:t>
            </a:r>
            <a:r>
              <a:rPr spc="-90" dirty="0"/>
              <a:t>use </a:t>
            </a:r>
            <a:r>
              <a:rPr spc="-125" dirty="0"/>
              <a:t>dynamic </a:t>
            </a:r>
            <a:r>
              <a:rPr spc="-114" dirty="0"/>
              <a:t>linking </a:t>
            </a:r>
            <a:r>
              <a:rPr spc="-165" dirty="0"/>
              <a:t>at </a:t>
            </a:r>
            <a:r>
              <a:rPr spc="-110" dirty="0"/>
              <a:t>load </a:t>
            </a:r>
            <a:r>
              <a:rPr spc="-155" dirty="0"/>
              <a:t>time, </a:t>
            </a:r>
            <a:r>
              <a:rPr spc="-114" dirty="0"/>
              <a:t>the </a:t>
            </a:r>
            <a:r>
              <a:rPr spc="-85" dirty="0"/>
              <a:t>program </a:t>
            </a:r>
            <a:r>
              <a:rPr spc="-80" dirty="0"/>
              <a:t>starts </a:t>
            </a:r>
            <a:r>
              <a:rPr spc="-50" dirty="0"/>
              <a:t>to </a:t>
            </a:r>
            <a:r>
              <a:rPr spc="-80" dirty="0"/>
              <a:t>discover </a:t>
            </a:r>
            <a:r>
              <a:rPr spc="-590" dirty="0"/>
              <a:t> </a:t>
            </a:r>
            <a:r>
              <a:rPr spc="-135" dirty="0"/>
              <a:t>that</a:t>
            </a:r>
            <a:r>
              <a:rPr spc="-85" dirty="0"/>
              <a:t> </a:t>
            </a:r>
            <a:r>
              <a:rPr spc="-114" dirty="0"/>
              <a:t>the</a:t>
            </a:r>
            <a:r>
              <a:rPr spc="-60" dirty="0"/>
              <a:t> </a:t>
            </a:r>
            <a:r>
              <a:rPr spc="70" dirty="0"/>
              <a:t>DLL</a:t>
            </a:r>
            <a:r>
              <a:rPr spc="-75" dirty="0"/>
              <a:t> </a:t>
            </a:r>
            <a:r>
              <a:rPr spc="-60" dirty="0"/>
              <a:t>does</a:t>
            </a:r>
            <a:r>
              <a:rPr spc="-45" dirty="0"/>
              <a:t> </a:t>
            </a:r>
            <a:r>
              <a:rPr spc="-65" dirty="0"/>
              <a:t>not </a:t>
            </a:r>
            <a:r>
              <a:rPr spc="-125" dirty="0"/>
              <a:t>exist,</a:t>
            </a:r>
            <a:r>
              <a:rPr spc="-265" dirty="0"/>
              <a:t> </a:t>
            </a:r>
            <a:r>
              <a:rPr spc="-130" dirty="0"/>
              <a:t>and</a:t>
            </a:r>
            <a:r>
              <a:rPr spc="-60" dirty="0"/>
              <a:t> </a:t>
            </a:r>
            <a:r>
              <a:rPr spc="-114" dirty="0"/>
              <a:t>the</a:t>
            </a:r>
            <a:r>
              <a:rPr spc="-65" dirty="0"/>
              <a:t> </a:t>
            </a:r>
            <a:r>
              <a:rPr spc="-95" dirty="0"/>
              <a:t>system</a:t>
            </a:r>
            <a:r>
              <a:rPr spc="-55" dirty="0"/>
              <a:t> </a:t>
            </a:r>
            <a:r>
              <a:rPr spc="-110" dirty="0"/>
              <a:t>terminates</a:t>
            </a:r>
            <a:r>
              <a:rPr spc="-75" dirty="0"/>
              <a:t> </a:t>
            </a:r>
            <a:r>
              <a:rPr spc="-114" dirty="0"/>
              <a:t>the</a:t>
            </a:r>
            <a:r>
              <a:rPr spc="-75" dirty="0"/>
              <a:t> </a:t>
            </a:r>
            <a:r>
              <a:rPr spc="-85" dirty="0"/>
              <a:t>program </a:t>
            </a:r>
            <a:r>
              <a:rPr spc="-130" dirty="0"/>
              <a:t>and</a:t>
            </a:r>
            <a:r>
              <a:rPr spc="-60" dirty="0"/>
              <a:t> </a:t>
            </a:r>
            <a:r>
              <a:rPr spc="-120" dirty="0"/>
              <a:t>gives</a:t>
            </a:r>
            <a:r>
              <a:rPr spc="-55" dirty="0"/>
              <a:t> </a:t>
            </a:r>
            <a:r>
              <a:rPr spc="-145" dirty="0"/>
              <a:t>an</a:t>
            </a:r>
            <a:r>
              <a:rPr spc="-55" dirty="0"/>
              <a:t> </a:t>
            </a:r>
            <a:r>
              <a:rPr spc="-30" dirty="0"/>
              <a:t>error </a:t>
            </a:r>
            <a:r>
              <a:rPr spc="-25" dirty="0"/>
              <a:t> </a:t>
            </a:r>
            <a:r>
              <a:rPr spc="-135" dirty="0"/>
              <a:t>message.</a:t>
            </a:r>
          </a:p>
          <a:p>
            <a:pPr marL="102870" marR="247015">
              <a:lnSpc>
                <a:spcPct val="120000"/>
              </a:lnSpc>
              <a:spcBef>
                <a:spcPts val="994"/>
              </a:spcBef>
            </a:pPr>
            <a:r>
              <a:rPr spc="-25" dirty="0"/>
              <a:t>While </a:t>
            </a:r>
            <a:r>
              <a:rPr spc="-100" dirty="0"/>
              <a:t>using runtime </a:t>
            </a:r>
            <a:r>
              <a:rPr spc="-125" dirty="0"/>
              <a:t>dynamic </a:t>
            </a:r>
            <a:r>
              <a:rPr spc="-140" dirty="0"/>
              <a:t>linking, </a:t>
            </a:r>
            <a:r>
              <a:rPr spc="-114" dirty="0"/>
              <a:t>the </a:t>
            </a:r>
            <a:r>
              <a:rPr spc="-95" dirty="0"/>
              <a:t>system </a:t>
            </a:r>
            <a:r>
              <a:rPr spc="-60" dirty="0"/>
              <a:t>does </a:t>
            </a:r>
            <a:r>
              <a:rPr spc="-65" dirty="0"/>
              <a:t>not </a:t>
            </a:r>
            <a:r>
              <a:rPr spc="-135" dirty="0"/>
              <a:t>terminate, </a:t>
            </a:r>
            <a:r>
              <a:rPr spc="-110" dirty="0"/>
              <a:t>but </a:t>
            </a:r>
            <a:r>
              <a:rPr spc="-120" dirty="0"/>
              <a:t>because </a:t>
            </a:r>
            <a:r>
              <a:rPr spc="-114" dirty="0"/>
              <a:t>the </a:t>
            </a:r>
            <a:r>
              <a:rPr spc="-110" dirty="0"/>
              <a:t> </a:t>
            </a:r>
            <a:r>
              <a:rPr spc="-65" dirty="0"/>
              <a:t>exported</a:t>
            </a:r>
            <a:r>
              <a:rPr spc="-70" dirty="0"/>
              <a:t> </a:t>
            </a:r>
            <a:r>
              <a:rPr spc="-110" dirty="0"/>
              <a:t>function</a:t>
            </a:r>
            <a:r>
              <a:rPr spc="-90" dirty="0"/>
              <a:t> </a:t>
            </a:r>
            <a:r>
              <a:rPr spc="-114" dirty="0"/>
              <a:t>in</a:t>
            </a:r>
            <a:r>
              <a:rPr spc="-50" dirty="0"/>
              <a:t> </a:t>
            </a:r>
            <a:r>
              <a:rPr spc="-114" dirty="0"/>
              <a:t>the</a:t>
            </a:r>
            <a:r>
              <a:rPr spc="-70" dirty="0"/>
              <a:t> </a:t>
            </a:r>
            <a:r>
              <a:rPr spc="70" dirty="0"/>
              <a:t>DLL</a:t>
            </a:r>
            <a:r>
              <a:rPr spc="-70" dirty="0"/>
              <a:t> </a:t>
            </a:r>
            <a:r>
              <a:rPr spc="-90" dirty="0"/>
              <a:t>is</a:t>
            </a:r>
            <a:r>
              <a:rPr spc="-40" dirty="0"/>
              <a:t> </a:t>
            </a:r>
            <a:r>
              <a:rPr spc="-65" dirty="0"/>
              <a:t>not </a:t>
            </a:r>
            <a:r>
              <a:rPr spc="-175" dirty="0"/>
              <a:t>available,</a:t>
            </a:r>
            <a:r>
              <a:rPr spc="-270" dirty="0"/>
              <a:t> </a:t>
            </a:r>
            <a:r>
              <a:rPr spc="-114" dirty="0"/>
              <a:t>the</a:t>
            </a:r>
            <a:r>
              <a:rPr spc="-70" dirty="0"/>
              <a:t> </a:t>
            </a:r>
            <a:r>
              <a:rPr spc="-85" dirty="0"/>
              <a:t>program </a:t>
            </a:r>
            <a:r>
              <a:rPr spc="-150" dirty="0"/>
              <a:t>fails</a:t>
            </a:r>
            <a:r>
              <a:rPr spc="-60" dirty="0"/>
              <a:t> </a:t>
            </a:r>
            <a:r>
              <a:rPr spc="-50" dirty="0"/>
              <a:t>to</a:t>
            </a:r>
            <a:r>
              <a:rPr spc="-55" dirty="0"/>
              <a:t> </a:t>
            </a:r>
            <a:r>
              <a:rPr spc="-145" dirty="0"/>
              <a:t>load,</a:t>
            </a:r>
            <a:r>
              <a:rPr spc="-265" dirty="0"/>
              <a:t> </a:t>
            </a:r>
            <a:r>
              <a:rPr spc="-130" dirty="0"/>
              <a:t>and</a:t>
            </a:r>
            <a:r>
              <a:rPr spc="-60" dirty="0"/>
              <a:t> </a:t>
            </a:r>
            <a:r>
              <a:rPr spc="-114" dirty="0"/>
              <a:t>the</a:t>
            </a:r>
            <a:r>
              <a:rPr spc="-60" dirty="0"/>
              <a:t> </a:t>
            </a:r>
            <a:r>
              <a:rPr spc="-105" dirty="0"/>
              <a:t>speed</a:t>
            </a:r>
            <a:r>
              <a:rPr spc="-35" dirty="0"/>
              <a:t> </a:t>
            </a:r>
            <a:r>
              <a:rPr spc="-90" dirty="0"/>
              <a:t>is </a:t>
            </a:r>
            <a:r>
              <a:rPr spc="-85" dirty="0"/>
              <a:t> </a:t>
            </a:r>
            <a:r>
              <a:rPr spc="-65" dirty="0"/>
              <a:t>slower</a:t>
            </a:r>
            <a:r>
              <a:rPr spc="-60" dirty="0"/>
              <a:t> </a:t>
            </a:r>
            <a:r>
              <a:rPr spc="-125" dirty="0"/>
              <a:t>than</a:t>
            </a:r>
            <a:r>
              <a:rPr spc="-65" dirty="0"/>
              <a:t> </a:t>
            </a:r>
            <a:r>
              <a:rPr spc="-114" dirty="0"/>
              <a:t>the</a:t>
            </a:r>
            <a:r>
              <a:rPr spc="-65" dirty="0"/>
              <a:t> </a:t>
            </a:r>
            <a:r>
              <a:rPr spc="-125" dirty="0"/>
              <a:t>static</a:t>
            </a:r>
            <a:r>
              <a:rPr spc="-75" dirty="0"/>
              <a:t> </a:t>
            </a:r>
            <a:r>
              <a:rPr spc="-65" dirty="0"/>
              <a:t>link.When</a:t>
            </a:r>
            <a:r>
              <a:rPr spc="-60" dirty="0"/>
              <a:t> </a:t>
            </a:r>
            <a:r>
              <a:rPr spc="-200" dirty="0"/>
              <a:t>a</a:t>
            </a:r>
            <a:r>
              <a:rPr spc="-45" dirty="0"/>
              <a:t> </a:t>
            </a:r>
            <a:r>
              <a:rPr spc="-95" dirty="0"/>
              <a:t>module</a:t>
            </a:r>
            <a:r>
              <a:rPr spc="-70" dirty="0"/>
              <a:t> </a:t>
            </a:r>
            <a:r>
              <a:rPr spc="-90" dirty="0"/>
              <a:t>is</a:t>
            </a:r>
            <a:r>
              <a:rPr spc="-40" dirty="0"/>
              <a:t> </a:t>
            </a:r>
            <a:r>
              <a:rPr spc="-145" dirty="0"/>
              <a:t>updated,</a:t>
            </a:r>
            <a:r>
              <a:rPr spc="-275" dirty="0"/>
              <a:t> </a:t>
            </a:r>
            <a:r>
              <a:rPr spc="-190" dirty="0"/>
              <a:t>if</a:t>
            </a:r>
            <a:r>
              <a:rPr spc="-50" dirty="0"/>
              <a:t> </a:t>
            </a:r>
            <a:r>
              <a:rPr spc="-114" dirty="0"/>
              <a:t>the</a:t>
            </a:r>
            <a:r>
              <a:rPr spc="-55" dirty="0"/>
              <a:t> </a:t>
            </a:r>
            <a:r>
              <a:rPr spc="-105" dirty="0"/>
              <a:t>new</a:t>
            </a:r>
            <a:r>
              <a:rPr spc="-60" dirty="0"/>
              <a:t> </a:t>
            </a:r>
            <a:r>
              <a:rPr spc="-95" dirty="0"/>
              <a:t>module</a:t>
            </a:r>
            <a:r>
              <a:rPr spc="-65" dirty="0"/>
              <a:t> </a:t>
            </a:r>
            <a:r>
              <a:rPr spc="-90" dirty="0"/>
              <a:t>is</a:t>
            </a:r>
            <a:r>
              <a:rPr spc="-40" dirty="0"/>
              <a:t> </a:t>
            </a:r>
            <a:r>
              <a:rPr spc="-120" dirty="0"/>
              <a:t>incompatible </a:t>
            </a:r>
            <a:r>
              <a:rPr spc="-590" dirty="0"/>
              <a:t> </a:t>
            </a:r>
            <a:r>
              <a:rPr spc="-100" dirty="0"/>
              <a:t>with</a:t>
            </a:r>
            <a:r>
              <a:rPr spc="-70" dirty="0"/>
              <a:t> </a:t>
            </a:r>
            <a:r>
              <a:rPr spc="-114" dirty="0"/>
              <a:t>the</a:t>
            </a:r>
            <a:r>
              <a:rPr spc="-75" dirty="0"/>
              <a:t> old</a:t>
            </a:r>
            <a:r>
              <a:rPr spc="-40" dirty="0"/>
              <a:t> </a:t>
            </a:r>
            <a:r>
              <a:rPr spc="-114" dirty="0"/>
              <a:t>module,</a:t>
            </a:r>
            <a:r>
              <a:rPr spc="-275" dirty="0"/>
              <a:t> </a:t>
            </a:r>
            <a:r>
              <a:rPr spc="-110" dirty="0"/>
              <a:t>then</a:t>
            </a:r>
            <a:r>
              <a:rPr spc="-75" dirty="0"/>
              <a:t> </a:t>
            </a:r>
            <a:r>
              <a:rPr spc="-114" dirty="0"/>
              <a:t>the</a:t>
            </a:r>
            <a:r>
              <a:rPr spc="-70" dirty="0"/>
              <a:t> </a:t>
            </a:r>
            <a:r>
              <a:rPr spc="-100" dirty="0"/>
              <a:t>software</a:t>
            </a:r>
            <a:r>
              <a:rPr spc="-75" dirty="0"/>
              <a:t> </a:t>
            </a:r>
            <a:r>
              <a:rPr spc="-135" dirty="0"/>
              <a:t>that</a:t>
            </a:r>
            <a:r>
              <a:rPr spc="-70" dirty="0"/>
              <a:t> </a:t>
            </a:r>
            <a:r>
              <a:rPr spc="-100" dirty="0"/>
              <a:t>needs</a:t>
            </a:r>
            <a:r>
              <a:rPr spc="-60" dirty="0"/>
              <a:t> </a:t>
            </a:r>
            <a:r>
              <a:rPr spc="-114" dirty="0"/>
              <a:t>the</a:t>
            </a:r>
            <a:r>
              <a:rPr spc="-65" dirty="0"/>
              <a:t> </a:t>
            </a:r>
            <a:r>
              <a:rPr spc="-95" dirty="0"/>
              <a:t>module</a:t>
            </a:r>
            <a:r>
              <a:rPr spc="-70" dirty="0"/>
              <a:t> </a:t>
            </a:r>
            <a:r>
              <a:rPr spc="-50" dirty="0"/>
              <a:t>to</a:t>
            </a:r>
            <a:r>
              <a:rPr spc="-60" dirty="0"/>
              <a:t> run</a:t>
            </a:r>
            <a:r>
              <a:rPr spc="-65" dirty="0"/>
              <a:t> </a:t>
            </a:r>
            <a:r>
              <a:rPr spc="-125" dirty="0"/>
              <a:t>will</a:t>
            </a:r>
            <a:r>
              <a:rPr spc="-75" dirty="0"/>
              <a:t> </a:t>
            </a:r>
            <a:r>
              <a:rPr spc="-155" dirty="0"/>
              <a:t>die.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452" y="2787395"/>
            <a:ext cx="4255008" cy="15041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9822" y="2975229"/>
            <a:ext cx="92614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5" dirty="0">
                <a:solidFill>
                  <a:srgbClr val="000000"/>
                </a:solidFill>
              </a:rPr>
              <a:t>Cas</a:t>
            </a:r>
            <a:r>
              <a:rPr sz="5400" spc="-110" dirty="0">
                <a:solidFill>
                  <a:srgbClr val="000000"/>
                </a:solidFill>
              </a:rPr>
              <a:t>e</a:t>
            </a:r>
            <a:r>
              <a:rPr sz="5400" spc="-130" dirty="0">
                <a:solidFill>
                  <a:srgbClr val="000000"/>
                </a:solidFill>
              </a:rPr>
              <a:t> </a:t>
            </a:r>
            <a:r>
              <a:rPr sz="5400" spc="-345" dirty="0">
                <a:solidFill>
                  <a:srgbClr val="000000"/>
                </a:solidFill>
              </a:rPr>
              <a:t>Study:</a:t>
            </a:r>
            <a:r>
              <a:rPr sz="5400" spc="-670" dirty="0">
                <a:solidFill>
                  <a:srgbClr val="000000"/>
                </a:solidFill>
              </a:rPr>
              <a:t> </a:t>
            </a:r>
            <a:r>
              <a:rPr sz="5400" spc="-125" dirty="0">
                <a:solidFill>
                  <a:srgbClr val="000000"/>
                </a:solidFill>
              </a:rPr>
              <a:t>Clas</a:t>
            </a:r>
            <a:r>
              <a:rPr sz="5400" spc="-105" dirty="0">
                <a:solidFill>
                  <a:srgbClr val="000000"/>
                </a:solidFill>
              </a:rPr>
              <a:t>s</a:t>
            </a:r>
            <a:r>
              <a:rPr sz="5400" spc="-130" dirty="0">
                <a:solidFill>
                  <a:srgbClr val="000000"/>
                </a:solidFill>
              </a:rPr>
              <a:t> </a:t>
            </a:r>
            <a:r>
              <a:rPr sz="5400" spc="-305" dirty="0">
                <a:solidFill>
                  <a:srgbClr val="000000"/>
                </a:solidFill>
              </a:rPr>
              <a:t>loadin</a:t>
            </a:r>
            <a:r>
              <a:rPr sz="5400" spc="-330" dirty="0">
                <a:solidFill>
                  <a:srgbClr val="000000"/>
                </a:solidFill>
              </a:rPr>
              <a:t>g</a:t>
            </a:r>
            <a:r>
              <a:rPr sz="5400" spc="-130" dirty="0">
                <a:solidFill>
                  <a:srgbClr val="000000"/>
                </a:solidFill>
              </a:rPr>
              <a:t> </a:t>
            </a:r>
            <a:r>
              <a:rPr sz="5400" spc="-215" dirty="0">
                <a:solidFill>
                  <a:srgbClr val="000000"/>
                </a:solidFill>
              </a:rPr>
              <a:t>i</a:t>
            </a:r>
            <a:r>
              <a:rPr sz="5400" spc="-400" dirty="0">
                <a:solidFill>
                  <a:srgbClr val="000000"/>
                </a:solidFill>
              </a:rPr>
              <a:t>n</a:t>
            </a:r>
            <a:r>
              <a:rPr sz="5400" spc="-130" dirty="0">
                <a:solidFill>
                  <a:srgbClr val="000000"/>
                </a:solidFill>
              </a:rPr>
              <a:t> </a:t>
            </a:r>
            <a:r>
              <a:rPr sz="5400" spc="-1225" dirty="0">
                <a:solidFill>
                  <a:srgbClr val="000000"/>
                </a:solidFill>
              </a:rPr>
              <a:t>J</a:t>
            </a:r>
            <a:r>
              <a:rPr sz="5400" spc="-15" dirty="0">
                <a:solidFill>
                  <a:srgbClr val="000000"/>
                </a:solidFill>
              </a:rPr>
              <a:t>A</a:t>
            </a:r>
            <a:r>
              <a:rPr sz="5400" spc="-345" dirty="0">
                <a:solidFill>
                  <a:srgbClr val="000000"/>
                </a:solidFill>
              </a:rPr>
              <a:t>V</a:t>
            </a:r>
            <a:r>
              <a:rPr sz="5400" spc="415" dirty="0">
                <a:solidFill>
                  <a:srgbClr val="000000"/>
                </a:solidFill>
              </a:rPr>
              <a:t>A</a:t>
            </a:r>
            <a:endParaRPr sz="540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4A24B259-2E7C-4B54-B4C2-3312E5BE15FD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8561" y="142265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>
                <a:moveTo>
                  <a:pt x="0" y="0"/>
                </a:moveTo>
                <a:lnTo>
                  <a:pt x="9607550" y="0"/>
                </a:lnTo>
              </a:path>
            </a:pathLst>
          </a:custGeom>
          <a:ln w="3200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0477" y="771855"/>
            <a:ext cx="371982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>
                <a:solidFill>
                  <a:srgbClr val="000000"/>
                </a:solidFill>
              </a:rPr>
              <a:t>SOME</a:t>
            </a:r>
            <a:r>
              <a:rPr spc="-1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USEFUL</a:t>
            </a:r>
            <a:r>
              <a:rPr spc="-130" dirty="0">
                <a:solidFill>
                  <a:srgbClr val="000000"/>
                </a:solidFill>
              </a:rPr>
              <a:t> </a:t>
            </a:r>
            <a:r>
              <a:rPr spc="95" dirty="0">
                <a:solidFill>
                  <a:srgbClr val="000000"/>
                </a:solidFill>
              </a:rPr>
              <a:t>LINKS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1E48D06D-AAC4-42E0-987B-CDC09A7CE8B0}" type="datetime1">
              <a:rPr lang="en-US" spc="-30" smtClean="0"/>
              <a:pPr marL="12700">
                <a:lnSpc>
                  <a:spcPct val="100000"/>
                </a:lnSpc>
                <a:spcBef>
                  <a:spcPts val="25"/>
                </a:spcBef>
              </a:pPr>
              <a:t>10/28/2025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1530477" y="2008733"/>
            <a:ext cx="9084945" cy="2601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20000"/>
              </a:lnSpc>
              <a:spcBef>
                <a:spcPts val="10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u="sng" spc="-140" dirty="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Trebuchet MS"/>
                <a:cs typeface="Trebuchet MS"/>
                <a:hlinkClick r:id="rId2"/>
              </a:rPr>
              <a:t>https://www6.software.ibm.com/developerworks/education/j-classloader/j-classloader- </a:t>
            </a:r>
            <a:r>
              <a:rPr sz="2000" spc="-590" dirty="0">
                <a:solidFill>
                  <a:srgbClr val="F92B5C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sz="2000" u="sng" spc="-165" dirty="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Trebuchet MS"/>
                <a:cs typeface="Trebuchet MS"/>
                <a:hlinkClick r:id="rId2"/>
              </a:rPr>
              <a:t>a4.pdf</a:t>
            </a:r>
            <a:endParaRPr sz="2000">
              <a:latin typeface="Trebuchet MS"/>
              <a:cs typeface="Trebuchet MS"/>
            </a:endParaRPr>
          </a:p>
          <a:p>
            <a:pPr marL="240665" marR="1750695" indent="-228600">
              <a:lnSpc>
                <a:spcPct val="120000"/>
              </a:lnSpc>
              <a:spcBef>
                <a:spcPts val="994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u="sng" spc="-135" dirty="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Trebuchet MS"/>
                <a:cs typeface="Trebuchet MS"/>
                <a:hlinkClick r:id="rId2"/>
              </a:rPr>
              <a:t>https://javarevisited.blogspot.com/2012/12/how-classloader-works-in- </a:t>
            </a:r>
            <a:r>
              <a:rPr sz="2000" spc="-590" dirty="0">
                <a:solidFill>
                  <a:srgbClr val="F92B5C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sz="2000" u="sng" spc="-75" dirty="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Trebuchet MS"/>
                <a:cs typeface="Trebuchet MS"/>
                <a:hlinkClick r:id="rId2"/>
              </a:rPr>
              <a:t>java.html#axzz72eZFQDz8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90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u="sng" spc="-155" dirty="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Trebuchet MS"/>
                <a:cs typeface="Trebuchet MS"/>
                <a:hlinkClick r:id="rId3"/>
              </a:rPr>
              <a:t>https://www.baeldung.com/java-classloaders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Clr>
                <a:srgbClr val="B71E42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u="sng" spc="-140" dirty="0">
                <a:solidFill>
                  <a:srgbClr val="F92B5C"/>
                </a:solidFill>
                <a:uFill>
                  <a:solidFill>
                    <a:srgbClr val="F92B5C"/>
                  </a:solidFill>
                </a:uFill>
                <a:latin typeface="Trebuchet MS"/>
                <a:cs typeface="Trebuchet MS"/>
                <a:hlinkClick r:id="rId4"/>
              </a:rPr>
              <a:t>http://www.cs.inf.ethz.ch/ssw/slides/SSW04_9_JVM_1x.pdf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92B5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844</TotalTime>
  <Words>4316</Words>
  <Application>Microsoft Office PowerPoint</Application>
  <PresentationFormat>Custom</PresentationFormat>
  <Paragraphs>1098</Paragraphs>
  <Slides>70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Office Theme</vt:lpstr>
      <vt:lpstr>LINKERS &amp; LOADERS</vt:lpstr>
      <vt:lpstr>SYLLABUS – UNIT III</vt:lpstr>
      <vt:lpstr>PRESENTATION OUTLINE</vt:lpstr>
      <vt:lpstr>BASICS…..</vt:lpstr>
      <vt:lpstr>LOADERS : INTRODUCTION</vt:lpstr>
      <vt:lpstr>LOADERS</vt:lpstr>
      <vt:lpstr>FUNCTIONS OF A LOADER</vt:lpstr>
      <vt:lpstr>LOADER SCHEMES</vt:lpstr>
      <vt:lpstr>COMPILE AND GO LOADERS</vt:lpstr>
      <vt:lpstr>COMPILE AND GO LOADER SCHEME</vt:lpstr>
      <vt:lpstr>COMPILE AND GO LOADER SCHEME</vt:lpstr>
      <vt:lpstr>GENERAL LOADER SCHEME</vt:lpstr>
      <vt:lpstr>GENERAL LOADER SCHEME</vt:lpstr>
      <vt:lpstr>GENERAL LOADER SCHEME</vt:lpstr>
      <vt:lpstr>ADVANTAGES</vt:lpstr>
      <vt:lpstr>Slide 16</vt:lpstr>
      <vt:lpstr>ABSOLUTE LOADER</vt:lpstr>
      <vt:lpstr>ABSOLUTE LOADER</vt:lpstr>
      <vt:lpstr>SUBROUTINE LINKAGES</vt:lpstr>
      <vt:lpstr>Slide 20</vt:lpstr>
      <vt:lpstr>RELOCATING LOADER</vt:lpstr>
      <vt:lpstr>RELOCATING LOADERS</vt:lpstr>
      <vt:lpstr>Slide 23</vt:lpstr>
      <vt:lpstr>Source Program</vt:lpstr>
      <vt:lpstr>Slide 25</vt:lpstr>
      <vt:lpstr>ADVANTAGES AND DISADVANTAGES</vt:lpstr>
      <vt:lpstr>DIRECT LINKING LOADERS</vt:lpstr>
      <vt:lpstr>DIRECT LINKING LOADERS</vt:lpstr>
      <vt:lpstr>ASSEMBLER RECORDS</vt:lpstr>
      <vt:lpstr>Slide 30</vt:lpstr>
      <vt:lpstr>Slide 31</vt:lpstr>
      <vt:lpstr>Slide 32</vt:lpstr>
      <vt:lpstr>Slide 33</vt:lpstr>
      <vt:lpstr>MAIN STORAGE AFTER LOADING PROGRAMS PG1 &amp; PG2</vt:lpstr>
      <vt:lpstr>DISADVANTAGES</vt:lpstr>
      <vt:lpstr>OTHER LOADER SCHEMES</vt:lpstr>
      <vt:lpstr>BINDER CLASS</vt:lpstr>
      <vt:lpstr>DISADVANTAGES</vt:lpstr>
      <vt:lpstr>DYNAMIC LOADING</vt:lpstr>
      <vt:lpstr>LONGEST PATH OVERLAY STRUCTURE</vt:lpstr>
      <vt:lpstr>DESIGNS OF LOADERS</vt:lpstr>
      <vt:lpstr>DESIGN OF ABSOLUTE LOADER</vt:lpstr>
      <vt:lpstr>TEXT CARDS (FOR INSTRUCTION AND DATA)</vt:lpstr>
      <vt:lpstr>TRANSFER CARDS (TO HOLD ENTRY POINT OF PROGRAM)</vt:lpstr>
      <vt:lpstr>ALGORITHM</vt:lpstr>
      <vt:lpstr>DESIGN OF A DIRECT LINKING LOADER</vt:lpstr>
      <vt:lpstr>Slide 47</vt:lpstr>
      <vt:lpstr>DATABASES USED BY DIRECT LINKING LOADER</vt:lpstr>
      <vt:lpstr>USE OF DATA BASES BY LOADER PASSES</vt:lpstr>
      <vt:lpstr>Slide 50</vt:lpstr>
      <vt:lpstr>USE OF DATA BASES BY LOADER PASSES</vt:lpstr>
      <vt:lpstr>LINKING AND RELOCATION OF PROGRAMS</vt:lpstr>
      <vt:lpstr>Slide 53</vt:lpstr>
      <vt:lpstr>SELF-RELOCATING PROGRAMS</vt:lpstr>
      <vt:lpstr>RELOCATING LOADERS</vt:lpstr>
      <vt:lpstr>RELOCATING LOADERS</vt:lpstr>
      <vt:lpstr>LINKERS</vt:lpstr>
      <vt:lpstr>TYPES OF LINKERS</vt:lpstr>
      <vt:lpstr>DYNAMIC LINKING</vt:lpstr>
      <vt:lpstr>REFERENCES</vt:lpstr>
      <vt:lpstr>Queries if any</vt:lpstr>
      <vt:lpstr>LAB ASSIGNMENT -  IMPLEMENTATION </vt:lpstr>
      <vt:lpstr>DYNAMIC LINK LIBRARY</vt:lpstr>
      <vt:lpstr>ADVANTAGES OF DLL</vt:lpstr>
      <vt:lpstr>DLL IMPLEMENTATION WITH JNI</vt:lpstr>
      <vt:lpstr>PROBLEM STATEMENT</vt:lpstr>
      <vt:lpstr>NATIVE METHOD</vt:lpstr>
      <vt:lpstr>DISADVANTAGES</vt:lpstr>
      <vt:lpstr>Case Study: Class loading in JAVA</vt:lpstr>
      <vt:lpstr>SOME USEFUL LINKS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Admin</dc:creator>
  <cp:lastModifiedBy>admin</cp:lastModifiedBy>
  <cp:revision>21</cp:revision>
  <dcterms:created xsi:type="dcterms:W3CDTF">2021-08-23T08:26:18Z</dcterms:created>
  <dcterms:modified xsi:type="dcterms:W3CDTF">2025-10-28T09:35:39Z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2021-08-05T00:00:00Z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2021-08-23T00:00:00Z</vt:filetime>
  </property>
</Properties>
</file>