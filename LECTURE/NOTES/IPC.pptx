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3650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Producer-Consumer Problem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01910"/>
            <a:ext cx="8686800" cy="5257800"/>
          </a:xfrm>
        </p:spPr>
        <p:txBody>
          <a:bodyPr>
            <a:noAutofit/>
          </a:bodyPr>
          <a:lstStyle/>
          <a:p>
            <a:pPr algn="just" fontAlgn="base">
              <a:spcBef>
                <a:spcPts val="600"/>
              </a:spcBef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It demonstrates how processes or threads can safely share resources without conflicts.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problem involves two processes:</a:t>
            </a:r>
          </a:p>
          <a:p>
            <a:pPr lvl="1" algn="just" fontAlgn="base">
              <a:spcBef>
                <a:spcPts val="600"/>
              </a:spcBef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Producer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generates data and adds it to a buffer.</a:t>
            </a:r>
          </a:p>
          <a:p>
            <a:pPr lvl="1" algn="just" fontAlgn="base">
              <a:spcBef>
                <a:spcPts val="600"/>
              </a:spcBef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Consumer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removes data from the buffer for processing.</a:t>
            </a:r>
          </a:p>
          <a:p>
            <a:pPr algn="just" fontAlgn="base">
              <a:spcBef>
                <a:spcPts val="600"/>
              </a:spcBef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Challenges:</a:t>
            </a:r>
          </a:p>
          <a:p>
            <a:pPr lvl="1" algn="just" fontAlgn="base">
              <a:spcBef>
                <a:spcPts val="600"/>
              </a:spcBef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Producers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Generate data items and place them in a shared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buffer.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Buffer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Overflow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– producer tries to add when the buffer is full.</a:t>
            </a:r>
          </a:p>
          <a:p>
            <a:pPr lvl="1" algn="just" fontAlgn="base">
              <a:spcBef>
                <a:spcPts val="600"/>
              </a:spcBef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Consumers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Remove and process data items from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buffer.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Buffer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Underflow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– consumer tries to remove when the buffer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empty.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ts val="600"/>
              </a:spcBef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Solution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Semaphore: The Synchronization Tool</a:t>
            </a:r>
          </a:p>
          <a:p>
            <a:pPr fontAlgn="base">
              <a:spcBef>
                <a:spcPts val="600"/>
              </a:spcBef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semaphore is an integer-based signaling mechanism used to coordinate access to shared resources. It supports two atomic operations:</a:t>
            </a:r>
          </a:p>
          <a:p>
            <a:pPr fontAlgn="base">
              <a:spcBef>
                <a:spcPts val="600"/>
              </a:spcBef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wait(S)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Decreases the semaphore value by 1. If the value is ≤0, the process waits.</a:t>
            </a:r>
          </a:p>
          <a:p>
            <a:pPr fontAlgn="base">
              <a:spcBef>
                <a:spcPts val="600"/>
              </a:spcBef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signal(S):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Increases the semaphore value by 1, potentially unblocking waiting processes.</a:t>
            </a:r>
          </a:p>
          <a:p>
            <a:pPr lvl="1"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248400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manage this, we use three semaphores:</a:t>
            </a:r>
          </a:p>
          <a:p>
            <a:r>
              <a:rPr lang="en-US" sz="2000" b="1" i="1" dirty="0" err="1" smtClean="0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= 1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; // binary semaphore for mutual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exclusion,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ensures mutual exclusion when accessing the buffer.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full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= 0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; // initially no filled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slots,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counts the number of filled slots in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buffer.</a:t>
            </a:r>
          </a:p>
          <a:p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empty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= n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; // buffer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size,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counts the number of empty slots in the buffer.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2362200"/>
          <a:ext cx="8610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5300"/>
                <a:gridCol w="4305300"/>
              </a:tblGrid>
              <a:tr h="3657600">
                <a:tc>
                  <a:txBody>
                    <a:bodyPr/>
                    <a:lstStyle/>
                    <a:p>
                      <a:pPr marL="120650" indent="0" algn="l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Producer</a:t>
                      </a:r>
                    </a:p>
                    <a:p>
                      <a:pPr marL="120650" indent="0" algn="l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do {</a:t>
                      </a:r>
                    </a:p>
                    <a:p>
                      <a:pPr marL="120650" indent="0" algn="l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// Produce an item</a:t>
                      </a:r>
                      <a:b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wait(empty); // Check for empty slot</a:t>
                      </a:r>
                      <a:b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wait(</a:t>
                      </a: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mutex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); // Enter critical section</a:t>
                      </a:r>
                    </a:p>
                    <a:p>
                      <a:pPr marL="120650" indent="0" algn="l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// Place item in buffer</a:t>
                      </a:r>
                    </a:p>
                    <a:p>
                      <a:pPr marL="120650" indent="0" algn="l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signal(</a:t>
                      </a:r>
                      <a:r>
                        <a:rPr lang="en-US" b="1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mutex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); // Exit critical section</a:t>
                      </a:r>
                      <a:b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signal(full); // Increase number of full slots</a:t>
                      </a:r>
                      <a:b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} while (true);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Consumer</a:t>
                      </a:r>
                    </a:p>
                    <a:p>
                      <a:pPr marL="63500" indent="0" algn="l" rtl="0" fontAlgn="base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do {</a:t>
                      </a:r>
                      <a:b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</a:b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wait(full); // Check for filled slot</a:t>
                      </a:r>
                      <a:b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</a:b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wait(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mutex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); // Enter critical section</a:t>
                      </a:r>
                    </a:p>
                    <a:p>
                      <a:pPr marL="63500" indent="0" algn="l" rtl="0" fontAlgn="base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// Remove item from buffer</a:t>
                      </a:r>
                    </a:p>
                    <a:p>
                      <a:pPr marL="63500" indent="0" algn="l" rtl="0" fontAlgn="base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signal(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mutex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); // Exit critical section</a:t>
                      </a:r>
                      <a:b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</a:b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signal(empty); // Increase number of empty slots</a:t>
                      </a:r>
                      <a:b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</a:b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} while (true);</a:t>
                      </a:r>
                    </a:p>
                    <a:p>
                      <a:pPr marL="274320" algn="l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endParaRPr lang="en-US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Reader-Writer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Problem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4525963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80</Words>
  <Application>Microsoft Office PowerPoint</Application>
  <PresentationFormat>On-screen Show (4:3)</PresentationFormat>
  <Paragraphs>25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Producer-Consumer Problem</vt:lpstr>
      <vt:lpstr>Slide 2</vt:lpstr>
      <vt:lpstr>Reader-Writer Problem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Producer-Consumer Problem</dc:title>
  <dc:creator>admin</dc:creator>
  <cp:lastModifiedBy>admin</cp:lastModifiedBy>
  <cp:revision>26</cp:revision>
  <dcterms:created xsi:type="dcterms:W3CDTF">2006-08-16T00:00:00Z</dcterms:created>
  <dcterms:modified xsi:type="dcterms:W3CDTF">2025-09-22T08:13:08Z</dcterms:modified>
</cp:coreProperties>
</file>